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Ex2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Ex3.xml" ContentType="application/vnd.ms-office.chartex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Ex4.xml" ContentType="application/vnd.ms-office.chartex+xml"/>
  <Override PartName="/ppt/charts/style4.xml" ContentType="application/vnd.ms-office.chartstyle+xml"/>
  <Override PartName="/ppt/charts/colors4.xml" ContentType="application/vnd.ms-office.chartcolorstyle+xml"/>
  <Override PartName="/ppt/charts/chartEx5.xml" ContentType="application/vnd.ms-office.chartex+xml"/>
  <Override PartName="/ppt/charts/style5.xml" ContentType="application/vnd.ms-office.chartstyle+xml"/>
  <Override PartName="/ppt/charts/colors5.xml" ContentType="application/vnd.ms-office.chartcolorstyle+xml"/>
  <Override PartName="/ppt/charts/chartEx6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4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3" r:id="rId6"/>
    <p:sldId id="264" r:id="rId7"/>
    <p:sldId id="260" r:id="rId8"/>
    <p:sldId id="261" r:id="rId9"/>
    <p:sldId id="262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35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d57902ee1d42ba8/Documentos/GitHub/DoingEconomics_Taller-5/Data/Clean/Datos%20Sectores%20Equity%20(Index%20review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d57902ee1d42ba8/Documentos/GitHub/DoingEconomics_Taller-5/Data/Clean/Datos%20Sectores%20Equity%20(Index%20review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d57902ee1d42ba8/Documentos/GitHub/DoingEconomics_Taller-5/Data/Clean/Datos%20Sectores%20Equity%20(Index%20review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4d57902ee1d42ba8/Documentos/GitHub/DoingEconomics_Taller-5/Data/Clean/Datos%20Sectores%20Equity%20(Index%20review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https://d.docs.live.net/4d57902ee1d42ba8/Documentos/GitHub/DoingEconomics_Taller-5/Data/Clean/Datos%20Sectores%20Equity%20(Index%20review)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https://d.docs.live.net/4d57902ee1d42ba8/Documentos/GitHub/DoingEconomics_Taller-5/Data/Clean/Datos%20Sectores%20Equity%20(Index%20review).xlsx" TargetMode="External"/></Relationships>
</file>

<file path=ppt/charts/_rels/chartEx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oleObject" Target="https://d.docs.live.net/4d57902ee1d42ba8/Documentos/GitHub/DoingEconomics_Taller-5/Data/Clean/Datos%20Sectores%20Equity%20(Index%20review).xlsx" TargetMode="External"/></Relationships>
</file>

<file path=ppt/charts/_rels/chartEx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https://d.docs.live.net/4d57902ee1d42ba8/Documentos/GitHub/DoingEconomics_Taller-5/Data/Clean/Datos%20Sectores%20Equity%20(Index%20review).xlsx" TargetMode="External"/></Relationships>
</file>

<file path=ppt/charts/_rels/chartEx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https://d.docs.live.net/4d57902ee1d42ba8/Documentos/GitHub/DoingEconomics_Taller-5/Data/Clean/Datos%20Sectores%20Equity%20(Index%20review).xlsx" TargetMode="External"/></Relationships>
</file>

<file path=ppt/charts/_rels/chartEx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https://d.docs.live.net/4d57902ee1d42ba8/Documentos/GitHub/DoingEconomics_Taller-5/Data/Clean/Datos%20Sectores%20Equity%20(Index%20review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400"/>
              <a:t>Line</a:t>
            </a:r>
            <a:r>
              <a:rPr lang="es-CO" sz="1400" baseline="0"/>
              <a:t>s - Index (Tech, CB, Inmobiliario)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lineChart>
        <c:grouping val="standard"/>
        <c:varyColors val="0"/>
        <c:ser>
          <c:idx val="1"/>
          <c:order val="1"/>
          <c:tx>
            <c:strRef>
              <c:f>'Consumo Básico'!$AT$8</c:f>
              <c:strCache>
                <c:ptCount val="1"/>
                <c:pt idx="0">
                  <c:v>Consumo Básico</c:v>
                </c:pt>
              </c:strCache>
            </c:strRef>
          </c:tx>
          <c:spPr>
            <a:ln w="28575" cap="rnd">
              <a:solidFill>
                <a:schemeClr val="accent1">
                  <a:alpha val="8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'Consumo Básico'!$A$9:$A$2774</c:f>
              <c:numCache>
                <c:formatCode>m/d/yyyy</c:formatCode>
                <c:ptCount val="2766"/>
                <c:pt idx="0">
                  <c:v>42006</c:v>
                </c:pt>
                <c:pt idx="1">
                  <c:v>42009</c:v>
                </c:pt>
                <c:pt idx="2">
                  <c:v>42010</c:v>
                </c:pt>
                <c:pt idx="3">
                  <c:v>42011</c:v>
                </c:pt>
                <c:pt idx="4">
                  <c:v>42012</c:v>
                </c:pt>
                <c:pt idx="5">
                  <c:v>42013</c:v>
                </c:pt>
                <c:pt idx="6">
                  <c:v>42016</c:v>
                </c:pt>
                <c:pt idx="7">
                  <c:v>42017</c:v>
                </c:pt>
                <c:pt idx="8">
                  <c:v>42018</c:v>
                </c:pt>
                <c:pt idx="9">
                  <c:v>42019</c:v>
                </c:pt>
                <c:pt idx="10">
                  <c:v>42020</c:v>
                </c:pt>
                <c:pt idx="11">
                  <c:v>42024</c:v>
                </c:pt>
                <c:pt idx="12">
                  <c:v>42025</c:v>
                </c:pt>
                <c:pt idx="13">
                  <c:v>42026</c:v>
                </c:pt>
                <c:pt idx="14">
                  <c:v>42027</c:v>
                </c:pt>
                <c:pt idx="15">
                  <c:v>42030</c:v>
                </c:pt>
                <c:pt idx="16">
                  <c:v>42031</c:v>
                </c:pt>
                <c:pt idx="17">
                  <c:v>42032</c:v>
                </c:pt>
                <c:pt idx="18">
                  <c:v>42033</c:v>
                </c:pt>
                <c:pt idx="19">
                  <c:v>42034</c:v>
                </c:pt>
                <c:pt idx="20">
                  <c:v>42037</c:v>
                </c:pt>
                <c:pt idx="21">
                  <c:v>42038</c:v>
                </c:pt>
                <c:pt idx="22">
                  <c:v>42039</c:v>
                </c:pt>
                <c:pt idx="23">
                  <c:v>42040</c:v>
                </c:pt>
                <c:pt idx="24">
                  <c:v>42041</c:v>
                </c:pt>
                <c:pt idx="25">
                  <c:v>42044</c:v>
                </c:pt>
                <c:pt idx="26">
                  <c:v>42045</c:v>
                </c:pt>
                <c:pt idx="27">
                  <c:v>42046</c:v>
                </c:pt>
                <c:pt idx="28">
                  <c:v>42047</c:v>
                </c:pt>
                <c:pt idx="29">
                  <c:v>42048</c:v>
                </c:pt>
                <c:pt idx="30">
                  <c:v>42052</c:v>
                </c:pt>
                <c:pt idx="31">
                  <c:v>42053</c:v>
                </c:pt>
                <c:pt idx="32">
                  <c:v>42054</c:v>
                </c:pt>
                <c:pt idx="33">
                  <c:v>42055</c:v>
                </c:pt>
                <c:pt idx="34">
                  <c:v>42058</c:v>
                </c:pt>
                <c:pt idx="35">
                  <c:v>42059</c:v>
                </c:pt>
                <c:pt idx="36">
                  <c:v>42060</c:v>
                </c:pt>
                <c:pt idx="37">
                  <c:v>42061</c:v>
                </c:pt>
                <c:pt idx="38">
                  <c:v>42062</c:v>
                </c:pt>
                <c:pt idx="39">
                  <c:v>42065</c:v>
                </c:pt>
                <c:pt idx="40">
                  <c:v>42066</c:v>
                </c:pt>
                <c:pt idx="41">
                  <c:v>42067</c:v>
                </c:pt>
                <c:pt idx="42">
                  <c:v>42068</c:v>
                </c:pt>
                <c:pt idx="43">
                  <c:v>42069</c:v>
                </c:pt>
                <c:pt idx="44">
                  <c:v>42072</c:v>
                </c:pt>
                <c:pt idx="45">
                  <c:v>42073</c:v>
                </c:pt>
                <c:pt idx="46">
                  <c:v>42074</c:v>
                </c:pt>
                <c:pt idx="47">
                  <c:v>42075</c:v>
                </c:pt>
                <c:pt idx="48">
                  <c:v>42076</c:v>
                </c:pt>
                <c:pt idx="49">
                  <c:v>42079</c:v>
                </c:pt>
                <c:pt idx="50">
                  <c:v>42080</c:v>
                </c:pt>
                <c:pt idx="51">
                  <c:v>42081</c:v>
                </c:pt>
                <c:pt idx="52">
                  <c:v>42082</c:v>
                </c:pt>
                <c:pt idx="53">
                  <c:v>42083</c:v>
                </c:pt>
                <c:pt idx="54">
                  <c:v>42086</c:v>
                </c:pt>
                <c:pt idx="55">
                  <c:v>42087</c:v>
                </c:pt>
                <c:pt idx="56">
                  <c:v>42088</c:v>
                </c:pt>
                <c:pt idx="57">
                  <c:v>42089</c:v>
                </c:pt>
                <c:pt idx="58">
                  <c:v>42090</c:v>
                </c:pt>
                <c:pt idx="59">
                  <c:v>42093</c:v>
                </c:pt>
                <c:pt idx="60">
                  <c:v>42094</c:v>
                </c:pt>
                <c:pt idx="61">
                  <c:v>42095</c:v>
                </c:pt>
                <c:pt idx="62">
                  <c:v>42096</c:v>
                </c:pt>
                <c:pt idx="63">
                  <c:v>42100</c:v>
                </c:pt>
                <c:pt idx="64">
                  <c:v>42101</c:v>
                </c:pt>
                <c:pt idx="65">
                  <c:v>42102</c:v>
                </c:pt>
                <c:pt idx="66">
                  <c:v>42103</c:v>
                </c:pt>
                <c:pt idx="67">
                  <c:v>42104</c:v>
                </c:pt>
                <c:pt idx="68">
                  <c:v>42107</c:v>
                </c:pt>
                <c:pt idx="69">
                  <c:v>42108</c:v>
                </c:pt>
                <c:pt idx="70">
                  <c:v>42109</c:v>
                </c:pt>
                <c:pt idx="71">
                  <c:v>42110</c:v>
                </c:pt>
                <c:pt idx="72">
                  <c:v>42111</c:v>
                </c:pt>
                <c:pt idx="73">
                  <c:v>42114</c:v>
                </c:pt>
                <c:pt idx="74">
                  <c:v>42115</c:v>
                </c:pt>
                <c:pt idx="75">
                  <c:v>42116</c:v>
                </c:pt>
                <c:pt idx="76">
                  <c:v>42117</c:v>
                </c:pt>
                <c:pt idx="77">
                  <c:v>42118</c:v>
                </c:pt>
                <c:pt idx="78">
                  <c:v>42121</c:v>
                </c:pt>
                <c:pt idx="79">
                  <c:v>42122</c:v>
                </c:pt>
                <c:pt idx="80">
                  <c:v>42123</c:v>
                </c:pt>
                <c:pt idx="81">
                  <c:v>42124</c:v>
                </c:pt>
                <c:pt idx="82">
                  <c:v>42125</c:v>
                </c:pt>
                <c:pt idx="83">
                  <c:v>42128</c:v>
                </c:pt>
                <c:pt idx="84">
                  <c:v>42129</c:v>
                </c:pt>
                <c:pt idx="85">
                  <c:v>42130</c:v>
                </c:pt>
                <c:pt idx="86">
                  <c:v>42131</c:v>
                </c:pt>
                <c:pt idx="87">
                  <c:v>42132</c:v>
                </c:pt>
                <c:pt idx="88">
                  <c:v>42135</c:v>
                </c:pt>
                <c:pt idx="89">
                  <c:v>42136</c:v>
                </c:pt>
                <c:pt idx="90">
                  <c:v>42137</c:v>
                </c:pt>
                <c:pt idx="91">
                  <c:v>42138</c:v>
                </c:pt>
                <c:pt idx="92">
                  <c:v>42139</c:v>
                </c:pt>
                <c:pt idx="93">
                  <c:v>42142</c:v>
                </c:pt>
                <c:pt idx="94">
                  <c:v>42143</c:v>
                </c:pt>
                <c:pt idx="95">
                  <c:v>42144</c:v>
                </c:pt>
                <c:pt idx="96">
                  <c:v>42145</c:v>
                </c:pt>
                <c:pt idx="97">
                  <c:v>42146</c:v>
                </c:pt>
                <c:pt idx="98">
                  <c:v>42150</c:v>
                </c:pt>
                <c:pt idx="99">
                  <c:v>42151</c:v>
                </c:pt>
                <c:pt idx="100">
                  <c:v>42152</c:v>
                </c:pt>
                <c:pt idx="101">
                  <c:v>42153</c:v>
                </c:pt>
                <c:pt idx="102">
                  <c:v>42156</c:v>
                </c:pt>
                <c:pt idx="103">
                  <c:v>42157</c:v>
                </c:pt>
                <c:pt idx="104">
                  <c:v>42158</c:v>
                </c:pt>
                <c:pt idx="105">
                  <c:v>42159</c:v>
                </c:pt>
                <c:pt idx="106">
                  <c:v>42160</c:v>
                </c:pt>
                <c:pt idx="107">
                  <c:v>42163</c:v>
                </c:pt>
                <c:pt idx="108">
                  <c:v>42164</c:v>
                </c:pt>
                <c:pt idx="109">
                  <c:v>42165</c:v>
                </c:pt>
                <c:pt idx="110">
                  <c:v>42166</c:v>
                </c:pt>
                <c:pt idx="111">
                  <c:v>42167</c:v>
                </c:pt>
                <c:pt idx="112">
                  <c:v>42170</c:v>
                </c:pt>
                <c:pt idx="113">
                  <c:v>42171</c:v>
                </c:pt>
                <c:pt idx="114">
                  <c:v>42172</c:v>
                </c:pt>
                <c:pt idx="115">
                  <c:v>42173</c:v>
                </c:pt>
                <c:pt idx="116">
                  <c:v>42174</c:v>
                </c:pt>
                <c:pt idx="117">
                  <c:v>42177</c:v>
                </c:pt>
                <c:pt idx="118">
                  <c:v>42178</c:v>
                </c:pt>
                <c:pt idx="119">
                  <c:v>42179</c:v>
                </c:pt>
                <c:pt idx="120">
                  <c:v>42180</c:v>
                </c:pt>
                <c:pt idx="121">
                  <c:v>42181</c:v>
                </c:pt>
                <c:pt idx="122">
                  <c:v>42184</c:v>
                </c:pt>
                <c:pt idx="123">
                  <c:v>42185</c:v>
                </c:pt>
                <c:pt idx="124">
                  <c:v>42186</c:v>
                </c:pt>
                <c:pt idx="125">
                  <c:v>42187</c:v>
                </c:pt>
                <c:pt idx="126">
                  <c:v>42191</c:v>
                </c:pt>
                <c:pt idx="127">
                  <c:v>42192</c:v>
                </c:pt>
                <c:pt idx="128">
                  <c:v>42193</c:v>
                </c:pt>
                <c:pt idx="129">
                  <c:v>42194</c:v>
                </c:pt>
                <c:pt idx="130">
                  <c:v>42195</c:v>
                </c:pt>
                <c:pt idx="131">
                  <c:v>42198</c:v>
                </c:pt>
                <c:pt idx="132">
                  <c:v>42199</c:v>
                </c:pt>
                <c:pt idx="133">
                  <c:v>42200</c:v>
                </c:pt>
                <c:pt idx="134">
                  <c:v>42201</c:v>
                </c:pt>
                <c:pt idx="135">
                  <c:v>42202</c:v>
                </c:pt>
                <c:pt idx="136">
                  <c:v>42205</c:v>
                </c:pt>
                <c:pt idx="137">
                  <c:v>42206</c:v>
                </c:pt>
                <c:pt idx="138">
                  <c:v>42207</c:v>
                </c:pt>
                <c:pt idx="139">
                  <c:v>42208</c:v>
                </c:pt>
                <c:pt idx="140">
                  <c:v>42209</c:v>
                </c:pt>
                <c:pt idx="141">
                  <c:v>42212</c:v>
                </c:pt>
                <c:pt idx="142">
                  <c:v>42213</c:v>
                </c:pt>
                <c:pt idx="143">
                  <c:v>42214</c:v>
                </c:pt>
                <c:pt idx="144">
                  <c:v>42215</c:v>
                </c:pt>
                <c:pt idx="145">
                  <c:v>42216</c:v>
                </c:pt>
                <c:pt idx="146">
                  <c:v>42219</c:v>
                </c:pt>
                <c:pt idx="147">
                  <c:v>42220</c:v>
                </c:pt>
                <c:pt idx="148">
                  <c:v>42221</c:v>
                </c:pt>
                <c:pt idx="149">
                  <c:v>42222</c:v>
                </c:pt>
                <c:pt idx="150">
                  <c:v>42223</c:v>
                </c:pt>
                <c:pt idx="151">
                  <c:v>42226</c:v>
                </c:pt>
                <c:pt idx="152">
                  <c:v>42227</c:v>
                </c:pt>
                <c:pt idx="153">
                  <c:v>42228</c:v>
                </c:pt>
                <c:pt idx="154">
                  <c:v>42229</c:v>
                </c:pt>
                <c:pt idx="155">
                  <c:v>42230</c:v>
                </c:pt>
                <c:pt idx="156">
                  <c:v>42233</c:v>
                </c:pt>
                <c:pt idx="157">
                  <c:v>42234</c:v>
                </c:pt>
                <c:pt idx="158">
                  <c:v>42235</c:v>
                </c:pt>
                <c:pt idx="159">
                  <c:v>42236</c:v>
                </c:pt>
                <c:pt idx="160">
                  <c:v>42237</c:v>
                </c:pt>
                <c:pt idx="161">
                  <c:v>42240</c:v>
                </c:pt>
                <c:pt idx="162">
                  <c:v>42241</c:v>
                </c:pt>
                <c:pt idx="163">
                  <c:v>42242</c:v>
                </c:pt>
                <c:pt idx="164">
                  <c:v>42243</c:v>
                </c:pt>
                <c:pt idx="165">
                  <c:v>42244</c:v>
                </c:pt>
                <c:pt idx="166">
                  <c:v>42247</c:v>
                </c:pt>
                <c:pt idx="167">
                  <c:v>42248</c:v>
                </c:pt>
                <c:pt idx="168">
                  <c:v>42249</c:v>
                </c:pt>
                <c:pt idx="169">
                  <c:v>42250</c:v>
                </c:pt>
                <c:pt idx="170">
                  <c:v>42251</c:v>
                </c:pt>
                <c:pt idx="171">
                  <c:v>42255</c:v>
                </c:pt>
                <c:pt idx="172">
                  <c:v>42256</c:v>
                </c:pt>
                <c:pt idx="173">
                  <c:v>42257</c:v>
                </c:pt>
                <c:pt idx="174">
                  <c:v>42258</c:v>
                </c:pt>
                <c:pt idx="175">
                  <c:v>42261</c:v>
                </c:pt>
                <c:pt idx="176">
                  <c:v>42262</c:v>
                </c:pt>
                <c:pt idx="177">
                  <c:v>42263</c:v>
                </c:pt>
                <c:pt idx="178">
                  <c:v>42264</c:v>
                </c:pt>
                <c:pt idx="179">
                  <c:v>42265</c:v>
                </c:pt>
                <c:pt idx="180">
                  <c:v>42268</c:v>
                </c:pt>
                <c:pt idx="181">
                  <c:v>42269</c:v>
                </c:pt>
                <c:pt idx="182">
                  <c:v>42270</c:v>
                </c:pt>
                <c:pt idx="183">
                  <c:v>42271</c:v>
                </c:pt>
                <c:pt idx="184">
                  <c:v>42272</c:v>
                </c:pt>
                <c:pt idx="185">
                  <c:v>42275</c:v>
                </c:pt>
                <c:pt idx="186">
                  <c:v>42276</c:v>
                </c:pt>
                <c:pt idx="187">
                  <c:v>42277</c:v>
                </c:pt>
                <c:pt idx="188">
                  <c:v>42278</c:v>
                </c:pt>
                <c:pt idx="189">
                  <c:v>42279</c:v>
                </c:pt>
                <c:pt idx="190">
                  <c:v>42282</c:v>
                </c:pt>
                <c:pt idx="191">
                  <c:v>42283</c:v>
                </c:pt>
                <c:pt idx="192">
                  <c:v>42284</c:v>
                </c:pt>
                <c:pt idx="193">
                  <c:v>42285</c:v>
                </c:pt>
                <c:pt idx="194">
                  <c:v>42286</c:v>
                </c:pt>
                <c:pt idx="195">
                  <c:v>42289</c:v>
                </c:pt>
                <c:pt idx="196">
                  <c:v>42290</c:v>
                </c:pt>
                <c:pt idx="197">
                  <c:v>42291</c:v>
                </c:pt>
                <c:pt idx="198">
                  <c:v>42292</c:v>
                </c:pt>
                <c:pt idx="199">
                  <c:v>42293</c:v>
                </c:pt>
                <c:pt idx="200">
                  <c:v>42296</c:v>
                </c:pt>
                <c:pt idx="201">
                  <c:v>42297</c:v>
                </c:pt>
                <c:pt idx="202">
                  <c:v>42298</c:v>
                </c:pt>
                <c:pt idx="203">
                  <c:v>42299</c:v>
                </c:pt>
                <c:pt idx="204">
                  <c:v>42300</c:v>
                </c:pt>
                <c:pt idx="205">
                  <c:v>42303</c:v>
                </c:pt>
                <c:pt idx="206">
                  <c:v>42304</c:v>
                </c:pt>
                <c:pt idx="207">
                  <c:v>42305</c:v>
                </c:pt>
                <c:pt idx="208">
                  <c:v>42306</c:v>
                </c:pt>
                <c:pt idx="209">
                  <c:v>42307</c:v>
                </c:pt>
                <c:pt idx="210">
                  <c:v>42310</c:v>
                </c:pt>
                <c:pt idx="211">
                  <c:v>42311</c:v>
                </c:pt>
                <c:pt idx="212">
                  <c:v>42312</c:v>
                </c:pt>
                <c:pt idx="213">
                  <c:v>42313</c:v>
                </c:pt>
                <c:pt idx="214">
                  <c:v>42314</c:v>
                </c:pt>
                <c:pt idx="215">
                  <c:v>42317</c:v>
                </c:pt>
                <c:pt idx="216">
                  <c:v>42318</c:v>
                </c:pt>
                <c:pt idx="217">
                  <c:v>42319</c:v>
                </c:pt>
                <c:pt idx="218">
                  <c:v>42320</c:v>
                </c:pt>
                <c:pt idx="219">
                  <c:v>42321</c:v>
                </c:pt>
                <c:pt idx="220">
                  <c:v>42324</c:v>
                </c:pt>
                <c:pt idx="221">
                  <c:v>42325</c:v>
                </c:pt>
                <c:pt idx="222">
                  <c:v>42326</c:v>
                </c:pt>
                <c:pt idx="223">
                  <c:v>42327</c:v>
                </c:pt>
                <c:pt idx="224">
                  <c:v>42328</c:v>
                </c:pt>
                <c:pt idx="225">
                  <c:v>42331</c:v>
                </c:pt>
                <c:pt idx="226">
                  <c:v>42332</c:v>
                </c:pt>
                <c:pt idx="227">
                  <c:v>42333</c:v>
                </c:pt>
                <c:pt idx="228">
                  <c:v>42335</c:v>
                </c:pt>
                <c:pt idx="229">
                  <c:v>42338</c:v>
                </c:pt>
                <c:pt idx="230">
                  <c:v>42339</c:v>
                </c:pt>
                <c:pt idx="231">
                  <c:v>42340</c:v>
                </c:pt>
                <c:pt idx="232">
                  <c:v>42341</c:v>
                </c:pt>
                <c:pt idx="233">
                  <c:v>42342</c:v>
                </c:pt>
                <c:pt idx="234">
                  <c:v>42345</c:v>
                </c:pt>
                <c:pt idx="235">
                  <c:v>42346</c:v>
                </c:pt>
                <c:pt idx="236">
                  <c:v>42347</c:v>
                </c:pt>
                <c:pt idx="237">
                  <c:v>42348</c:v>
                </c:pt>
                <c:pt idx="238">
                  <c:v>42349</c:v>
                </c:pt>
                <c:pt idx="239">
                  <c:v>42352</c:v>
                </c:pt>
                <c:pt idx="240">
                  <c:v>42353</c:v>
                </c:pt>
                <c:pt idx="241">
                  <c:v>42354</c:v>
                </c:pt>
                <c:pt idx="242">
                  <c:v>42355</c:v>
                </c:pt>
                <c:pt idx="243">
                  <c:v>42356</c:v>
                </c:pt>
                <c:pt idx="244">
                  <c:v>42359</c:v>
                </c:pt>
                <c:pt idx="245">
                  <c:v>42360</c:v>
                </c:pt>
                <c:pt idx="246">
                  <c:v>42361</c:v>
                </c:pt>
                <c:pt idx="247">
                  <c:v>42362</c:v>
                </c:pt>
                <c:pt idx="248">
                  <c:v>42366</c:v>
                </c:pt>
                <c:pt idx="249">
                  <c:v>42367</c:v>
                </c:pt>
                <c:pt idx="250">
                  <c:v>42368</c:v>
                </c:pt>
                <c:pt idx="251">
                  <c:v>42369</c:v>
                </c:pt>
                <c:pt idx="252">
                  <c:v>42373</c:v>
                </c:pt>
                <c:pt idx="253">
                  <c:v>42374</c:v>
                </c:pt>
                <c:pt idx="254">
                  <c:v>42375</c:v>
                </c:pt>
                <c:pt idx="255">
                  <c:v>42376</c:v>
                </c:pt>
                <c:pt idx="256">
                  <c:v>42377</c:v>
                </c:pt>
                <c:pt idx="257">
                  <c:v>42380</c:v>
                </c:pt>
                <c:pt idx="258">
                  <c:v>42381</c:v>
                </c:pt>
                <c:pt idx="259">
                  <c:v>42382</c:v>
                </c:pt>
                <c:pt idx="260">
                  <c:v>42383</c:v>
                </c:pt>
                <c:pt idx="261">
                  <c:v>42384</c:v>
                </c:pt>
                <c:pt idx="262">
                  <c:v>42388</c:v>
                </c:pt>
                <c:pt idx="263">
                  <c:v>42389</c:v>
                </c:pt>
                <c:pt idx="264">
                  <c:v>42390</c:v>
                </c:pt>
                <c:pt idx="265">
                  <c:v>42391</c:v>
                </c:pt>
                <c:pt idx="266">
                  <c:v>42394</c:v>
                </c:pt>
                <c:pt idx="267">
                  <c:v>42395</c:v>
                </c:pt>
                <c:pt idx="268">
                  <c:v>42396</c:v>
                </c:pt>
                <c:pt idx="269">
                  <c:v>42397</c:v>
                </c:pt>
                <c:pt idx="270">
                  <c:v>42398</c:v>
                </c:pt>
                <c:pt idx="271">
                  <c:v>42401</c:v>
                </c:pt>
                <c:pt idx="272">
                  <c:v>42402</c:v>
                </c:pt>
                <c:pt idx="273">
                  <c:v>42403</c:v>
                </c:pt>
                <c:pt idx="274">
                  <c:v>42404</c:v>
                </c:pt>
                <c:pt idx="275">
                  <c:v>42405</c:v>
                </c:pt>
                <c:pt idx="276">
                  <c:v>42408</c:v>
                </c:pt>
                <c:pt idx="277">
                  <c:v>42409</c:v>
                </c:pt>
                <c:pt idx="278">
                  <c:v>42410</c:v>
                </c:pt>
                <c:pt idx="279">
                  <c:v>42411</c:v>
                </c:pt>
                <c:pt idx="280">
                  <c:v>42412</c:v>
                </c:pt>
                <c:pt idx="281">
                  <c:v>42416</c:v>
                </c:pt>
                <c:pt idx="282">
                  <c:v>42417</c:v>
                </c:pt>
                <c:pt idx="283">
                  <c:v>42418</c:v>
                </c:pt>
                <c:pt idx="284">
                  <c:v>42419</c:v>
                </c:pt>
                <c:pt idx="285">
                  <c:v>42422</c:v>
                </c:pt>
                <c:pt idx="286">
                  <c:v>42423</c:v>
                </c:pt>
                <c:pt idx="287">
                  <c:v>42424</c:v>
                </c:pt>
                <c:pt idx="288">
                  <c:v>42425</c:v>
                </c:pt>
                <c:pt idx="289">
                  <c:v>42426</c:v>
                </c:pt>
                <c:pt idx="290">
                  <c:v>42429</c:v>
                </c:pt>
                <c:pt idx="291">
                  <c:v>42430</c:v>
                </c:pt>
                <c:pt idx="292">
                  <c:v>42431</c:v>
                </c:pt>
                <c:pt idx="293">
                  <c:v>42432</c:v>
                </c:pt>
                <c:pt idx="294">
                  <c:v>42433</c:v>
                </c:pt>
                <c:pt idx="295">
                  <c:v>42436</c:v>
                </c:pt>
                <c:pt idx="296">
                  <c:v>42437</c:v>
                </c:pt>
                <c:pt idx="297">
                  <c:v>42438</c:v>
                </c:pt>
                <c:pt idx="298">
                  <c:v>42439</c:v>
                </c:pt>
                <c:pt idx="299">
                  <c:v>42440</c:v>
                </c:pt>
                <c:pt idx="300">
                  <c:v>42443</c:v>
                </c:pt>
                <c:pt idx="301">
                  <c:v>42444</c:v>
                </c:pt>
                <c:pt idx="302">
                  <c:v>42445</c:v>
                </c:pt>
                <c:pt idx="303">
                  <c:v>42446</c:v>
                </c:pt>
                <c:pt idx="304">
                  <c:v>42447</c:v>
                </c:pt>
                <c:pt idx="305">
                  <c:v>42450</c:v>
                </c:pt>
                <c:pt idx="306">
                  <c:v>42451</c:v>
                </c:pt>
                <c:pt idx="307">
                  <c:v>42452</c:v>
                </c:pt>
                <c:pt idx="308">
                  <c:v>42453</c:v>
                </c:pt>
                <c:pt idx="309">
                  <c:v>42457</c:v>
                </c:pt>
                <c:pt idx="310">
                  <c:v>42458</c:v>
                </c:pt>
                <c:pt idx="311">
                  <c:v>42459</c:v>
                </c:pt>
                <c:pt idx="312">
                  <c:v>42460</c:v>
                </c:pt>
                <c:pt idx="313">
                  <c:v>42461</c:v>
                </c:pt>
                <c:pt idx="314">
                  <c:v>42464</c:v>
                </c:pt>
                <c:pt idx="315">
                  <c:v>42465</c:v>
                </c:pt>
                <c:pt idx="316">
                  <c:v>42466</c:v>
                </c:pt>
                <c:pt idx="317">
                  <c:v>42467</c:v>
                </c:pt>
                <c:pt idx="318">
                  <c:v>42468</c:v>
                </c:pt>
                <c:pt idx="319">
                  <c:v>42471</c:v>
                </c:pt>
                <c:pt idx="320">
                  <c:v>42472</c:v>
                </c:pt>
                <c:pt idx="321">
                  <c:v>42473</c:v>
                </c:pt>
                <c:pt idx="322">
                  <c:v>42474</c:v>
                </c:pt>
                <c:pt idx="323">
                  <c:v>42475</c:v>
                </c:pt>
                <c:pt idx="324">
                  <c:v>42478</c:v>
                </c:pt>
                <c:pt idx="325">
                  <c:v>42479</c:v>
                </c:pt>
                <c:pt idx="326">
                  <c:v>42480</c:v>
                </c:pt>
                <c:pt idx="327">
                  <c:v>42481</c:v>
                </c:pt>
                <c:pt idx="328">
                  <c:v>42482</c:v>
                </c:pt>
                <c:pt idx="329">
                  <c:v>42485</c:v>
                </c:pt>
                <c:pt idx="330">
                  <c:v>42486</c:v>
                </c:pt>
                <c:pt idx="331">
                  <c:v>42487</c:v>
                </c:pt>
                <c:pt idx="332">
                  <c:v>42488</c:v>
                </c:pt>
                <c:pt idx="333">
                  <c:v>42489</c:v>
                </c:pt>
                <c:pt idx="334">
                  <c:v>42492</c:v>
                </c:pt>
                <c:pt idx="335">
                  <c:v>42493</c:v>
                </c:pt>
                <c:pt idx="336">
                  <c:v>42494</c:v>
                </c:pt>
                <c:pt idx="337">
                  <c:v>42495</c:v>
                </c:pt>
                <c:pt idx="338">
                  <c:v>42496</c:v>
                </c:pt>
                <c:pt idx="339">
                  <c:v>42499</c:v>
                </c:pt>
                <c:pt idx="340">
                  <c:v>42500</c:v>
                </c:pt>
                <c:pt idx="341">
                  <c:v>42501</c:v>
                </c:pt>
                <c:pt idx="342">
                  <c:v>42502</c:v>
                </c:pt>
                <c:pt idx="343">
                  <c:v>42503</c:v>
                </c:pt>
                <c:pt idx="344">
                  <c:v>42506</c:v>
                </c:pt>
                <c:pt idx="345">
                  <c:v>42507</c:v>
                </c:pt>
                <c:pt idx="346">
                  <c:v>42508</c:v>
                </c:pt>
                <c:pt idx="347">
                  <c:v>42509</c:v>
                </c:pt>
                <c:pt idx="348">
                  <c:v>42510</c:v>
                </c:pt>
                <c:pt idx="349">
                  <c:v>42513</c:v>
                </c:pt>
                <c:pt idx="350">
                  <c:v>42514</c:v>
                </c:pt>
                <c:pt idx="351">
                  <c:v>42515</c:v>
                </c:pt>
                <c:pt idx="352">
                  <c:v>42516</c:v>
                </c:pt>
                <c:pt idx="353">
                  <c:v>42517</c:v>
                </c:pt>
                <c:pt idx="354">
                  <c:v>42521</c:v>
                </c:pt>
                <c:pt idx="355">
                  <c:v>42522</c:v>
                </c:pt>
                <c:pt idx="356">
                  <c:v>42523</c:v>
                </c:pt>
                <c:pt idx="357">
                  <c:v>42524</c:v>
                </c:pt>
                <c:pt idx="358">
                  <c:v>42527</c:v>
                </c:pt>
                <c:pt idx="359">
                  <c:v>42528</c:v>
                </c:pt>
                <c:pt idx="360">
                  <c:v>42529</c:v>
                </c:pt>
                <c:pt idx="361">
                  <c:v>42530</c:v>
                </c:pt>
                <c:pt idx="362">
                  <c:v>42531</c:v>
                </c:pt>
                <c:pt idx="363">
                  <c:v>42534</c:v>
                </c:pt>
                <c:pt idx="364">
                  <c:v>42535</c:v>
                </c:pt>
                <c:pt idx="365">
                  <c:v>42536</c:v>
                </c:pt>
                <c:pt idx="366">
                  <c:v>42537</c:v>
                </c:pt>
                <c:pt idx="367">
                  <c:v>42538</c:v>
                </c:pt>
                <c:pt idx="368">
                  <c:v>42541</c:v>
                </c:pt>
                <c:pt idx="369">
                  <c:v>42542</c:v>
                </c:pt>
                <c:pt idx="370">
                  <c:v>42543</c:v>
                </c:pt>
                <c:pt idx="371">
                  <c:v>42544</c:v>
                </c:pt>
                <c:pt idx="372">
                  <c:v>42545</c:v>
                </c:pt>
                <c:pt idx="373">
                  <c:v>42548</c:v>
                </c:pt>
                <c:pt idx="374">
                  <c:v>42549</c:v>
                </c:pt>
                <c:pt idx="375">
                  <c:v>42550</c:v>
                </c:pt>
                <c:pt idx="376">
                  <c:v>42551</c:v>
                </c:pt>
                <c:pt idx="377">
                  <c:v>42552</c:v>
                </c:pt>
                <c:pt idx="378">
                  <c:v>42556</c:v>
                </c:pt>
                <c:pt idx="379">
                  <c:v>42557</c:v>
                </c:pt>
                <c:pt idx="380">
                  <c:v>42558</c:v>
                </c:pt>
                <c:pt idx="381">
                  <c:v>42559</c:v>
                </c:pt>
                <c:pt idx="382">
                  <c:v>42562</c:v>
                </c:pt>
                <c:pt idx="383">
                  <c:v>42563</c:v>
                </c:pt>
                <c:pt idx="384">
                  <c:v>42564</c:v>
                </c:pt>
                <c:pt idx="385">
                  <c:v>42565</c:v>
                </c:pt>
                <c:pt idx="386">
                  <c:v>42566</c:v>
                </c:pt>
                <c:pt idx="387">
                  <c:v>42569</c:v>
                </c:pt>
                <c:pt idx="388">
                  <c:v>42570</c:v>
                </c:pt>
                <c:pt idx="389">
                  <c:v>42571</c:v>
                </c:pt>
                <c:pt idx="390">
                  <c:v>42572</c:v>
                </c:pt>
                <c:pt idx="391">
                  <c:v>42573</c:v>
                </c:pt>
                <c:pt idx="392">
                  <c:v>42576</c:v>
                </c:pt>
                <c:pt idx="393">
                  <c:v>42577</c:v>
                </c:pt>
                <c:pt idx="394">
                  <c:v>42578</c:v>
                </c:pt>
                <c:pt idx="395">
                  <c:v>42579</c:v>
                </c:pt>
                <c:pt idx="396">
                  <c:v>42580</c:v>
                </c:pt>
                <c:pt idx="397">
                  <c:v>42583</c:v>
                </c:pt>
                <c:pt idx="398">
                  <c:v>42584</c:v>
                </c:pt>
                <c:pt idx="399">
                  <c:v>42585</c:v>
                </c:pt>
                <c:pt idx="400">
                  <c:v>42586</c:v>
                </c:pt>
                <c:pt idx="401">
                  <c:v>42587</c:v>
                </c:pt>
                <c:pt idx="402">
                  <c:v>42590</c:v>
                </c:pt>
                <c:pt idx="403">
                  <c:v>42591</c:v>
                </c:pt>
                <c:pt idx="404">
                  <c:v>42592</c:v>
                </c:pt>
                <c:pt idx="405">
                  <c:v>42593</c:v>
                </c:pt>
                <c:pt idx="406">
                  <c:v>42594</c:v>
                </c:pt>
                <c:pt idx="407">
                  <c:v>42597</c:v>
                </c:pt>
                <c:pt idx="408">
                  <c:v>42598</c:v>
                </c:pt>
                <c:pt idx="409">
                  <c:v>42599</c:v>
                </c:pt>
                <c:pt idx="410">
                  <c:v>42600</c:v>
                </c:pt>
                <c:pt idx="411">
                  <c:v>42601</c:v>
                </c:pt>
                <c:pt idx="412">
                  <c:v>42604</c:v>
                </c:pt>
                <c:pt idx="413">
                  <c:v>42605</c:v>
                </c:pt>
                <c:pt idx="414">
                  <c:v>42606</c:v>
                </c:pt>
                <c:pt idx="415">
                  <c:v>42607</c:v>
                </c:pt>
                <c:pt idx="416">
                  <c:v>42608</c:v>
                </c:pt>
                <c:pt idx="417">
                  <c:v>42611</c:v>
                </c:pt>
                <c:pt idx="418">
                  <c:v>42612</c:v>
                </c:pt>
                <c:pt idx="419">
                  <c:v>42613</c:v>
                </c:pt>
                <c:pt idx="420">
                  <c:v>42614</c:v>
                </c:pt>
                <c:pt idx="421">
                  <c:v>42615</c:v>
                </c:pt>
                <c:pt idx="422">
                  <c:v>42619</c:v>
                </c:pt>
                <c:pt idx="423">
                  <c:v>42620</c:v>
                </c:pt>
                <c:pt idx="424">
                  <c:v>42621</c:v>
                </c:pt>
                <c:pt idx="425">
                  <c:v>42622</c:v>
                </c:pt>
                <c:pt idx="426">
                  <c:v>42625</c:v>
                </c:pt>
                <c:pt idx="427">
                  <c:v>42626</c:v>
                </c:pt>
                <c:pt idx="428">
                  <c:v>42627</c:v>
                </c:pt>
                <c:pt idx="429">
                  <c:v>42628</c:v>
                </c:pt>
                <c:pt idx="430">
                  <c:v>42629</c:v>
                </c:pt>
                <c:pt idx="431">
                  <c:v>42632</c:v>
                </c:pt>
                <c:pt idx="432">
                  <c:v>42633</c:v>
                </c:pt>
                <c:pt idx="433">
                  <c:v>42634</c:v>
                </c:pt>
                <c:pt idx="434">
                  <c:v>42635</c:v>
                </c:pt>
                <c:pt idx="435">
                  <c:v>42636</c:v>
                </c:pt>
                <c:pt idx="436">
                  <c:v>42639</c:v>
                </c:pt>
                <c:pt idx="437">
                  <c:v>42640</c:v>
                </c:pt>
                <c:pt idx="438">
                  <c:v>42641</c:v>
                </c:pt>
                <c:pt idx="439">
                  <c:v>42642</c:v>
                </c:pt>
                <c:pt idx="440">
                  <c:v>42643</c:v>
                </c:pt>
                <c:pt idx="441">
                  <c:v>42646</c:v>
                </c:pt>
                <c:pt idx="442">
                  <c:v>42647</c:v>
                </c:pt>
                <c:pt idx="443">
                  <c:v>42648</c:v>
                </c:pt>
                <c:pt idx="444">
                  <c:v>42649</c:v>
                </c:pt>
                <c:pt idx="445">
                  <c:v>42650</c:v>
                </c:pt>
                <c:pt idx="446">
                  <c:v>42653</c:v>
                </c:pt>
                <c:pt idx="447">
                  <c:v>42654</c:v>
                </c:pt>
                <c:pt idx="448">
                  <c:v>42655</c:v>
                </c:pt>
                <c:pt idx="449">
                  <c:v>42656</c:v>
                </c:pt>
                <c:pt idx="450">
                  <c:v>42657</c:v>
                </c:pt>
                <c:pt idx="451">
                  <c:v>42660</c:v>
                </c:pt>
                <c:pt idx="452">
                  <c:v>42661</c:v>
                </c:pt>
                <c:pt idx="453">
                  <c:v>42662</c:v>
                </c:pt>
                <c:pt idx="454">
                  <c:v>42663</c:v>
                </c:pt>
                <c:pt idx="455">
                  <c:v>42664</c:v>
                </c:pt>
                <c:pt idx="456">
                  <c:v>42667</c:v>
                </c:pt>
                <c:pt idx="457">
                  <c:v>42668</c:v>
                </c:pt>
                <c:pt idx="458">
                  <c:v>42669</c:v>
                </c:pt>
                <c:pt idx="459">
                  <c:v>42670</c:v>
                </c:pt>
                <c:pt idx="460">
                  <c:v>42671</c:v>
                </c:pt>
                <c:pt idx="461">
                  <c:v>42674</c:v>
                </c:pt>
                <c:pt idx="462">
                  <c:v>42675</c:v>
                </c:pt>
                <c:pt idx="463">
                  <c:v>42676</c:v>
                </c:pt>
                <c:pt idx="464">
                  <c:v>42677</c:v>
                </c:pt>
                <c:pt idx="465">
                  <c:v>42678</c:v>
                </c:pt>
                <c:pt idx="466">
                  <c:v>42681</c:v>
                </c:pt>
                <c:pt idx="467">
                  <c:v>42682</c:v>
                </c:pt>
                <c:pt idx="468">
                  <c:v>42683</c:v>
                </c:pt>
                <c:pt idx="469">
                  <c:v>42684</c:v>
                </c:pt>
                <c:pt idx="470">
                  <c:v>42685</c:v>
                </c:pt>
                <c:pt idx="471">
                  <c:v>42688</c:v>
                </c:pt>
                <c:pt idx="472">
                  <c:v>42689</c:v>
                </c:pt>
                <c:pt idx="473">
                  <c:v>42690</c:v>
                </c:pt>
                <c:pt idx="474">
                  <c:v>42691</c:v>
                </c:pt>
                <c:pt idx="475">
                  <c:v>42692</c:v>
                </c:pt>
                <c:pt idx="476">
                  <c:v>42695</c:v>
                </c:pt>
                <c:pt idx="477">
                  <c:v>42696</c:v>
                </c:pt>
                <c:pt idx="478">
                  <c:v>42697</c:v>
                </c:pt>
                <c:pt idx="479">
                  <c:v>42699</c:v>
                </c:pt>
                <c:pt idx="480">
                  <c:v>42702</c:v>
                </c:pt>
                <c:pt idx="481">
                  <c:v>42703</c:v>
                </c:pt>
                <c:pt idx="482">
                  <c:v>42704</c:v>
                </c:pt>
                <c:pt idx="483">
                  <c:v>42705</c:v>
                </c:pt>
                <c:pt idx="484">
                  <c:v>42706</c:v>
                </c:pt>
                <c:pt idx="485">
                  <c:v>42709</c:v>
                </c:pt>
                <c:pt idx="486">
                  <c:v>42710</c:v>
                </c:pt>
                <c:pt idx="487">
                  <c:v>42711</c:v>
                </c:pt>
                <c:pt idx="488">
                  <c:v>42712</c:v>
                </c:pt>
                <c:pt idx="489">
                  <c:v>42713</c:v>
                </c:pt>
                <c:pt idx="490">
                  <c:v>42716</c:v>
                </c:pt>
                <c:pt idx="491">
                  <c:v>42717</c:v>
                </c:pt>
                <c:pt idx="492">
                  <c:v>42718</c:v>
                </c:pt>
                <c:pt idx="493">
                  <c:v>42719</c:v>
                </c:pt>
                <c:pt idx="494">
                  <c:v>42720</c:v>
                </c:pt>
                <c:pt idx="495">
                  <c:v>42723</c:v>
                </c:pt>
                <c:pt idx="496">
                  <c:v>42724</c:v>
                </c:pt>
                <c:pt idx="497">
                  <c:v>42725</c:v>
                </c:pt>
                <c:pt idx="498">
                  <c:v>42726</c:v>
                </c:pt>
                <c:pt idx="499">
                  <c:v>42727</c:v>
                </c:pt>
                <c:pt idx="500">
                  <c:v>42731</c:v>
                </c:pt>
                <c:pt idx="501">
                  <c:v>42732</c:v>
                </c:pt>
                <c:pt idx="502">
                  <c:v>42733</c:v>
                </c:pt>
                <c:pt idx="503">
                  <c:v>42734</c:v>
                </c:pt>
                <c:pt idx="504">
                  <c:v>42738</c:v>
                </c:pt>
                <c:pt idx="505">
                  <c:v>42739</c:v>
                </c:pt>
                <c:pt idx="506">
                  <c:v>42740</c:v>
                </c:pt>
                <c:pt idx="507">
                  <c:v>42741</c:v>
                </c:pt>
                <c:pt idx="508">
                  <c:v>42744</c:v>
                </c:pt>
                <c:pt idx="509">
                  <c:v>42745</c:v>
                </c:pt>
                <c:pt idx="510">
                  <c:v>42746</c:v>
                </c:pt>
                <c:pt idx="511">
                  <c:v>42747</c:v>
                </c:pt>
                <c:pt idx="512">
                  <c:v>42748</c:v>
                </c:pt>
                <c:pt idx="513">
                  <c:v>42752</c:v>
                </c:pt>
                <c:pt idx="514">
                  <c:v>42753</c:v>
                </c:pt>
                <c:pt idx="515">
                  <c:v>42754</c:v>
                </c:pt>
                <c:pt idx="516">
                  <c:v>42755</c:v>
                </c:pt>
                <c:pt idx="517">
                  <c:v>42758</c:v>
                </c:pt>
                <c:pt idx="518">
                  <c:v>42759</c:v>
                </c:pt>
                <c:pt idx="519">
                  <c:v>42760</c:v>
                </c:pt>
                <c:pt idx="520">
                  <c:v>42761</c:v>
                </c:pt>
                <c:pt idx="521">
                  <c:v>42762</c:v>
                </c:pt>
                <c:pt idx="522">
                  <c:v>42765</c:v>
                </c:pt>
                <c:pt idx="523">
                  <c:v>42766</c:v>
                </c:pt>
                <c:pt idx="524">
                  <c:v>42767</c:v>
                </c:pt>
                <c:pt idx="525">
                  <c:v>42768</c:v>
                </c:pt>
                <c:pt idx="526">
                  <c:v>42769</c:v>
                </c:pt>
                <c:pt idx="527">
                  <c:v>42772</c:v>
                </c:pt>
                <c:pt idx="528">
                  <c:v>42773</c:v>
                </c:pt>
                <c:pt idx="529">
                  <c:v>42774</c:v>
                </c:pt>
                <c:pt idx="530">
                  <c:v>42775</c:v>
                </c:pt>
                <c:pt idx="531">
                  <c:v>42776</c:v>
                </c:pt>
                <c:pt idx="532">
                  <c:v>42779</c:v>
                </c:pt>
                <c:pt idx="533">
                  <c:v>42780</c:v>
                </c:pt>
                <c:pt idx="534">
                  <c:v>42781</c:v>
                </c:pt>
                <c:pt idx="535">
                  <c:v>42782</c:v>
                </c:pt>
                <c:pt idx="536">
                  <c:v>42783</c:v>
                </c:pt>
                <c:pt idx="537">
                  <c:v>42787</c:v>
                </c:pt>
                <c:pt idx="538">
                  <c:v>42788</c:v>
                </c:pt>
                <c:pt idx="539">
                  <c:v>42789</c:v>
                </c:pt>
                <c:pt idx="540">
                  <c:v>42790</c:v>
                </c:pt>
                <c:pt idx="541">
                  <c:v>42793</c:v>
                </c:pt>
                <c:pt idx="542">
                  <c:v>42794</c:v>
                </c:pt>
                <c:pt idx="543">
                  <c:v>42795</c:v>
                </c:pt>
                <c:pt idx="544">
                  <c:v>42796</c:v>
                </c:pt>
                <c:pt idx="545">
                  <c:v>42797</c:v>
                </c:pt>
                <c:pt idx="546">
                  <c:v>42800</c:v>
                </c:pt>
                <c:pt idx="547">
                  <c:v>42801</c:v>
                </c:pt>
                <c:pt idx="548">
                  <c:v>42802</c:v>
                </c:pt>
                <c:pt idx="549">
                  <c:v>42803</c:v>
                </c:pt>
                <c:pt idx="550">
                  <c:v>42804</c:v>
                </c:pt>
                <c:pt idx="551">
                  <c:v>42807</c:v>
                </c:pt>
                <c:pt idx="552">
                  <c:v>42808</c:v>
                </c:pt>
                <c:pt idx="553">
                  <c:v>42809</c:v>
                </c:pt>
                <c:pt idx="554">
                  <c:v>42810</c:v>
                </c:pt>
                <c:pt idx="555">
                  <c:v>42811</c:v>
                </c:pt>
                <c:pt idx="556">
                  <c:v>42814</c:v>
                </c:pt>
                <c:pt idx="557">
                  <c:v>42815</c:v>
                </c:pt>
                <c:pt idx="558">
                  <c:v>42816</c:v>
                </c:pt>
                <c:pt idx="559">
                  <c:v>42817</c:v>
                </c:pt>
                <c:pt idx="560">
                  <c:v>42818</c:v>
                </c:pt>
                <c:pt idx="561">
                  <c:v>42821</c:v>
                </c:pt>
                <c:pt idx="562">
                  <c:v>42822</c:v>
                </c:pt>
                <c:pt idx="563">
                  <c:v>42823</c:v>
                </c:pt>
                <c:pt idx="564">
                  <c:v>42824</c:v>
                </c:pt>
                <c:pt idx="565">
                  <c:v>42825</c:v>
                </c:pt>
                <c:pt idx="566">
                  <c:v>42828</c:v>
                </c:pt>
                <c:pt idx="567">
                  <c:v>42829</c:v>
                </c:pt>
                <c:pt idx="568">
                  <c:v>42830</c:v>
                </c:pt>
                <c:pt idx="569">
                  <c:v>42831</c:v>
                </c:pt>
                <c:pt idx="570">
                  <c:v>42832</c:v>
                </c:pt>
                <c:pt idx="571">
                  <c:v>42835</c:v>
                </c:pt>
                <c:pt idx="572">
                  <c:v>42836</c:v>
                </c:pt>
                <c:pt idx="573">
                  <c:v>42837</c:v>
                </c:pt>
                <c:pt idx="574">
                  <c:v>42838</c:v>
                </c:pt>
                <c:pt idx="575">
                  <c:v>42842</c:v>
                </c:pt>
                <c:pt idx="576">
                  <c:v>42843</c:v>
                </c:pt>
                <c:pt idx="577">
                  <c:v>42844</c:v>
                </c:pt>
                <c:pt idx="578">
                  <c:v>42845</c:v>
                </c:pt>
                <c:pt idx="579">
                  <c:v>42846</c:v>
                </c:pt>
                <c:pt idx="580">
                  <c:v>42849</c:v>
                </c:pt>
                <c:pt idx="581">
                  <c:v>42850</c:v>
                </c:pt>
                <c:pt idx="582">
                  <c:v>42851</c:v>
                </c:pt>
                <c:pt idx="583">
                  <c:v>42852</c:v>
                </c:pt>
                <c:pt idx="584">
                  <c:v>42853</c:v>
                </c:pt>
                <c:pt idx="585">
                  <c:v>42856</c:v>
                </c:pt>
                <c:pt idx="586">
                  <c:v>42857</c:v>
                </c:pt>
                <c:pt idx="587">
                  <c:v>42858</c:v>
                </c:pt>
                <c:pt idx="588">
                  <c:v>42859</c:v>
                </c:pt>
                <c:pt idx="589">
                  <c:v>42860</c:v>
                </c:pt>
                <c:pt idx="590">
                  <c:v>42863</c:v>
                </c:pt>
                <c:pt idx="591">
                  <c:v>42864</c:v>
                </c:pt>
                <c:pt idx="592">
                  <c:v>42865</c:v>
                </c:pt>
                <c:pt idx="593">
                  <c:v>42866</c:v>
                </c:pt>
                <c:pt idx="594">
                  <c:v>42867</c:v>
                </c:pt>
                <c:pt idx="595">
                  <c:v>42870</c:v>
                </c:pt>
                <c:pt idx="596">
                  <c:v>42871</c:v>
                </c:pt>
                <c:pt idx="597">
                  <c:v>42872</c:v>
                </c:pt>
                <c:pt idx="598">
                  <c:v>42873</c:v>
                </c:pt>
                <c:pt idx="599">
                  <c:v>42874</c:v>
                </c:pt>
                <c:pt idx="600">
                  <c:v>42877</c:v>
                </c:pt>
                <c:pt idx="601">
                  <c:v>42878</c:v>
                </c:pt>
                <c:pt idx="602">
                  <c:v>42879</c:v>
                </c:pt>
                <c:pt idx="603">
                  <c:v>42880</c:v>
                </c:pt>
                <c:pt idx="604">
                  <c:v>42881</c:v>
                </c:pt>
                <c:pt idx="605">
                  <c:v>42885</c:v>
                </c:pt>
                <c:pt idx="606">
                  <c:v>42886</c:v>
                </c:pt>
                <c:pt idx="607">
                  <c:v>42887</c:v>
                </c:pt>
                <c:pt idx="608">
                  <c:v>42888</c:v>
                </c:pt>
                <c:pt idx="609">
                  <c:v>42891</c:v>
                </c:pt>
                <c:pt idx="610">
                  <c:v>42892</c:v>
                </c:pt>
                <c:pt idx="611">
                  <c:v>42893</c:v>
                </c:pt>
                <c:pt idx="612">
                  <c:v>42894</c:v>
                </c:pt>
                <c:pt idx="613">
                  <c:v>42895</c:v>
                </c:pt>
                <c:pt idx="614">
                  <c:v>42898</c:v>
                </c:pt>
                <c:pt idx="615">
                  <c:v>42899</c:v>
                </c:pt>
                <c:pt idx="616">
                  <c:v>42900</c:v>
                </c:pt>
                <c:pt idx="617">
                  <c:v>42901</c:v>
                </c:pt>
                <c:pt idx="618">
                  <c:v>42902</c:v>
                </c:pt>
                <c:pt idx="619">
                  <c:v>42905</c:v>
                </c:pt>
                <c:pt idx="620">
                  <c:v>42906</c:v>
                </c:pt>
                <c:pt idx="621">
                  <c:v>42907</c:v>
                </c:pt>
                <c:pt idx="622">
                  <c:v>42908</c:v>
                </c:pt>
                <c:pt idx="623">
                  <c:v>42909</c:v>
                </c:pt>
                <c:pt idx="624">
                  <c:v>42912</c:v>
                </c:pt>
                <c:pt idx="625">
                  <c:v>42913</c:v>
                </c:pt>
                <c:pt idx="626">
                  <c:v>42914</c:v>
                </c:pt>
                <c:pt idx="627">
                  <c:v>42915</c:v>
                </c:pt>
                <c:pt idx="628">
                  <c:v>42916</c:v>
                </c:pt>
                <c:pt idx="629">
                  <c:v>42919</c:v>
                </c:pt>
                <c:pt idx="630">
                  <c:v>42921</c:v>
                </c:pt>
                <c:pt idx="631">
                  <c:v>42922</c:v>
                </c:pt>
                <c:pt idx="632">
                  <c:v>42923</c:v>
                </c:pt>
                <c:pt idx="633">
                  <c:v>42926</c:v>
                </c:pt>
                <c:pt idx="634">
                  <c:v>42927</c:v>
                </c:pt>
                <c:pt idx="635">
                  <c:v>42928</c:v>
                </c:pt>
                <c:pt idx="636">
                  <c:v>42929</c:v>
                </c:pt>
                <c:pt idx="637">
                  <c:v>42930</c:v>
                </c:pt>
                <c:pt idx="638">
                  <c:v>42933</c:v>
                </c:pt>
                <c:pt idx="639">
                  <c:v>42934</c:v>
                </c:pt>
                <c:pt idx="640">
                  <c:v>42935</c:v>
                </c:pt>
                <c:pt idx="641">
                  <c:v>42936</c:v>
                </c:pt>
                <c:pt idx="642">
                  <c:v>42937</c:v>
                </c:pt>
                <c:pt idx="643">
                  <c:v>42940</c:v>
                </c:pt>
                <c:pt idx="644">
                  <c:v>42941</c:v>
                </c:pt>
                <c:pt idx="645">
                  <c:v>42942</c:v>
                </c:pt>
                <c:pt idx="646">
                  <c:v>42943</c:v>
                </c:pt>
                <c:pt idx="647">
                  <c:v>42944</c:v>
                </c:pt>
                <c:pt idx="648">
                  <c:v>42947</c:v>
                </c:pt>
                <c:pt idx="649">
                  <c:v>42948</c:v>
                </c:pt>
                <c:pt idx="650">
                  <c:v>42949</c:v>
                </c:pt>
                <c:pt idx="651">
                  <c:v>42950</c:v>
                </c:pt>
                <c:pt idx="652">
                  <c:v>42951</c:v>
                </c:pt>
                <c:pt idx="653">
                  <c:v>42954</c:v>
                </c:pt>
                <c:pt idx="654">
                  <c:v>42955</c:v>
                </c:pt>
                <c:pt idx="655">
                  <c:v>42956</c:v>
                </c:pt>
                <c:pt idx="656">
                  <c:v>42957</c:v>
                </c:pt>
                <c:pt idx="657">
                  <c:v>42958</c:v>
                </c:pt>
                <c:pt idx="658">
                  <c:v>42961</c:v>
                </c:pt>
                <c:pt idx="659">
                  <c:v>42962</c:v>
                </c:pt>
                <c:pt idx="660">
                  <c:v>42963</c:v>
                </c:pt>
                <c:pt idx="661">
                  <c:v>42964</c:v>
                </c:pt>
                <c:pt idx="662">
                  <c:v>42965</c:v>
                </c:pt>
                <c:pt idx="663">
                  <c:v>42968</c:v>
                </c:pt>
                <c:pt idx="664">
                  <c:v>42969</c:v>
                </c:pt>
                <c:pt idx="665">
                  <c:v>42970</c:v>
                </c:pt>
                <c:pt idx="666">
                  <c:v>42971</c:v>
                </c:pt>
                <c:pt idx="667">
                  <c:v>42972</c:v>
                </c:pt>
                <c:pt idx="668">
                  <c:v>42975</c:v>
                </c:pt>
                <c:pt idx="669">
                  <c:v>42976</c:v>
                </c:pt>
                <c:pt idx="670">
                  <c:v>42977</c:v>
                </c:pt>
                <c:pt idx="671">
                  <c:v>42978</c:v>
                </c:pt>
                <c:pt idx="672">
                  <c:v>42979</c:v>
                </c:pt>
                <c:pt idx="673">
                  <c:v>42983</c:v>
                </c:pt>
                <c:pt idx="674">
                  <c:v>42984</c:v>
                </c:pt>
                <c:pt idx="675">
                  <c:v>42985</c:v>
                </c:pt>
                <c:pt idx="676">
                  <c:v>42986</c:v>
                </c:pt>
                <c:pt idx="677">
                  <c:v>42989</c:v>
                </c:pt>
                <c:pt idx="678">
                  <c:v>42990</c:v>
                </c:pt>
                <c:pt idx="679">
                  <c:v>42991</c:v>
                </c:pt>
                <c:pt idx="680">
                  <c:v>42992</c:v>
                </c:pt>
                <c:pt idx="681">
                  <c:v>42993</c:v>
                </c:pt>
                <c:pt idx="682">
                  <c:v>42996</c:v>
                </c:pt>
                <c:pt idx="683">
                  <c:v>42997</c:v>
                </c:pt>
                <c:pt idx="684">
                  <c:v>42998</c:v>
                </c:pt>
                <c:pt idx="685">
                  <c:v>42999</c:v>
                </c:pt>
                <c:pt idx="686">
                  <c:v>43000</c:v>
                </c:pt>
                <c:pt idx="687">
                  <c:v>43003</c:v>
                </c:pt>
                <c:pt idx="688">
                  <c:v>43004</c:v>
                </c:pt>
                <c:pt idx="689">
                  <c:v>43005</c:v>
                </c:pt>
                <c:pt idx="690">
                  <c:v>43006</c:v>
                </c:pt>
                <c:pt idx="691">
                  <c:v>43007</c:v>
                </c:pt>
                <c:pt idx="692">
                  <c:v>43010</c:v>
                </c:pt>
                <c:pt idx="693">
                  <c:v>43011</c:v>
                </c:pt>
                <c:pt idx="694">
                  <c:v>43012</c:v>
                </c:pt>
                <c:pt idx="695">
                  <c:v>43013</c:v>
                </c:pt>
                <c:pt idx="696">
                  <c:v>43014</c:v>
                </c:pt>
                <c:pt idx="697">
                  <c:v>43017</c:v>
                </c:pt>
                <c:pt idx="698">
                  <c:v>43018</c:v>
                </c:pt>
                <c:pt idx="699">
                  <c:v>43019</c:v>
                </c:pt>
                <c:pt idx="700">
                  <c:v>43020</c:v>
                </c:pt>
                <c:pt idx="701">
                  <c:v>43021</c:v>
                </c:pt>
                <c:pt idx="702">
                  <c:v>43024</c:v>
                </c:pt>
                <c:pt idx="703">
                  <c:v>43025</c:v>
                </c:pt>
                <c:pt idx="704">
                  <c:v>43026</c:v>
                </c:pt>
                <c:pt idx="705">
                  <c:v>43027</c:v>
                </c:pt>
                <c:pt idx="706">
                  <c:v>43028</c:v>
                </c:pt>
                <c:pt idx="707">
                  <c:v>43031</c:v>
                </c:pt>
                <c:pt idx="708">
                  <c:v>43032</c:v>
                </c:pt>
                <c:pt idx="709">
                  <c:v>43033</c:v>
                </c:pt>
                <c:pt idx="710">
                  <c:v>43034</c:v>
                </c:pt>
                <c:pt idx="711">
                  <c:v>43035</c:v>
                </c:pt>
                <c:pt idx="712">
                  <c:v>43038</c:v>
                </c:pt>
                <c:pt idx="713">
                  <c:v>43039</c:v>
                </c:pt>
                <c:pt idx="714">
                  <c:v>43040</c:v>
                </c:pt>
                <c:pt idx="715">
                  <c:v>43041</c:v>
                </c:pt>
                <c:pt idx="716">
                  <c:v>43042</c:v>
                </c:pt>
                <c:pt idx="717">
                  <c:v>43045</c:v>
                </c:pt>
                <c:pt idx="718">
                  <c:v>43046</c:v>
                </c:pt>
                <c:pt idx="719">
                  <c:v>43047</c:v>
                </c:pt>
                <c:pt idx="720">
                  <c:v>43048</c:v>
                </c:pt>
                <c:pt idx="721">
                  <c:v>43049</c:v>
                </c:pt>
                <c:pt idx="722">
                  <c:v>43052</c:v>
                </c:pt>
                <c:pt idx="723">
                  <c:v>43053</c:v>
                </c:pt>
                <c:pt idx="724">
                  <c:v>43054</c:v>
                </c:pt>
                <c:pt idx="725">
                  <c:v>43055</c:v>
                </c:pt>
                <c:pt idx="726">
                  <c:v>43056</c:v>
                </c:pt>
                <c:pt idx="727">
                  <c:v>43059</c:v>
                </c:pt>
                <c:pt idx="728">
                  <c:v>43060</c:v>
                </c:pt>
                <c:pt idx="729">
                  <c:v>43061</c:v>
                </c:pt>
                <c:pt idx="730">
                  <c:v>43063</c:v>
                </c:pt>
                <c:pt idx="731">
                  <c:v>43066</c:v>
                </c:pt>
                <c:pt idx="732">
                  <c:v>43067</c:v>
                </c:pt>
                <c:pt idx="733">
                  <c:v>43068</c:v>
                </c:pt>
                <c:pt idx="734">
                  <c:v>43069</c:v>
                </c:pt>
                <c:pt idx="735">
                  <c:v>43070</c:v>
                </c:pt>
                <c:pt idx="736">
                  <c:v>43073</c:v>
                </c:pt>
                <c:pt idx="737">
                  <c:v>43074</c:v>
                </c:pt>
                <c:pt idx="738">
                  <c:v>43075</c:v>
                </c:pt>
                <c:pt idx="739">
                  <c:v>43076</c:v>
                </c:pt>
                <c:pt idx="740">
                  <c:v>43077</c:v>
                </c:pt>
                <c:pt idx="741">
                  <c:v>43080</c:v>
                </c:pt>
                <c:pt idx="742">
                  <c:v>43081</c:v>
                </c:pt>
                <c:pt idx="743">
                  <c:v>43082</c:v>
                </c:pt>
                <c:pt idx="744">
                  <c:v>43083</c:v>
                </c:pt>
                <c:pt idx="745">
                  <c:v>43084</c:v>
                </c:pt>
                <c:pt idx="746">
                  <c:v>43087</c:v>
                </c:pt>
                <c:pt idx="747">
                  <c:v>43088</c:v>
                </c:pt>
                <c:pt idx="748">
                  <c:v>43089</c:v>
                </c:pt>
                <c:pt idx="749">
                  <c:v>43090</c:v>
                </c:pt>
                <c:pt idx="750">
                  <c:v>43091</c:v>
                </c:pt>
                <c:pt idx="751">
                  <c:v>43095</c:v>
                </c:pt>
                <c:pt idx="752">
                  <c:v>43096</c:v>
                </c:pt>
                <c:pt idx="753">
                  <c:v>43097</c:v>
                </c:pt>
                <c:pt idx="754">
                  <c:v>43098</c:v>
                </c:pt>
                <c:pt idx="755">
                  <c:v>43102</c:v>
                </c:pt>
                <c:pt idx="756">
                  <c:v>43103</c:v>
                </c:pt>
                <c:pt idx="757">
                  <c:v>43104</c:v>
                </c:pt>
                <c:pt idx="758">
                  <c:v>43105</c:v>
                </c:pt>
                <c:pt idx="759">
                  <c:v>43108</c:v>
                </c:pt>
                <c:pt idx="760">
                  <c:v>43109</c:v>
                </c:pt>
                <c:pt idx="761">
                  <c:v>43110</c:v>
                </c:pt>
                <c:pt idx="762">
                  <c:v>43111</c:v>
                </c:pt>
                <c:pt idx="763">
                  <c:v>43112</c:v>
                </c:pt>
                <c:pt idx="764">
                  <c:v>43116</c:v>
                </c:pt>
                <c:pt idx="765">
                  <c:v>43117</c:v>
                </c:pt>
                <c:pt idx="766">
                  <c:v>43118</c:v>
                </c:pt>
                <c:pt idx="767">
                  <c:v>43119</c:v>
                </c:pt>
                <c:pt idx="768">
                  <c:v>43122</c:v>
                </c:pt>
                <c:pt idx="769">
                  <c:v>43123</c:v>
                </c:pt>
                <c:pt idx="770">
                  <c:v>43124</c:v>
                </c:pt>
                <c:pt idx="771">
                  <c:v>43125</c:v>
                </c:pt>
                <c:pt idx="772">
                  <c:v>43126</c:v>
                </c:pt>
                <c:pt idx="773">
                  <c:v>43129</c:v>
                </c:pt>
                <c:pt idx="774">
                  <c:v>43130</c:v>
                </c:pt>
                <c:pt idx="775">
                  <c:v>43131</c:v>
                </c:pt>
                <c:pt idx="776">
                  <c:v>43132</c:v>
                </c:pt>
                <c:pt idx="777">
                  <c:v>43133</c:v>
                </c:pt>
                <c:pt idx="778">
                  <c:v>43136</c:v>
                </c:pt>
                <c:pt idx="779">
                  <c:v>43137</c:v>
                </c:pt>
                <c:pt idx="780">
                  <c:v>43138</c:v>
                </c:pt>
                <c:pt idx="781">
                  <c:v>43139</c:v>
                </c:pt>
                <c:pt idx="782">
                  <c:v>43140</c:v>
                </c:pt>
                <c:pt idx="783">
                  <c:v>43143</c:v>
                </c:pt>
                <c:pt idx="784">
                  <c:v>43144</c:v>
                </c:pt>
                <c:pt idx="785">
                  <c:v>43145</c:v>
                </c:pt>
                <c:pt idx="786">
                  <c:v>43146</c:v>
                </c:pt>
                <c:pt idx="787">
                  <c:v>43147</c:v>
                </c:pt>
                <c:pt idx="788">
                  <c:v>43151</c:v>
                </c:pt>
                <c:pt idx="789">
                  <c:v>43152</c:v>
                </c:pt>
                <c:pt idx="790">
                  <c:v>43153</c:v>
                </c:pt>
                <c:pt idx="791">
                  <c:v>43154</c:v>
                </c:pt>
                <c:pt idx="792">
                  <c:v>43157</c:v>
                </c:pt>
                <c:pt idx="793">
                  <c:v>43158</c:v>
                </c:pt>
                <c:pt idx="794">
                  <c:v>43159</c:v>
                </c:pt>
                <c:pt idx="795">
                  <c:v>43160</c:v>
                </c:pt>
                <c:pt idx="796">
                  <c:v>43161</c:v>
                </c:pt>
                <c:pt idx="797">
                  <c:v>43164</c:v>
                </c:pt>
                <c:pt idx="798">
                  <c:v>43165</c:v>
                </c:pt>
                <c:pt idx="799">
                  <c:v>43166</c:v>
                </c:pt>
                <c:pt idx="800">
                  <c:v>43167</c:v>
                </c:pt>
                <c:pt idx="801">
                  <c:v>43168</c:v>
                </c:pt>
                <c:pt idx="802">
                  <c:v>43171</c:v>
                </c:pt>
                <c:pt idx="803">
                  <c:v>43172</c:v>
                </c:pt>
                <c:pt idx="804">
                  <c:v>43173</c:v>
                </c:pt>
                <c:pt idx="805">
                  <c:v>43174</c:v>
                </c:pt>
                <c:pt idx="806">
                  <c:v>43175</c:v>
                </c:pt>
                <c:pt idx="807">
                  <c:v>43178</c:v>
                </c:pt>
                <c:pt idx="808">
                  <c:v>43179</c:v>
                </c:pt>
                <c:pt idx="809">
                  <c:v>43180</c:v>
                </c:pt>
                <c:pt idx="810">
                  <c:v>43181</c:v>
                </c:pt>
                <c:pt idx="811">
                  <c:v>43182</c:v>
                </c:pt>
                <c:pt idx="812">
                  <c:v>43185</c:v>
                </c:pt>
                <c:pt idx="813">
                  <c:v>43186</c:v>
                </c:pt>
                <c:pt idx="814">
                  <c:v>43187</c:v>
                </c:pt>
                <c:pt idx="815">
                  <c:v>43188</c:v>
                </c:pt>
                <c:pt idx="816">
                  <c:v>43192</c:v>
                </c:pt>
                <c:pt idx="817">
                  <c:v>43193</c:v>
                </c:pt>
                <c:pt idx="818">
                  <c:v>43194</c:v>
                </c:pt>
                <c:pt idx="819">
                  <c:v>43195</c:v>
                </c:pt>
                <c:pt idx="820">
                  <c:v>43196</c:v>
                </c:pt>
                <c:pt idx="821">
                  <c:v>43199</c:v>
                </c:pt>
                <c:pt idx="822">
                  <c:v>43200</c:v>
                </c:pt>
                <c:pt idx="823">
                  <c:v>43201</c:v>
                </c:pt>
                <c:pt idx="824">
                  <c:v>43202</c:v>
                </c:pt>
                <c:pt idx="825">
                  <c:v>43203</c:v>
                </c:pt>
                <c:pt idx="826">
                  <c:v>43206</c:v>
                </c:pt>
                <c:pt idx="827">
                  <c:v>43207</c:v>
                </c:pt>
                <c:pt idx="828">
                  <c:v>43208</c:v>
                </c:pt>
                <c:pt idx="829">
                  <c:v>43209</c:v>
                </c:pt>
                <c:pt idx="830">
                  <c:v>43210</c:v>
                </c:pt>
                <c:pt idx="831">
                  <c:v>43213</c:v>
                </c:pt>
                <c:pt idx="832">
                  <c:v>43214</c:v>
                </c:pt>
                <c:pt idx="833">
                  <c:v>43215</c:v>
                </c:pt>
                <c:pt idx="834">
                  <c:v>43216</c:v>
                </c:pt>
                <c:pt idx="835">
                  <c:v>43217</c:v>
                </c:pt>
                <c:pt idx="836">
                  <c:v>43220</c:v>
                </c:pt>
                <c:pt idx="837">
                  <c:v>43221</c:v>
                </c:pt>
                <c:pt idx="838">
                  <c:v>43222</c:v>
                </c:pt>
                <c:pt idx="839">
                  <c:v>43223</c:v>
                </c:pt>
                <c:pt idx="840">
                  <c:v>43224</c:v>
                </c:pt>
                <c:pt idx="841">
                  <c:v>43227</c:v>
                </c:pt>
                <c:pt idx="842">
                  <c:v>43228</c:v>
                </c:pt>
                <c:pt idx="843">
                  <c:v>43229</c:v>
                </c:pt>
                <c:pt idx="844">
                  <c:v>43230</c:v>
                </c:pt>
                <c:pt idx="845">
                  <c:v>43231</c:v>
                </c:pt>
                <c:pt idx="846">
                  <c:v>43234</c:v>
                </c:pt>
                <c:pt idx="847">
                  <c:v>43235</c:v>
                </c:pt>
                <c:pt idx="848">
                  <c:v>43236</c:v>
                </c:pt>
                <c:pt idx="849">
                  <c:v>43237</c:v>
                </c:pt>
                <c:pt idx="850">
                  <c:v>43238</c:v>
                </c:pt>
                <c:pt idx="851">
                  <c:v>43241</c:v>
                </c:pt>
                <c:pt idx="852">
                  <c:v>43242</c:v>
                </c:pt>
                <c:pt idx="853">
                  <c:v>43243</c:v>
                </c:pt>
                <c:pt idx="854">
                  <c:v>43244</c:v>
                </c:pt>
                <c:pt idx="855">
                  <c:v>43245</c:v>
                </c:pt>
                <c:pt idx="856">
                  <c:v>43249</c:v>
                </c:pt>
                <c:pt idx="857">
                  <c:v>43250</c:v>
                </c:pt>
                <c:pt idx="858">
                  <c:v>43251</c:v>
                </c:pt>
                <c:pt idx="859">
                  <c:v>43252</c:v>
                </c:pt>
                <c:pt idx="860">
                  <c:v>43255</c:v>
                </c:pt>
                <c:pt idx="861">
                  <c:v>43256</c:v>
                </c:pt>
                <c:pt idx="862">
                  <c:v>43257</c:v>
                </c:pt>
                <c:pt idx="863">
                  <c:v>43258</c:v>
                </c:pt>
                <c:pt idx="864">
                  <c:v>43259</c:v>
                </c:pt>
                <c:pt idx="865">
                  <c:v>43262</c:v>
                </c:pt>
                <c:pt idx="866">
                  <c:v>43263</c:v>
                </c:pt>
                <c:pt idx="867">
                  <c:v>43264</c:v>
                </c:pt>
                <c:pt idx="868">
                  <c:v>43265</c:v>
                </c:pt>
                <c:pt idx="869">
                  <c:v>43266</c:v>
                </c:pt>
                <c:pt idx="870">
                  <c:v>43269</c:v>
                </c:pt>
                <c:pt idx="871">
                  <c:v>43270</c:v>
                </c:pt>
                <c:pt idx="872">
                  <c:v>43271</c:v>
                </c:pt>
                <c:pt idx="873">
                  <c:v>43272</c:v>
                </c:pt>
                <c:pt idx="874">
                  <c:v>43273</c:v>
                </c:pt>
                <c:pt idx="875">
                  <c:v>43276</c:v>
                </c:pt>
                <c:pt idx="876">
                  <c:v>43277</c:v>
                </c:pt>
                <c:pt idx="877">
                  <c:v>43278</c:v>
                </c:pt>
                <c:pt idx="878">
                  <c:v>43279</c:v>
                </c:pt>
                <c:pt idx="879">
                  <c:v>43280</c:v>
                </c:pt>
                <c:pt idx="880">
                  <c:v>43283</c:v>
                </c:pt>
                <c:pt idx="881">
                  <c:v>43284</c:v>
                </c:pt>
                <c:pt idx="882">
                  <c:v>43286</c:v>
                </c:pt>
                <c:pt idx="883">
                  <c:v>43287</c:v>
                </c:pt>
                <c:pt idx="884">
                  <c:v>43290</c:v>
                </c:pt>
                <c:pt idx="885">
                  <c:v>43291</c:v>
                </c:pt>
                <c:pt idx="886">
                  <c:v>43292</c:v>
                </c:pt>
                <c:pt idx="887">
                  <c:v>43293</c:v>
                </c:pt>
                <c:pt idx="888">
                  <c:v>43294</c:v>
                </c:pt>
                <c:pt idx="889">
                  <c:v>43297</c:v>
                </c:pt>
                <c:pt idx="890">
                  <c:v>43298</c:v>
                </c:pt>
                <c:pt idx="891">
                  <c:v>43299</c:v>
                </c:pt>
                <c:pt idx="892">
                  <c:v>43300</c:v>
                </c:pt>
                <c:pt idx="893">
                  <c:v>43301</c:v>
                </c:pt>
                <c:pt idx="894">
                  <c:v>43304</c:v>
                </c:pt>
                <c:pt idx="895">
                  <c:v>43305</c:v>
                </c:pt>
                <c:pt idx="896">
                  <c:v>43306</c:v>
                </c:pt>
                <c:pt idx="897">
                  <c:v>43307</c:v>
                </c:pt>
                <c:pt idx="898">
                  <c:v>43308</c:v>
                </c:pt>
                <c:pt idx="899">
                  <c:v>43311</c:v>
                </c:pt>
                <c:pt idx="900">
                  <c:v>43312</c:v>
                </c:pt>
                <c:pt idx="901">
                  <c:v>43313</c:v>
                </c:pt>
                <c:pt idx="902">
                  <c:v>43314</c:v>
                </c:pt>
                <c:pt idx="903">
                  <c:v>43315</c:v>
                </c:pt>
                <c:pt idx="904">
                  <c:v>43318</c:v>
                </c:pt>
                <c:pt idx="905">
                  <c:v>43319</c:v>
                </c:pt>
                <c:pt idx="906">
                  <c:v>43320</c:v>
                </c:pt>
                <c:pt idx="907">
                  <c:v>43321</c:v>
                </c:pt>
                <c:pt idx="908">
                  <c:v>43322</c:v>
                </c:pt>
                <c:pt idx="909">
                  <c:v>43325</c:v>
                </c:pt>
                <c:pt idx="910">
                  <c:v>43326</c:v>
                </c:pt>
                <c:pt idx="911">
                  <c:v>43327</c:v>
                </c:pt>
                <c:pt idx="912">
                  <c:v>43328</c:v>
                </c:pt>
                <c:pt idx="913">
                  <c:v>43329</c:v>
                </c:pt>
                <c:pt idx="914">
                  <c:v>43332</c:v>
                </c:pt>
                <c:pt idx="915">
                  <c:v>43333</c:v>
                </c:pt>
                <c:pt idx="916">
                  <c:v>43334</c:v>
                </c:pt>
                <c:pt idx="917">
                  <c:v>43335</c:v>
                </c:pt>
                <c:pt idx="918">
                  <c:v>43336</c:v>
                </c:pt>
                <c:pt idx="919">
                  <c:v>43339</c:v>
                </c:pt>
                <c:pt idx="920">
                  <c:v>43340</c:v>
                </c:pt>
                <c:pt idx="921">
                  <c:v>43341</c:v>
                </c:pt>
                <c:pt idx="922">
                  <c:v>43342</c:v>
                </c:pt>
                <c:pt idx="923">
                  <c:v>43343</c:v>
                </c:pt>
                <c:pt idx="924">
                  <c:v>43347</c:v>
                </c:pt>
                <c:pt idx="925">
                  <c:v>43348</c:v>
                </c:pt>
                <c:pt idx="926">
                  <c:v>43349</c:v>
                </c:pt>
                <c:pt idx="927">
                  <c:v>43350</c:v>
                </c:pt>
                <c:pt idx="928">
                  <c:v>43353</c:v>
                </c:pt>
                <c:pt idx="929">
                  <c:v>43354</c:v>
                </c:pt>
                <c:pt idx="930">
                  <c:v>43355</c:v>
                </c:pt>
                <c:pt idx="931">
                  <c:v>43356</c:v>
                </c:pt>
                <c:pt idx="932">
                  <c:v>43357</c:v>
                </c:pt>
                <c:pt idx="933">
                  <c:v>43360</c:v>
                </c:pt>
                <c:pt idx="934">
                  <c:v>43361</c:v>
                </c:pt>
                <c:pt idx="935">
                  <c:v>43362</c:v>
                </c:pt>
                <c:pt idx="936">
                  <c:v>43363</c:v>
                </c:pt>
                <c:pt idx="937">
                  <c:v>43364</c:v>
                </c:pt>
                <c:pt idx="938">
                  <c:v>43367</c:v>
                </c:pt>
                <c:pt idx="939">
                  <c:v>43368</c:v>
                </c:pt>
                <c:pt idx="940">
                  <c:v>43369</c:v>
                </c:pt>
                <c:pt idx="941">
                  <c:v>43370</c:v>
                </c:pt>
                <c:pt idx="942">
                  <c:v>43371</c:v>
                </c:pt>
                <c:pt idx="943">
                  <c:v>43374</c:v>
                </c:pt>
                <c:pt idx="944">
                  <c:v>43375</c:v>
                </c:pt>
                <c:pt idx="945">
                  <c:v>43376</c:v>
                </c:pt>
                <c:pt idx="946">
                  <c:v>43377</c:v>
                </c:pt>
                <c:pt idx="947">
                  <c:v>43378</c:v>
                </c:pt>
                <c:pt idx="948">
                  <c:v>43381</c:v>
                </c:pt>
                <c:pt idx="949">
                  <c:v>43382</c:v>
                </c:pt>
                <c:pt idx="950">
                  <c:v>43383</c:v>
                </c:pt>
                <c:pt idx="951">
                  <c:v>43384</c:v>
                </c:pt>
                <c:pt idx="952">
                  <c:v>43385</c:v>
                </c:pt>
                <c:pt idx="953">
                  <c:v>43388</c:v>
                </c:pt>
                <c:pt idx="954">
                  <c:v>43389</c:v>
                </c:pt>
                <c:pt idx="955">
                  <c:v>43390</c:v>
                </c:pt>
                <c:pt idx="956">
                  <c:v>43391</c:v>
                </c:pt>
                <c:pt idx="957">
                  <c:v>43392</c:v>
                </c:pt>
                <c:pt idx="958">
                  <c:v>43395</c:v>
                </c:pt>
                <c:pt idx="959">
                  <c:v>43396</c:v>
                </c:pt>
                <c:pt idx="960">
                  <c:v>43397</c:v>
                </c:pt>
                <c:pt idx="961">
                  <c:v>43398</c:v>
                </c:pt>
                <c:pt idx="962">
                  <c:v>43399</c:v>
                </c:pt>
                <c:pt idx="963">
                  <c:v>43402</c:v>
                </c:pt>
                <c:pt idx="964">
                  <c:v>43403</c:v>
                </c:pt>
                <c:pt idx="965">
                  <c:v>43404</c:v>
                </c:pt>
                <c:pt idx="966">
                  <c:v>43405</c:v>
                </c:pt>
                <c:pt idx="967">
                  <c:v>43406</c:v>
                </c:pt>
                <c:pt idx="968">
                  <c:v>43409</c:v>
                </c:pt>
                <c:pt idx="969">
                  <c:v>43410</c:v>
                </c:pt>
                <c:pt idx="970">
                  <c:v>43411</c:v>
                </c:pt>
                <c:pt idx="971">
                  <c:v>43412</c:v>
                </c:pt>
                <c:pt idx="972">
                  <c:v>43413</c:v>
                </c:pt>
                <c:pt idx="973">
                  <c:v>43416</c:v>
                </c:pt>
                <c:pt idx="974">
                  <c:v>43417</c:v>
                </c:pt>
                <c:pt idx="975">
                  <c:v>43418</c:v>
                </c:pt>
                <c:pt idx="976">
                  <c:v>43419</c:v>
                </c:pt>
                <c:pt idx="977">
                  <c:v>43420</c:v>
                </c:pt>
                <c:pt idx="978">
                  <c:v>43423</c:v>
                </c:pt>
                <c:pt idx="979">
                  <c:v>43424</c:v>
                </c:pt>
                <c:pt idx="980">
                  <c:v>43425</c:v>
                </c:pt>
                <c:pt idx="981">
                  <c:v>43427</c:v>
                </c:pt>
                <c:pt idx="982">
                  <c:v>43430</c:v>
                </c:pt>
                <c:pt idx="983">
                  <c:v>43431</c:v>
                </c:pt>
                <c:pt idx="984">
                  <c:v>43432</c:v>
                </c:pt>
                <c:pt idx="985">
                  <c:v>43433</c:v>
                </c:pt>
                <c:pt idx="986">
                  <c:v>43434</c:v>
                </c:pt>
                <c:pt idx="987">
                  <c:v>43437</c:v>
                </c:pt>
                <c:pt idx="988">
                  <c:v>43438</c:v>
                </c:pt>
                <c:pt idx="989">
                  <c:v>43440</c:v>
                </c:pt>
                <c:pt idx="990">
                  <c:v>43441</c:v>
                </c:pt>
                <c:pt idx="991">
                  <c:v>43444</c:v>
                </c:pt>
                <c:pt idx="992">
                  <c:v>43445</c:v>
                </c:pt>
                <c:pt idx="993">
                  <c:v>43446</c:v>
                </c:pt>
                <c:pt idx="994">
                  <c:v>43447</c:v>
                </c:pt>
                <c:pt idx="995">
                  <c:v>43448</c:v>
                </c:pt>
                <c:pt idx="996">
                  <c:v>43451</c:v>
                </c:pt>
                <c:pt idx="997">
                  <c:v>43452</c:v>
                </c:pt>
                <c:pt idx="998">
                  <c:v>43453</c:v>
                </c:pt>
                <c:pt idx="999">
                  <c:v>43454</c:v>
                </c:pt>
                <c:pt idx="1000">
                  <c:v>43455</c:v>
                </c:pt>
                <c:pt idx="1001">
                  <c:v>43458</c:v>
                </c:pt>
                <c:pt idx="1002">
                  <c:v>43460</c:v>
                </c:pt>
                <c:pt idx="1003">
                  <c:v>43461</c:v>
                </c:pt>
                <c:pt idx="1004">
                  <c:v>43462</c:v>
                </c:pt>
                <c:pt idx="1005">
                  <c:v>43465</c:v>
                </c:pt>
                <c:pt idx="1006">
                  <c:v>43467</c:v>
                </c:pt>
                <c:pt idx="1007">
                  <c:v>43468</c:v>
                </c:pt>
                <c:pt idx="1008">
                  <c:v>43469</c:v>
                </c:pt>
                <c:pt idx="1009">
                  <c:v>43472</c:v>
                </c:pt>
                <c:pt idx="1010">
                  <c:v>43473</c:v>
                </c:pt>
                <c:pt idx="1011">
                  <c:v>43474</c:v>
                </c:pt>
                <c:pt idx="1012">
                  <c:v>43475</c:v>
                </c:pt>
                <c:pt idx="1013">
                  <c:v>43476</c:v>
                </c:pt>
                <c:pt idx="1014">
                  <c:v>43479</c:v>
                </c:pt>
                <c:pt idx="1015">
                  <c:v>43480</c:v>
                </c:pt>
                <c:pt idx="1016">
                  <c:v>43481</c:v>
                </c:pt>
                <c:pt idx="1017">
                  <c:v>43482</c:v>
                </c:pt>
                <c:pt idx="1018">
                  <c:v>43483</c:v>
                </c:pt>
                <c:pt idx="1019">
                  <c:v>43487</c:v>
                </c:pt>
                <c:pt idx="1020">
                  <c:v>43488</c:v>
                </c:pt>
                <c:pt idx="1021">
                  <c:v>43489</c:v>
                </c:pt>
                <c:pt idx="1022">
                  <c:v>43490</c:v>
                </c:pt>
                <c:pt idx="1023">
                  <c:v>43493</c:v>
                </c:pt>
                <c:pt idx="1024">
                  <c:v>43494</c:v>
                </c:pt>
                <c:pt idx="1025">
                  <c:v>43495</c:v>
                </c:pt>
                <c:pt idx="1026">
                  <c:v>43496</c:v>
                </c:pt>
                <c:pt idx="1027">
                  <c:v>43497</c:v>
                </c:pt>
                <c:pt idx="1028">
                  <c:v>43500</c:v>
                </c:pt>
                <c:pt idx="1029">
                  <c:v>43501</c:v>
                </c:pt>
                <c:pt idx="1030">
                  <c:v>43502</c:v>
                </c:pt>
                <c:pt idx="1031">
                  <c:v>43503</c:v>
                </c:pt>
                <c:pt idx="1032">
                  <c:v>43504</c:v>
                </c:pt>
                <c:pt idx="1033">
                  <c:v>43507</c:v>
                </c:pt>
                <c:pt idx="1034">
                  <c:v>43508</c:v>
                </c:pt>
                <c:pt idx="1035">
                  <c:v>43509</c:v>
                </c:pt>
                <c:pt idx="1036">
                  <c:v>43510</c:v>
                </c:pt>
                <c:pt idx="1037">
                  <c:v>43511</c:v>
                </c:pt>
                <c:pt idx="1038">
                  <c:v>43515</c:v>
                </c:pt>
                <c:pt idx="1039">
                  <c:v>43516</c:v>
                </c:pt>
                <c:pt idx="1040">
                  <c:v>43517</c:v>
                </c:pt>
                <c:pt idx="1041">
                  <c:v>43518</c:v>
                </c:pt>
                <c:pt idx="1042">
                  <c:v>43521</c:v>
                </c:pt>
                <c:pt idx="1043">
                  <c:v>43522</c:v>
                </c:pt>
                <c:pt idx="1044">
                  <c:v>43523</c:v>
                </c:pt>
                <c:pt idx="1045">
                  <c:v>43524</c:v>
                </c:pt>
                <c:pt idx="1046">
                  <c:v>43525</c:v>
                </c:pt>
                <c:pt idx="1047">
                  <c:v>43528</c:v>
                </c:pt>
                <c:pt idx="1048">
                  <c:v>43529</c:v>
                </c:pt>
                <c:pt idx="1049">
                  <c:v>43530</c:v>
                </c:pt>
                <c:pt idx="1050">
                  <c:v>43531</c:v>
                </c:pt>
                <c:pt idx="1051">
                  <c:v>43532</c:v>
                </c:pt>
                <c:pt idx="1052">
                  <c:v>43535</c:v>
                </c:pt>
                <c:pt idx="1053">
                  <c:v>43536</c:v>
                </c:pt>
                <c:pt idx="1054">
                  <c:v>43537</c:v>
                </c:pt>
                <c:pt idx="1055">
                  <c:v>43538</c:v>
                </c:pt>
                <c:pt idx="1056">
                  <c:v>43539</c:v>
                </c:pt>
                <c:pt idx="1057">
                  <c:v>43542</c:v>
                </c:pt>
                <c:pt idx="1058">
                  <c:v>43543</c:v>
                </c:pt>
                <c:pt idx="1059">
                  <c:v>43544</c:v>
                </c:pt>
                <c:pt idx="1060">
                  <c:v>43545</c:v>
                </c:pt>
                <c:pt idx="1061">
                  <c:v>43546</c:v>
                </c:pt>
                <c:pt idx="1062">
                  <c:v>43549</c:v>
                </c:pt>
                <c:pt idx="1063">
                  <c:v>43550</c:v>
                </c:pt>
                <c:pt idx="1064">
                  <c:v>43551</c:v>
                </c:pt>
                <c:pt idx="1065">
                  <c:v>43552</c:v>
                </c:pt>
                <c:pt idx="1066">
                  <c:v>43553</c:v>
                </c:pt>
                <c:pt idx="1067">
                  <c:v>43556</c:v>
                </c:pt>
                <c:pt idx="1068">
                  <c:v>43557</c:v>
                </c:pt>
                <c:pt idx="1069">
                  <c:v>43558</c:v>
                </c:pt>
                <c:pt idx="1070">
                  <c:v>43559</c:v>
                </c:pt>
                <c:pt idx="1071">
                  <c:v>43560</c:v>
                </c:pt>
                <c:pt idx="1072">
                  <c:v>43563</c:v>
                </c:pt>
                <c:pt idx="1073">
                  <c:v>43564</c:v>
                </c:pt>
                <c:pt idx="1074">
                  <c:v>43565</c:v>
                </c:pt>
                <c:pt idx="1075">
                  <c:v>43566</c:v>
                </c:pt>
                <c:pt idx="1076">
                  <c:v>43567</c:v>
                </c:pt>
                <c:pt idx="1077">
                  <c:v>43570</c:v>
                </c:pt>
                <c:pt idx="1078">
                  <c:v>43571</c:v>
                </c:pt>
                <c:pt idx="1079">
                  <c:v>43572</c:v>
                </c:pt>
                <c:pt idx="1080">
                  <c:v>43573</c:v>
                </c:pt>
                <c:pt idx="1081">
                  <c:v>43577</c:v>
                </c:pt>
                <c:pt idx="1082">
                  <c:v>43578</c:v>
                </c:pt>
                <c:pt idx="1083">
                  <c:v>43579</c:v>
                </c:pt>
                <c:pt idx="1084">
                  <c:v>43580</c:v>
                </c:pt>
                <c:pt idx="1085">
                  <c:v>43581</c:v>
                </c:pt>
                <c:pt idx="1086">
                  <c:v>43584</c:v>
                </c:pt>
                <c:pt idx="1087">
                  <c:v>43585</c:v>
                </c:pt>
                <c:pt idx="1088">
                  <c:v>43586</c:v>
                </c:pt>
                <c:pt idx="1089">
                  <c:v>43587</c:v>
                </c:pt>
                <c:pt idx="1090">
                  <c:v>43588</c:v>
                </c:pt>
                <c:pt idx="1091">
                  <c:v>43591</c:v>
                </c:pt>
                <c:pt idx="1092">
                  <c:v>43592</c:v>
                </c:pt>
                <c:pt idx="1093">
                  <c:v>43593</c:v>
                </c:pt>
                <c:pt idx="1094">
                  <c:v>43594</c:v>
                </c:pt>
                <c:pt idx="1095">
                  <c:v>43595</c:v>
                </c:pt>
                <c:pt idx="1096">
                  <c:v>43598</c:v>
                </c:pt>
                <c:pt idx="1097">
                  <c:v>43599</c:v>
                </c:pt>
                <c:pt idx="1098">
                  <c:v>43600</c:v>
                </c:pt>
                <c:pt idx="1099">
                  <c:v>43601</c:v>
                </c:pt>
                <c:pt idx="1100">
                  <c:v>43602</c:v>
                </c:pt>
                <c:pt idx="1101">
                  <c:v>43605</c:v>
                </c:pt>
                <c:pt idx="1102">
                  <c:v>43606</c:v>
                </c:pt>
                <c:pt idx="1103">
                  <c:v>43607</c:v>
                </c:pt>
                <c:pt idx="1104">
                  <c:v>43608</c:v>
                </c:pt>
                <c:pt idx="1105">
                  <c:v>43609</c:v>
                </c:pt>
                <c:pt idx="1106">
                  <c:v>43613</c:v>
                </c:pt>
                <c:pt idx="1107">
                  <c:v>43614</c:v>
                </c:pt>
                <c:pt idx="1108">
                  <c:v>43615</c:v>
                </c:pt>
                <c:pt idx="1109">
                  <c:v>43616</c:v>
                </c:pt>
                <c:pt idx="1110">
                  <c:v>43619</c:v>
                </c:pt>
                <c:pt idx="1111">
                  <c:v>43620</c:v>
                </c:pt>
                <c:pt idx="1112">
                  <c:v>43621</c:v>
                </c:pt>
                <c:pt idx="1113">
                  <c:v>43622</c:v>
                </c:pt>
                <c:pt idx="1114">
                  <c:v>43623</c:v>
                </c:pt>
                <c:pt idx="1115">
                  <c:v>43626</c:v>
                </c:pt>
                <c:pt idx="1116">
                  <c:v>43627</c:v>
                </c:pt>
                <c:pt idx="1117">
                  <c:v>43628</c:v>
                </c:pt>
                <c:pt idx="1118">
                  <c:v>43629</c:v>
                </c:pt>
                <c:pt idx="1119">
                  <c:v>43630</c:v>
                </c:pt>
                <c:pt idx="1120">
                  <c:v>43633</c:v>
                </c:pt>
                <c:pt idx="1121">
                  <c:v>43634</c:v>
                </c:pt>
                <c:pt idx="1122">
                  <c:v>43635</c:v>
                </c:pt>
                <c:pt idx="1123">
                  <c:v>43636</c:v>
                </c:pt>
                <c:pt idx="1124">
                  <c:v>43637</c:v>
                </c:pt>
                <c:pt idx="1125">
                  <c:v>43640</c:v>
                </c:pt>
                <c:pt idx="1126">
                  <c:v>43641</c:v>
                </c:pt>
                <c:pt idx="1127">
                  <c:v>43642</c:v>
                </c:pt>
                <c:pt idx="1128">
                  <c:v>43643</c:v>
                </c:pt>
                <c:pt idx="1129">
                  <c:v>43644</c:v>
                </c:pt>
                <c:pt idx="1130">
                  <c:v>43647</c:v>
                </c:pt>
                <c:pt idx="1131">
                  <c:v>43648</c:v>
                </c:pt>
                <c:pt idx="1132">
                  <c:v>43649</c:v>
                </c:pt>
                <c:pt idx="1133">
                  <c:v>43651</c:v>
                </c:pt>
                <c:pt idx="1134">
                  <c:v>43654</c:v>
                </c:pt>
                <c:pt idx="1135">
                  <c:v>43655</c:v>
                </c:pt>
                <c:pt idx="1136">
                  <c:v>43656</c:v>
                </c:pt>
                <c:pt idx="1137">
                  <c:v>43657</c:v>
                </c:pt>
                <c:pt idx="1138">
                  <c:v>43658</c:v>
                </c:pt>
                <c:pt idx="1139">
                  <c:v>43661</c:v>
                </c:pt>
                <c:pt idx="1140">
                  <c:v>43662</c:v>
                </c:pt>
                <c:pt idx="1141">
                  <c:v>43663</c:v>
                </c:pt>
                <c:pt idx="1142">
                  <c:v>43664</c:v>
                </c:pt>
                <c:pt idx="1143">
                  <c:v>43665</c:v>
                </c:pt>
                <c:pt idx="1144">
                  <c:v>43668</c:v>
                </c:pt>
                <c:pt idx="1145">
                  <c:v>43669</c:v>
                </c:pt>
                <c:pt idx="1146">
                  <c:v>43670</c:v>
                </c:pt>
                <c:pt idx="1147">
                  <c:v>43671</c:v>
                </c:pt>
                <c:pt idx="1148">
                  <c:v>43672</c:v>
                </c:pt>
                <c:pt idx="1149">
                  <c:v>43675</c:v>
                </c:pt>
                <c:pt idx="1150">
                  <c:v>43676</c:v>
                </c:pt>
                <c:pt idx="1151">
                  <c:v>43677</c:v>
                </c:pt>
                <c:pt idx="1152">
                  <c:v>43678</c:v>
                </c:pt>
                <c:pt idx="1153">
                  <c:v>43679</c:v>
                </c:pt>
                <c:pt idx="1154">
                  <c:v>43682</c:v>
                </c:pt>
                <c:pt idx="1155">
                  <c:v>43683</c:v>
                </c:pt>
                <c:pt idx="1156">
                  <c:v>43684</c:v>
                </c:pt>
                <c:pt idx="1157">
                  <c:v>43685</c:v>
                </c:pt>
                <c:pt idx="1158">
                  <c:v>43686</c:v>
                </c:pt>
                <c:pt idx="1159">
                  <c:v>43689</c:v>
                </c:pt>
                <c:pt idx="1160">
                  <c:v>43690</c:v>
                </c:pt>
                <c:pt idx="1161">
                  <c:v>43691</c:v>
                </c:pt>
                <c:pt idx="1162">
                  <c:v>43692</c:v>
                </c:pt>
                <c:pt idx="1163">
                  <c:v>43693</c:v>
                </c:pt>
                <c:pt idx="1164">
                  <c:v>43696</c:v>
                </c:pt>
                <c:pt idx="1165">
                  <c:v>43697</c:v>
                </c:pt>
                <c:pt idx="1166">
                  <c:v>43698</c:v>
                </c:pt>
                <c:pt idx="1167">
                  <c:v>43699</c:v>
                </c:pt>
                <c:pt idx="1168">
                  <c:v>43700</c:v>
                </c:pt>
                <c:pt idx="1169">
                  <c:v>43703</c:v>
                </c:pt>
                <c:pt idx="1170">
                  <c:v>43704</c:v>
                </c:pt>
                <c:pt idx="1171">
                  <c:v>43705</c:v>
                </c:pt>
                <c:pt idx="1172">
                  <c:v>43706</c:v>
                </c:pt>
                <c:pt idx="1173">
                  <c:v>43707</c:v>
                </c:pt>
                <c:pt idx="1174">
                  <c:v>43711</c:v>
                </c:pt>
                <c:pt idx="1175">
                  <c:v>43712</c:v>
                </c:pt>
                <c:pt idx="1176">
                  <c:v>43713</c:v>
                </c:pt>
                <c:pt idx="1177">
                  <c:v>43714</c:v>
                </c:pt>
                <c:pt idx="1178">
                  <c:v>43717</c:v>
                </c:pt>
                <c:pt idx="1179">
                  <c:v>43718</c:v>
                </c:pt>
                <c:pt idx="1180">
                  <c:v>43719</c:v>
                </c:pt>
                <c:pt idx="1181">
                  <c:v>43720</c:v>
                </c:pt>
                <c:pt idx="1182">
                  <c:v>43721</c:v>
                </c:pt>
                <c:pt idx="1183">
                  <c:v>43724</c:v>
                </c:pt>
                <c:pt idx="1184">
                  <c:v>43725</c:v>
                </c:pt>
                <c:pt idx="1185">
                  <c:v>43726</c:v>
                </c:pt>
                <c:pt idx="1186">
                  <c:v>43727</c:v>
                </c:pt>
                <c:pt idx="1187">
                  <c:v>43728</c:v>
                </c:pt>
                <c:pt idx="1188">
                  <c:v>43731</c:v>
                </c:pt>
                <c:pt idx="1189">
                  <c:v>43732</c:v>
                </c:pt>
                <c:pt idx="1190">
                  <c:v>43733</c:v>
                </c:pt>
                <c:pt idx="1191">
                  <c:v>43734</c:v>
                </c:pt>
                <c:pt idx="1192">
                  <c:v>43735</c:v>
                </c:pt>
                <c:pt idx="1193">
                  <c:v>43738</c:v>
                </c:pt>
                <c:pt idx="1194">
                  <c:v>43739</c:v>
                </c:pt>
                <c:pt idx="1195">
                  <c:v>43740</c:v>
                </c:pt>
                <c:pt idx="1196">
                  <c:v>43741</c:v>
                </c:pt>
                <c:pt idx="1197">
                  <c:v>43742</c:v>
                </c:pt>
                <c:pt idx="1198">
                  <c:v>43745</c:v>
                </c:pt>
                <c:pt idx="1199">
                  <c:v>43746</c:v>
                </c:pt>
                <c:pt idx="1200">
                  <c:v>43747</c:v>
                </c:pt>
                <c:pt idx="1201">
                  <c:v>43748</c:v>
                </c:pt>
                <c:pt idx="1202">
                  <c:v>43749</c:v>
                </c:pt>
                <c:pt idx="1203">
                  <c:v>43752</c:v>
                </c:pt>
                <c:pt idx="1204">
                  <c:v>43753</c:v>
                </c:pt>
                <c:pt idx="1205">
                  <c:v>43754</c:v>
                </c:pt>
                <c:pt idx="1206">
                  <c:v>43755</c:v>
                </c:pt>
                <c:pt idx="1207">
                  <c:v>43756</c:v>
                </c:pt>
                <c:pt idx="1208">
                  <c:v>43759</c:v>
                </c:pt>
                <c:pt idx="1209">
                  <c:v>43760</c:v>
                </c:pt>
                <c:pt idx="1210">
                  <c:v>43761</c:v>
                </c:pt>
                <c:pt idx="1211">
                  <c:v>43762</c:v>
                </c:pt>
                <c:pt idx="1212">
                  <c:v>43763</c:v>
                </c:pt>
                <c:pt idx="1213">
                  <c:v>43766</c:v>
                </c:pt>
                <c:pt idx="1214">
                  <c:v>43767</c:v>
                </c:pt>
                <c:pt idx="1215">
                  <c:v>43768</c:v>
                </c:pt>
                <c:pt idx="1216">
                  <c:v>43769</c:v>
                </c:pt>
                <c:pt idx="1217">
                  <c:v>43770</c:v>
                </c:pt>
                <c:pt idx="1218">
                  <c:v>43773</c:v>
                </c:pt>
                <c:pt idx="1219">
                  <c:v>43774</c:v>
                </c:pt>
                <c:pt idx="1220">
                  <c:v>43775</c:v>
                </c:pt>
                <c:pt idx="1221">
                  <c:v>43776</c:v>
                </c:pt>
                <c:pt idx="1222">
                  <c:v>43777</c:v>
                </c:pt>
                <c:pt idx="1223">
                  <c:v>43780</c:v>
                </c:pt>
                <c:pt idx="1224">
                  <c:v>43781</c:v>
                </c:pt>
                <c:pt idx="1225">
                  <c:v>43782</c:v>
                </c:pt>
                <c:pt idx="1226">
                  <c:v>43783</c:v>
                </c:pt>
                <c:pt idx="1227">
                  <c:v>43784</c:v>
                </c:pt>
                <c:pt idx="1228">
                  <c:v>43787</c:v>
                </c:pt>
                <c:pt idx="1229">
                  <c:v>43788</c:v>
                </c:pt>
                <c:pt idx="1230">
                  <c:v>43789</c:v>
                </c:pt>
                <c:pt idx="1231">
                  <c:v>43790</c:v>
                </c:pt>
                <c:pt idx="1232">
                  <c:v>43791</c:v>
                </c:pt>
                <c:pt idx="1233">
                  <c:v>43794</c:v>
                </c:pt>
                <c:pt idx="1234">
                  <c:v>43795</c:v>
                </c:pt>
                <c:pt idx="1235">
                  <c:v>43796</c:v>
                </c:pt>
                <c:pt idx="1236">
                  <c:v>43798</c:v>
                </c:pt>
                <c:pt idx="1237">
                  <c:v>43801</c:v>
                </c:pt>
                <c:pt idx="1238">
                  <c:v>43802</c:v>
                </c:pt>
                <c:pt idx="1239">
                  <c:v>43803</c:v>
                </c:pt>
                <c:pt idx="1240">
                  <c:v>43804</c:v>
                </c:pt>
                <c:pt idx="1241">
                  <c:v>43805</c:v>
                </c:pt>
                <c:pt idx="1242">
                  <c:v>43808</c:v>
                </c:pt>
                <c:pt idx="1243">
                  <c:v>43809</c:v>
                </c:pt>
                <c:pt idx="1244">
                  <c:v>43810</c:v>
                </c:pt>
                <c:pt idx="1245">
                  <c:v>43811</c:v>
                </c:pt>
                <c:pt idx="1246">
                  <c:v>43812</c:v>
                </c:pt>
                <c:pt idx="1247">
                  <c:v>43815</c:v>
                </c:pt>
                <c:pt idx="1248">
                  <c:v>43816</c:v>
                </c:pt>
                <c:pt idx="1249">
                  <c:v>43817</c:v>
                </c:pt>
                <c:pt idx="1250">
                  <c:v>43818</c:v>
                </c:pt>
                <c:pt idx="1251">
                  <c:v>43819</c:v>
                </c:pt>
                <c:pt idx="1252">
                  <c:v>43822</c:v>
                </c:pt>
                <c:pt idx="1253">
                  <c:v>43823</c:v>
                </c:pt>
                <c:pt idx="1254">
                  <c:v>43825</c:v>
                </c:pt>
                <c:pt idx="1255">
                  <c:v>43826</c:v>
                </c:pt>
                <c:pt idx="1256">
                  <c:v>43829</c:v>
                </c:pt>
                <c:pt idx="1257">
                  <c:v>43830</c:v>
                </c:pt>
                <c:pt idx="1258">
                  <c:v>43832</c:v>
                </c:pt>
                <c:pt idx="1259">
                  <c:v>43833</c:v>
                </c:pt>
                <c:pt idx="1260">
                  <c:v>43836</c:v>
                </c:pt>
                <c:pt idx="1261">
                  <c:v>43837</c:v>
                </c:pt>
                <c:pt idx="1262">
                  <c:v>43838</c:v>
                </c:pt>
                <c:pt idx="1263">
                  <c:v>43839</c:v>
                </c:pt>
                <c:pt idx="1264">
                  <c:v>43840</c:v>
                </c:pt>
                <c:pt idx="1265">
                  <c:v>43843</c:v>
                </c:pt>
                <c:pt idx="1266">
                  <c:v>43844</c:v>
                </c:pt>
                <c:pt idx="1267">
                  <c:v>43845</c:v>
                </c:pt>
                <c:pt idx="1268">
                  <c:v>43846</c:v>
                </c:pt>
                <c:pt idx="1269">
                  <c:v>43847</c:v>
                </c:pt>
                <c:pt idx="1270">
                  <c:v>43851</c:v>
                </c:pt>
                <c:pt idx="1271">
                  <c:v>43852</c:v>
                </c:pt>
                <c:pt idx="1272">
                  <c:v>43853</c:v>
                </c:pt>
                <c:pt idx="1273">
                  <c:v>43854</c:v>
                </c:pt>
                <c:pt idx="1274">
                  <c:v>43857</c:v>
                </c:pt>
                <c:pt idx="1275">
                  <c:v>43858</c:v>
                </c:pt>
                <c:pt idx="1276">
                  <c:v>43859</c:v>
                </c:pt>
                <c:pt idx="1277">
                  <c:v>43860</c:v>
                </c:pt>
                <c:pt idx="1278">
                  <c:v>43861</c:v>
                </c:pt>
                <c:pt idx="1279">
                  <c:v>43864</c:v>
                </c:pt>
                <c:pt idx="1280">
                  <c:v>43865</c:v>
                </c:pt>
                <c:pt idx="1281">
                  <c:v>43866</c:v>
                </c:pt>
                <c:pt idx="1282">
                  <c:v>43867</c:v>
                </c:pt>
                <c:pt idx="1283">
                  <c:v>43868</c:v>
                </c:pt>
                <c:pt idx="1284">
                  <c:v>43871</c:v>
                </c:pt>
                <c:pt idx="1285">
                  <c:v>43872</c:v>
                </c:pt>
                <c:pt idx="1286">
                  <c:v>43873</c:v>
                </c:pt>
                <c:pt idx="1287">
                  <c:v>43874</c:v>
                </c:pt>
                <c:pt idx="1288">
                  <c:v>43875</c:v>
                </c:pt>
                <c:pt idx="1289">
                  <c:v>43879</c:v>
                </c:pt>
                <c:pt idx="1290">
                  <c:v>43880</c:v>
                </c:pt>
                <c:pt idx="1291">
                  <c:v>43881</c:v>
                </c:pt>
                <c:pt idx="1292">
                  <c:v>43882</c:v>
                </c:pt>
                <c:pt idx="1293">
                  <c:v>43885</c:v>
                </c:pt>
                <c:pt idx="1294">
                  <c:v>43886</c:v>
                </c:pt>
                <c:pt idx="1295">
                  <c:v>43887</c:v>
                </c:pt>
                <c:pt idx="1296">
                  <c:v>43888</c:v>
                </c:pt>
                <c:pt idx="1297">
                  <c:v>43889</c:v>
                </c:pt>
                <c:pt idx="1298">
                  <c:v>43892</c:v>
                </c:pt>
                <c:pt idx="1299">
                  <c:v>43893</c:v>
                </c:pt>
                <c:pt idx="1300">
                  <c:v>43894</c:v>
                </c:pt>
                <c:pt idx="1301">
                  <c:v>43895</c:v>
                </c:pt>
                <c:pt idx="1302">
                  <c:v>43896</c:v>
                </c:pt>
                <c:pt idx="1303">
                  <c:v>43899</c:v>
                </c:pt>
                <c:pt idx="1304">
                  <c:v>43900</c:v>
                </c:pt>
                <c:pt idx="1305">
                  <c:v>43901</c:v>
                </c:pt>
                <c:pt idx="1306">
                  <c:v>43902</c:v>
                </c:pt>
                <c:pt idx="1307">
                  <c:v>43903</c:v>
                </c:pt>
                <c:pt idx="1308">
                  <c:v>43906</c:v>
                </c:pt>
                <c:pt idx="1309">
                  <c:v>43907</c:v>
                </c:pt>
                <c:pt idx="1310">
                  <c:v>43908</c:v>
                </c:pt>
                <c:pt idx="1311">
                  <c:v>43909</c:v>
                </c:pt>
                <c:pt idx="1312">
                  <c:v>43910</c:v>
                </c:pt>
                <c:pt idx="1313">
                  <c:v>43913</c:v>
                </c:pt>
                <c:pt idx="1314">
                  <c:v>43914</c:v>
                </c:pt>
                <c:pt idx="1315">
                  <c:v>43915</c:v>
                </c:pt>
                <c:pt idx="1316">
                  <c:v>43916</c:v>
                </c:pt>
                <c:pt idx="1317">
                  <c:v>43917</c:v>
                </c:pt>
                <c:pt idx="1318">
                  <c:v>43920</c:v>
                </c:pt>
                <c:pt idx="1319">
                  <c:v>43921</c:v>
                </c:pt>
                <c:pt idx="1320">
                  <c:v>43922</c:v>
                </c:pt>
                <c:pt idx="1321">
                  <c:v>43923</c:v>
                </c:pt>
                <c:pt idx="1322">
                  <c:v>43924</c:v>
                </c:pt>
                <c:pt idx="1323">
                  <c:v>43927</c:v>
                </c:pt>
                <c:pt idx="1324">
                  <c:v>43928</c:v>
                </c:pt>
                <c:pt idx="1325">
                  <c:v>43929</c:v>
                </c:pt>
                <c:pt idx="1326">
                  <c:v>43930</c:v>
                </c:pt>
                <c:pt idx="1327">
                  <c:v>43934</c:v>
                </c:pt>
                <c:pt idx="1328">
                  <c:v>43935</c:v>
                </c:pt>
                <c:pt idx="1329">
                  <c:v>43936</c:v>
                </c:pt>
                <c:pt idx="1330">
                  <c:v>43937</c:v>
                </c:pt>
                <c:pt idx="1331">
                  <c:v>43938</c:v>
                </c:pt>
                <c:pt idx="1332">
                  <c:v>43941</c:v>
                </c:pt>
                <c:pt idx="1333">
                  <c:v>43942</c:v>
                </c:pt>
                <c:pt idx="1334">
                  <c:v>43943</c:v>
                </c:pt>
                <c:pt idx="1335">
                  <c:v>43944</c:v>
                </c:pt>
                <c:pt idx="1336">
                  <c:v>43945</c:v>
                </c:pt>
                <c:pt idx="1337">
                  <c:v>43948</c:v>
                </c:pt>
                <c:pt idx="1338">
                  <c:v>43949</c:v>
                </c:pt>
                <c:pt idx="1339">
                  <c:v>43950</c:v>
                </c:pt>
                <c:pt idx="1340">
                  <c:v>43951</c:v>
                </c:pt>
                <c:pt idx="1341">
                  <c:v>43952</c:v>
                </c:pt>
                <c:pt idx="1342">
                  <c:v>43955</c:v>
                </c:pt>
                <c:pt idx="1343">
                  <c:v>43956</c:v>
                </c:pt>
                <c:pt idx="1344">
                  <c:v>43957</c:v>
                </c:pt>
                <c:pt idx="1345">
                  <c:v>43958</c:v>
                </c:pt>
                <c:pt idx="1346">
                  <c:v>43959</c:v>
                </c:pt>
                <c:pt idx="1347">
                  <c:v>43962</c:v>
                </c:pt>
                <c:pt idx="1348">
                  <c:v>43963</c:v>
                </c:pt>
                <c:pt idx="1349">
                  <c:v>43964</c:v>
                </c:pt>
                <c:pt idx="1350">
                  <c:v>43965</c:v>
                </c:pt>
                <c:pt idx="1351">
                  <c:v>43966</c:v>
                </c:pt>
                <c:pt idx="1352">
                  <c:v>43969</c:v>
                </c:pt>
                <c:pt idx="1353">
                  <c:v>43970</c:v>
                </c:pt>
                <c:pt idx="1354">
                  <c:v>43971</c:v>
                </c:pt>
                <c:pt idx="1355">
                  <c:v>43972</c:v>
                </c:pt>
                <c:pt idx="1356">
                  <c:v>43973</c:v>
                </c:pt>
                <c:pt idx="1357">
                  <c:v>43977</c:v>
                </c:pt>
                <c:pt idx="1358">
                  <c:v>43978</c:v>
                </c:pt>
                <c:pt idx="1359">
                  <c:v>43979</c:v>
                </c:pt>
                <c:pt idx="1360">
                  <c:v>43980</c:v>
                </c:pt>
                <c:pt idx="1361">
                  <c:v>43983</c:v>
                </c:pt>
                <c:pt idx="1362">
                  <c:v>43984</c:v>
                </c:pt>
                <c:pt idx="1363">
                  <c:v>43985</c:v>
                </c:pt>
                <c:pt idx="1364">
                  <c:v>43986</c:v>
                </c:pt>
                <c:pt idx="1365">
                  <c:v>43987</c:v>
                </c:pt>
                <c:pt idx="1366">
                  <c:v>43990</c:v>
                </c:pt>
                <c:pt idx="1367">
                  <c:v>43991</c:v>
                </c:pt>
                <c:pt idx="1368">
                  <c:v>43992</c:v>
                </c:pt>
                <c:pt idx="1369">
                  <c:v>43993</c:v>
                </c:pt>
                <c:pt idx="1370">
                  <c:v>43994</c:v>
                </c:pt>
                <c:pt idx="1371">
                  <c:v>43997</c:v>
                </c:pt>
                <c:pt idx="1372">
                  <c:v>43998</c:v>
                </c:pt>
                <c:pt idx="1373">
                  <c:v>43999</c:v>
                </c:pt>
                <c:pt idx="1374">
                  <c:v>44000</c:v>
                </c:pt>
                <c:pt idx="1375">
                  <c:v>44001</c:v>
                </c:pt>
                <c:pt idx="1376">
                  <c:v>44004</c:v>
                </c:pt>
                <c:pt idx="1377">
                  <c:v>44005</c:v>
                </c:pt>
                <c:pt idx="1378">
                  <c:v>44006</c:v>
                </c:pt>
                <c:pt idx="1379">
                  <c:v>44007</c:v>
                </c:pt>
                <c:pt idx="1380">
                  <c:v>44008</c:v>
                </c:pt>
                <c:pt idx="1381">
                  <c:v>44011</c:v>
                </c:pt>
                <c:pt idx="1382">
                  <c:v>44012</c:v>
                </c:pt>
                <c:pt idx="1383">
                  <c:v>44013</c:v>
                </c:pt>
                <c:pt idx="1384">
                  <c:v>44014</c:v>
                </c:pt>
                <c:pt idx="1385">
                  <c:v>44018</c:v>
                </c:pt>
                <c:pt idx="1386">
                  <c:v>44019</c:v>
                </c:pt>
                <c:pt idx="1387">
                  <c:v>44020</c:v>
                </c:pt>
                <c:pt idx="1388">
                  <c:v>44021</c:v>
                </c:pt>
                <c:pt idx="1389">
                  <c:v>44022</c:v>
                </c:pt>
                <c:pt idx="1390">
                  <c:v>44025</c:v>
                </c:pt>
                <c:pt idx="1391">
                  <c:v>44026</c:v>
                </c:pt>
                <c:pt idx="1392">
                  <c:v>44027</c:v>
                </c:pt>
                <c:pt idx="1393">
                  <c:v>44028</c:v>
                </c:pt>
                <c:pt idx="1394">
                  <c:v>44029</c:v>
                </c:pt>
                <c:pt idx="1395">
                  <c:v>44032</c:v>
                </c:pt>
                <c:pt idx="1396">
                  <c:v>44033</c:v>
                </c:pt>
                <c:pt idx="1397">
                  <c:v>44034</c:v>
                </c:pt>
                <c:pt idx="1398">
                  <c:v>44035</c:v>
                </c:pt>
                <c:pt idx="1399">
                  <c:v>44036</c:v>
                </c:pt>
                <c:pt idx="1400">
                  <c:v>44039</c:v>
                </c:pt>
                <c:pt idx="1401">
                  <c:v>44040</c:v>
                </c:pt>
                <c:pt idx="1402">
                  <c:v>44041</c:v>
                </c:pt>
                <c:pt idx="1403">
                  <c:v>44042</c:v>
                </c:pt>
                <c:pt idx="1404">
                  <c:v>44043</c:v>
                </c:pt>
                <c:pt idx="1405">
                  <c:v>44046</c:v>
                </c:pt>
                <c:pt idx="1406">
                  <c:v>44047</c:v>
                </c:pt>
                <c:pt idx="1407">
                  <c:v>44048</c:v>
                </c:pt>
                <c:pt idx="1408">
                  <c:v>44049</c:v>
                </c:pt>
                <c:pt idx="1409">
                  <c:v>44050</c:v>
                </c:pt>
                <c:pt idx="1410">
                  <c:v>44053</c:v>
                </c:pt>
                <c:pt idx="1411">
                  <c:v>44054</c:v>
                </c:pt>
                <c:pt idx="1412">
                  <c:v>44055</c:v>
                </c:pt>
                <c:pt idx="1413">
                  <c:v>44056</c:v>
                </c:pt>
                <c:pt idx="1414">
                  <c:v>44057</c:v>
                </c:pt>
                <c:pt idx="1415">
                  <c:v>44060</c:v>
                </c:pt>
                <c:pt idx="1416">
                  <c:v>44061</c:v>
                </c:pt>
                <c:pt idx="1417">
                  <c:v>44062</c:v>
                </c:pt>
                <c:pt idx="1418">
                  <c:v>44063</c:v>
                </c:pt>
                <c:pt idx="1419">
                  <c:v>44064</c:v>
                </c:pt>
                <c:pt idx="1420">
                  <c:v>44067</c:v>
                </c:pt>
                <c:pt idx="1421">
                  <c:v>44068</c:v>
                </c:pt>
                <c:pt idx="1422">
                  <c:v>44069</c:v>
                </c:pt>
                <c:pt idx="1423">
                  <c:v>44070</c:v>
                </c:pt>
                <c:pt idx="1424">
                  <c:v>44071</c:v>
                </c:pt>
                <c:pt idx="1425">
                  <c:v>44074</c:v>
                </c:pt>
                <c:pt idx="1426">
                  <c:v>44075</c:v>
                </c:pt>
                <c:pt idx="1427">
                  <c:v>44076</c:v>
                </c:pt>
                <c:pt idx="1428">
                  <c:v>44077</c:v>
                </c:pt>
                <c:pt idx="1429">
                  <c:v>44078</c:v>
                </c:pt>
                <c:pt idx="1430">
                  <c:v>44082</c:v>
                </c:pt>
                <c:pt idx="1431">
                  <c:v>44083</c:v>
                </c:pt>
                <c:pt idx="1432">
                  <c:v>44084</c:v>
                </c:pt>
                <c:pt idx="1433">
                  <c:v>44085</c:v>
                </c:pt>
                <c:pt idx="1434">
                  <c:v>44088</c:v>
                </c:pt>
                <c:pt idx="1435">
                  <c:v>44089</c:v>
                </c:pt>
                <c:pt idx="1436">
                  <c:v>44090</c:v>
                </c:pt>
                <c:pt idx="1437">
                  <c:v>44091</c:v>
                </c:pt>
                <c:pt idx="1438">
                  <c:v>44092</c:v>
                </c:pt>
                <c:pt idx="1439">
                  <c:v>44095</c:v>
                </c:pt>
                <c:pt idx="1440">
                  <c:v>44096</c:v>
                </c:pt>
                <c:pt idx="1441">
                  <c:v>44097</c:v>
                </c:pt>
                <c:pt idx="1442">
                  <c:v>44098</c:v>
                </c:pt>
                <c:pt idx="1443">
                  <c:v>44099</c:v>
                </c:pt>
                <c:pt idx="1444">
                  <c:v>44102</c:v>
                </c:pt>
                <c:pt idx="1445">
                  <c:v>44103</c:v>
                </c:pt>
                <c:pt idx="1446">
                  <c:v>44104</c:v>
                </c:pt>
                <c:pt idx="1447">
                  <c:v>44105</c:v>
                </c:pt>
                <c:pt idx="1448">
                  <c:v>44106</c:v>
                </c:pt>
                <c:pt idx="1449">
                  <c:v>44109</c:v>
                </c:pt>
                <c:pt idx="1450">
                  <c:v>44110</c:v>
                </c:pt>
                <c:pt idx="1451">
                  <c:v>44111</c:v>
                </c:pt>
                <c:pt idx="1452">
                  <c:v>44112</c:v>
                </c:pt>
                <c:pt idx="1453">
                  <c:v>44113</c:v>
                </c:pt>
                <c:pt idx="1454">
                  <c:v>44116</c:v>
                </c:pt>
                <c:pt idx="1455">
                  <c:v>44117</c:v>
                </c:pt>
                <c:pt idx="1456">
                  <c:v>44118</c:v>
                </c:pt>
                <c:pt idx="1457">
                  <c:v>44119</c:v>
                </c:pt>
                <c:pt idx="1458">
                  <c:v>44120</c:v>
                </c:pt>
                <c:pt idx="1459">
                  <c:v>44123</c:v>
                </c:pt>
                <c:pt idx="1460">
                  <c:v>44124</c:v>
                </c:pt>
                <c:pt idx="1461">
                  <c:v>44125</c:v>
                </c:pt>
                <c:pt idx="1462">
                  <c:v>44126</c:v>
                </c:pt>
                <c:pt idx="1463">
                  <c:v>44127</c:v>
                </c:pt>
                <c:pt idx="1464">
                  <c:v>44130</c:v>
                </c:pt>
                <c:pt idx="1465">
                  <c:v>44131</c:v>
                </c:pt>
                <c:pt idx="1466">
                  <c:v>44132</c:v>
                </c:pt>
                <c:pt idx="1467">
                  <c:v>44133</c:v>
                </c:pt>
                <c:pt idx="1468">
                  <c:v>44134</c:v>
                </c:pt>
                <c:pt idx="1469">
                  <c:v>44137</c:v>
                </c:pt>
                <c:pt idx="1470">
                  <c:v>44138</c:v>
                </c:pt>
                <c:pt idx="1471">
                  <c:v>44139</c:v>
                </c:pt>
                <c:pt idx="1472">
                  <c:v>44140</c:v>
                </c:pt>
                <c:pt idx="1473">
                  <c:v>44141</c:v>
                </c:pt>
                <c:pt idx="1474">
                  <c:v>44144</c:v>
                </c:pt>
                <c:pt idx="1475">
                  <c:v>44145</c:v>
                </c:pt>
                <c:pt idx="1476">
                  <c:v>44146</c:v>
                </c:pt>
                <c:pt idx="1477">
                  <c:v>44147</c:v>
                </c:pt>
                <c:pt idx="1478">
                  <c:v>44148</c:v>
                </c:pt>
                <c:pt idx="1479">
                  <c:v>44151</c:v>
                </c:pt>
                <c:pt idx="1480">
                  <c:v>44152</c:v>
                </c:pt>
                <c:pt idx="1481">
                  <c:v>44153</c:v>
                </c:pt>
                <c:pt idx="1482">
                  <c:v>44154</c:v>
                </c:pt>
                <c:pt idx="1483">
                  <c:v>44155</c:v>
                </c:pt>
                <c:pt idx="1484">
                  <c:v>44158</c:v>
                </c:pt>
                <c:pt idx="1485">
                  <c:v>44159</c:v>
                </c:pt>
                <c:pt idx="1486">
                  <c:v>44160</c:v>
                </c:pt>
                <c:pt idx="1487">
                  <c:v>44162</c:v>
                </c:pt>
                <c:pt idx="1488">
                  <c:v>44165</c:v>
                </c:pt>
                <c:pt idx="1489">
                  <c:v>44166</c:v>
                </c:pt>
                <c:pt idx="1490">
                  <c:v>44167</c:v>
                </c:pt>
                <c:pt idx="1491">
                  <c:v>44168</c:v>
                </c:pt>
                <c:pt idx="1492">
                  <c:v>44169</c:v>
                </c:pt>
                <c:pt idx="1493">
                  <c:v>44172</c:v>
                </c:pt>
                <c:pt idx="1494">
                  <c:v>44173</c:v>
                </c:pt>
                <c:pt idx="1495">
                  <c:v>44174</c:v>
                </c:pt>
                <c:pt idx="1496">
                  <c:v>44175</c:v>
                </c:pt>
                <c:pt idx="1497">
                  <c:v>44176</c:v>
                </c:pt>
                <c:pt idx="1498">
                  <c:v>44179</c:v>
                </c:pt>
                <c:pt idx="1499">
                  <c:v>44180</c:v>
                </c:pt>
                <c:pt idx="1500">
                  <c:v>44181</c:v>
                </c:pt>
                <c:pt idx="1501">
                  <c:v>44182</c:v>
                </c:pt>
                <c:pt idx="1502">
                  <c:v>44183</c:v>
                </c:pt>
                <c:pt idx="1503">
                  <c:v>44186</c:v>
                </c:pt>
                <c:pt idx="1504">
                  <c:v>44187</c:v>
                </c:pt>
                <c:pt idx="1505">
                  <c:v>44188</c:v>
                </c:pt>
                <c:pt idx="1506">
                  <c:v>44189</c:v>
                </c:pt>
                <c:pt idx="1507">
                  <c:v>44193</c:v>
                </c:pt>
                <c:pt idx="1508">
                  <c:v>44194</c:v>
                </c:pt>
                <c:pt idx="1509">
                  <c:v>44195</c:v>
                </c:pt>
                <c:pt idx="1510">
                  <c:v>44196</c:v>
                </c:pt>
                <c:pt idx="1511">
                  <c:v>44200</c:v>
                </c:pt>
                <c:pt idx="1512">
                  <c:v>44201</c:v>
                </c:pt>
                <c:pt idx="1513">
                  <c:v>44202</c:v>
                </c:pt>
                <c:pt idx="1514">
                  <c:v>44203</c:v>
                </c:pt>
                <c:pt idx="1515">
                  <c:v>44204</c:v>
                </c:pt>
                <c:pt idx="1516">
                  <c:v>44207</c:v>
                </c:pt>
                <c:pt idx="1517">
                  <c:v>44208</c:v>
                </c:pt>
                <c:pt idx="1518">
                  <c:v>44209</c:v>
                </c:pt>
                <c:pt idx="1519">
                  <c:v>44210</c:v>
                </c:pt>
                <c:pt idx="1520">
                  <c:v>44211</c:v>
                </c:pt>
                <c:pt idx="1521">
                  <c:v>44215</c:v>
                </c:pt>
                <c:pt idx="1522">
                  <c:v>44216</c:v>
                </c:pt>
                <c:pt idx="1523">
                  <c:v>44217</c:v>
                </c:pt>
                <c:pt idx="1524">
                  <c:v>44218</c:v>
                </c:pt>
                <c:pt idx="1525">
                  <c:v>44221</c:v>
                </c:pt>
                <c:pt idx="1526">
                  <c:v>44222</c:v>
                </c:pt>
                <c:pt idx="1527">
                  <c:v>44223</c:v>
                </c:pt>
                <c:pt idx="1528">
                  <c:v>44224</c:v>
                </c:pt>
                <c:pt idx="1529">
                  <c:v>44225</c:v>
                </c:pt>
                <c:pt idx="1530">
                  <c:v>44228</c:v>
                </c:pt>
                <c:pt idx="1531">
                  <c:v>44229</c:v>
                </c:pt>
                <c:pt idx="1532">
                  <c:v>44230</c:v>
                </c:pt>
                <c:pt idx="1533">
                  <c:v>44231</c:v>
                </c:pt>
                <c:pt idx="1534">
                  <c:v>44232</c:v>
                </c:pt>
                <c:pt idx="1535">
                  <c:v>44235</c:v>
                </c:pt>
                <c:pt idx="1536">
                  <c:v>44236</c:v>
                </c:pt>
                <c:pt idx="1537">
                  <c:v>44237</c:v>
                </c:pt>
                <c:pt idx="1538">
                  <c:v>44238</c:v>
                </c:pt>
                <c:pt idx="1539">
                  <c:v>44239</c:v>
                </c:pt>
                <c:pt idx="1540">
                  <c:v>44243</c:v>
                </c:pt>
                <c:pt idx="1541">
                  <c:v>44244</c:v>
                </c:pt>
                <c:pt idx="1542">
                  <c:v>44245</c:v>
                </c:pt>
                <c:pt idx="1543">
                  <c:v>44246</c:v>
                </c:pt>
                <c:pt idx="1544">
                  <c:v>44249</c:v>
                </c:pt>
                <c:pt idx="1545">
                  <c:v>44250</c:v>
                </c:pt>
                <c:pt idx="1546">
                  <c:v>44251</c:v>
                </c:pt>
                <c:pt idx="1547">
                  <c:v>44252</c:v>
                </c:pt>
                <c:pt idx="1548">
                  <c:v>44253</c:v>
                </c:pt>
                <c:pt idx="1549">
                  <c:v>44256</c:v>
                </c:pt>
                <c:pt idx="1550">
                  <c:v>44257</c:v>
                </c:pt>
                <c:pt idx="1551">
                  <c:v>44258</c:v>
                </c:pt>
                <c:pt idx="1552">
                  <c:v>44259</c:v>
                </c:pt>
                <c:pt idx="1553">
                  <c:v>44260</c:v>
                </c:pt>
                <c:pt idx="1554">
                  <c:v>44263</c:v>
                </c:pt>
                <c:pt idx="1555">
                  <c:v>44264</c:v>
                </c:pt>
                <c:pt idx="1556">
                  <c:v>44265</c:v>
                </c:pt>
                <c:pt idx="1557">
                  <c:v>44266</c:v>
                </c:pt>
                <c:pt idx="1558">
                  <c:v>44267</c:v>
                </c:pt>
                <c:pt idx="1559">
                  <c:v>44270</c:v>
                </c:pt>
                <c:pt idx="1560">
                  <c:v>44271</c:v>
                </c:pt>
                <c:pt idx="1561">
                  <c:v>44272</c:v>
                </c:pt>
                <c:pt idx="1562">
                  <c:v>44273</c:v>
                </c:pt>
                <c:pt idx="1563">
                  <c:v>44274</c:v>
                </c:pt>
                <c:pt idx="1564">
                  <c:v>44277</c:v>
                </c:pt>
                <c:pt idx="1565">
                  <c:v>44278</c:v>
                </c:pt>
                <c:pt idx="1566">
                  <c:v>44279</c:v>
                </c:pt>
                <c:pt idx="1567">
                  <c:v>44280</c:v>
                </c:pt>
                <c:pt idx="1568">
                  <c:v>44281</c:v>
                </c:pt>
                <c:pt idx="1569">
                  <c:v>44284</c:v>
                </c:pt>
                <c:pt idx="1570">
                  <c:v>44285</c:v>
                </c:pt>
                <c:pt idx="1571">
                  <c:v>44286</c:v>
                </c:pt>
                <c:pt idx="1572">
                  <c:v>44287</c:v>
                </c:pt>
                <c:pt idx="1573">
                  <c:v>44291</c:v>
                </c:pt>
                <c:pt idx="1574">
                  <c:v>44292</c:v>
                </c:pt>
                <c:pt idx="1575">
                  <c:v>44293</c:v>
                </c:pt>
                <c:pt idx="1576">
                  <c:v>44294</c:v>
                </c:pt>
                <c:pt idx="1577">
                  <c:v>44295</c:v>
                </c:pt>
                <c:pt idx="1578">
                  <c:v>44298</c:v>
                </c:pt>
                <c:pt idx="1579">
                  <c:v>44299</c:v>
                </c:pt>
                <c:pt idx="1580">
                  <c:v>44300</c:v>
                </c:pt>
                <c:pt idx="1581">
                  <c:v>44301</c:v>
                </c:pt>
                <c:pt idx="1582">
                  <c:v>44302</c:v>
                </c:pt>
                <c:pt idx="1583">
                  <c:v>44305</c:v>
                </c:pt>
                <c:pt idx="1584">
                  <c:v>44306</c:v>
                </c:pt>
                <c:pt idx="1585">
                  <c:v>44307</c:v>
                </c:pt>
                <c:pt idx="1586">
                  <c:v>44308</c:v>
                </c:pt>
                <c:pt idx="1587">
                  <c:v>44309</c:v>
                </c:pt>
                <c:pt idx="1588">
                  <c:v>44312</c:v>
                </c:pt>
                <c:pt idx="1589">
                  <c:v>44313</c:v>
                </c:pt>
                <c:pt idx="1590">
                  <c:v>44314</c:v>
                </c:pt>
                <c:pt idx="1591">
                  <c:v>44315</c:v>
                </c:pt>
                <c:pt idx="1592">
                  <c:v>44316</c:v>
                </c:pt>
                <c:pt idx="1593">
                  <c:v>44319</c:v>
                </c:pt>
                <c:pt idx="1594">
                  <c:v>44320</c:v>
                </c:pt>
                <c:pt idx="1595">
                  <c:v>44321</c:v>
                </c:pt>
                <c:pt idx="1596">
                  <c:v>44322</c:v>
                </c:pt>
                <c:pt idx="1597">
                  <c:v>44323</c:v>
                </c:pt>
                <c:pt idx="1598">
                  <c:v>44326</c:v>
                </c:pt>
                <c:pt idx="1599">
                  <c:v>44327</c:v>
                </c:pt>
                <c:pt idx="1600">
                  <c:v>44328</c:v>
                </c:pt>
                <c:pt idx="1601">
                  <c:v>44329</c:v>
                </c:pt>
                <c:pt idx="1602">
                  <c:v>44330</c:v>
                </c:pt>
                <c:pt idx="1603">
                  <c:v>44333</c:v>
                </c:pt>
                <c:pt idx="1604">
                  <c:v>44334</c:v>
                </c:pt>
                <c:pt idx="1605">
                  <c:v>44335</c:v>
                </c:pt>
                <c:pt idx="1606">
                  <c:v>44336</c:v>
                </c:pt>
                <c:pt idx="1607">
                  <c:v>44337</c:v>
                </c:pt>
                <c:pt idx="1608">
                  <c:v>44340</c:v>
                </c:pt>
                <c:pt idx="1609">
                  <c:v>44341</c:v>
                </c:pt>
                <c:pt idx="1610">
                  <c:v>44342</c:v>
                </c:pt>
                <c:pt idx="1611">
                  <c:v>44343</c:v>
                </c:pt>
                <c:pt idx="1612">
                  <c:v>44344</c:v>
                </c:pt>
                <c:pt idx="1613">
                  <c:v>44348</c:v>
                </c:pt>
                <c:pt idx="1614">
                  <c:v>44349</c:v>
                </c:pt>
                <c:pt idx="1615">
                  <c:v>44350</c:v>
                </c:pt>
                <c:pt idx="1616">
                  <c:v>44351</c:v>
                </c:pt>
                <c:pt idx="1617">
                  <c:v>44354</c:v>
                </c:pt>
                <c:pt idx="1618">
                  <c:v>44355</c:v>
                </c:pt>
                <c:pt idx="1619">
                  <c:v>44356</c:v>
                </c:pt>
                <c:pt idx="1620">
                  <c:v>44357</c:v>
                </c:pt>
                <c:pt idx="1621">
                  <c:v>44358</c:v>
                </c:pt>
                <c:pt idx="1622">
                  <c:v>44361</c:v>
                </c:pt>
                <c:pt idx="1623">
                  <c:v>44362</c:v>
                </c:pt>
                <c:pt idx="1624">
                  <c:v>44363</c:v>
                </c:pt>
                <c:pt idx="1625">
                  <c:v>44364</c:v>
                </c:pt>
                <c:pt idx="1626">
                  <c:v>44365</c:v>
                </c:pt>
                <c:pt idx="1627">
                  <c:v>44368</c:v>
                </c:pt>
                <c:pt idx="1628">
                  <c:v>44369</c:v>
                </c:pt>
                <c:pt idx="1629">
                  <c:v>44370</c:v>
                </c:pt>
                <c:pt idx="1630">
                  <c:v>44371</c:v>
                </c:pt>
                <c:pt idx="1631">
                  <c:v>44372</c:v>
                </c:pt>
                <c:pt idx="1632">
                  <c:v>44375</c:v>
                </c:pt>
                <c:pt idx="1633">
                  <c:v>44376</c:v>
                </c:pt>
                <c:pt idx="1634">
                  <c:v>44377</c:v>
                </c:pt>
                <c:pt idx="1635">
                  <c:v>44378</c:v>
                </c:pt>
                <c:pt idx="1636">
                  <c:v>44379</c:v>
                </c:pt>
                <c:pt idx="1637">
                  <c:v>44383</c:v>
                </c:pt>
                <c:pt idx="1638">
                  <c:v>44384</c:v>
                </c:pt>
                <c:pt idx="1639">
                  <c:v>44385</c:v>
                </c:pt>
                <c:pt idx="1640">
                  <c:v>44386</c:v>
                </c:pt>
                <c:pt idx="1641">
                  <c:v>44389</c:v>
                </c:pt>
                <c:pt idx="1642">
                  <c:v>44390</c:v>
                </c:pt>
                <c:pt idx="1643">
                  <c:v>44391</c:v>
                </c:pt>
                <c:pt idx="1644">
                  <c:v>44392</c:v>
                </c:pt>
                <c:pt idx="1645">
                  <c:v>44393</c:v>
                </c:pt>
                <c:pt idx="1646">
                  <c:v>44396</c:v>
                </c:pt>
                <c:pt idx="1647">
                  <c:v>44397</c:v>
                </c:pt>
                <c:pt idx="1648">
                  <c:v>44398</c:v>
                </c:pt>
                <c:pt idx="1649">
                  <c:v>44399</c:v>
                </c:pt>
                <c:pt idx="1650">
                  <c:v>44400</c:v>
                </c:pt>
                <c:pt idx="1651">
                  <c:v>44403</c:v>
                </c:pt>
                <c:pt idx="1652">
                  <c:v>44404</c:v>
                </c:pt>
                <c:pt idx="1653">
                  <c:v>44405</c:v>
                </c:pt>
                <c:pt idx="1654">
                  <c:v>44406</c:v>
                </c:pt>
                <c:pt idx="1655">
                  <c:v>44407</c:v>
                </c:pt>
                <c:pt idx="1656">
                  <c:v>44410</c:v>
                </c:pt>
                <c:pt idx="1657">
                  <c:v>44411</c:v>
                </c:pt>
                <c:pt idx="1658">
                  <c:v>44412</c:v>
                </c:pt>
                <c:pt idx="1659">
                  <c:v>44413</c:v>
                </c:pt>
                <c:pt idx="1660">
                  <c:v>44414</c:v>
                </c:pt>
                <c:pt idx="1661">
                  <c:v>44417</c:v>
                </c:pt>
                <c:pt idx="1662">
                  <c:v>44418</c:v>
                </c:pt>
                <c:pt idx="1663">
                  <c:v>44419</c:v>
                </c:pt>
                <c:pt idx="1664">
                  <c:v>44420</c:v>
                </c:pt>
                <c:pt idx="1665">
                  <c:v>44421</c:v>
                </c:pt>
                <c:pt idx="1666">
                  <c:v>44424</c:v>
                </c:pt>
                <c:pt idx="1667">
                  <c:v>44425</c:v>
                </c:pt>
                <c:pt idx="1668">
                  <c:v>44426</c:v>
                </c:pt>
                <c:pt idx="1669">
                  <c:v>44427</c:v>
                </c:pt>
                <c:pt idx="1670">
                  <c:v>44428</c:v>
                </c:pt>
                <c:pt idx="1671">
                  <c:v>44431</c:v>
                </c:pt>
                <c:pt idx="1672">
                  <c:v>44432</c:v>
                </c:pt>
                <c:pt idx="1673">
                  <c:v>44433</c:v>
                </c:pt>
                <c:pt idx="1674">
                  <c:v>44434</c:v>
                </c:pt>
                <c:pt idx="1675">
                  <c:v>44435</c:v>
                </c:pt>
                <c:pt idx="1676">
                  <c:v>44438</c:v>
                </c:pt>
                <c:pt idx="1677">
                  <c:v>44439</c:v>
                </c:pt>
                <c:pt idx="1678">
                  <c:v>44440</c:v>
                </c:pt>
                <c:pt idx="1679">
                  <c:v>44441</c:v>
                </c:pt>
                <c:pt idx="1680">
                  <c:v>44442</c:v>
                </c:pt>
                <c:pt idx="1681">
                  <c:v>44446</c:v>
                </c:pt>
                <c:pt idx="1682">
                  <c:v>44447</c:v>
                </c:pt>
                <c:pt idx="1683">
                  <c:v>44448</c:v>
                </c:pt>
                <c:pt idx="1684">
                  <c:v>44449</c:v>
                </c:pt>
                <c:pt idx="1685">
                  <c:v>44452</c:v>
                </c:pt>
                <c:pt idx="1686">
                  <c:v>44453</c:v>
                </c:pt>
                <c:pt idx="1687">
                  <c:v>44454</c:v>
                </c:pt>
                <c:pt idx="1688">
                  <c:v>44455</c:v>
                </c:pt>
                <c:pt idx="1689">
                  <c:v>44456</c:v>
                </c:pt>
                <c:pt idx="1690">
                  <c:v>44459</c:v>
                </c:pt>
                <c:pt idx="1691">
                  <c:v>44460</c:v>
                </c:pt>
                <c:pt idx="1692">
                  <c:v>44461</c:v>
                </c:pt>
                <c:pt idx="1693">
                  <c:v>44462</c:v>
                </c:pt>
                <c:pt idx="1694">
                  <c:v>44463</c:v>
                </c:pt>
                <c:pt idx="1695">
                  <c:v>44466</c:v>
                </c:pt>
                <c:pt idx="1696">
                  <c:v>44467</c:v>
                </c:pt>
                <c:pt idx="1697">
                  <c:v>44468</c:v>
                </c:pt>
                <c:pt idx="1698">
                  <c:v>44469</c:v>
                </c:pt>
                <c:pt idx="1699">
                  <c:v>44470</c:v>
                </c:pt>
                <c:pt idx="1700">
                  <c:v>44473</c:v>
                </c:pt>
                <c:pt idx="1701">
                  <c:v>44474</c:v>
                </c:pt>
                <c:pt idx="1702">
                  <c:v>44475</c:v>
                </c:pt>
                <c:pt idx="1703">
                  <c:v>44476</c:v>
                </c:pt>
                <c:pt idx="1704">
                  <c:v>44477</c:v>
                </c:pt>
                <c:pt idx="1705">
                  <c:v>44480</c:v>
                </c:pt>
                <c:pt idx="1706">
                  <c:v>44481</c:v>
                </c:pt>
                <c:pt idx="1707">
                  <c:v>44482</c:v>
                </c:pt>
                <c:pt idx="1708">
                  <c:v>44483</c:v>
                </c:pt>
                <c:pt idx="1709">
                  <c:v>44484</c:v>
                </c:pt>
                <c:pt idx="1710">
                  <c:v>44487</c:v>
                </c:pt>
                <c:pt idx="1711">
                  <c:v>44488</c:v>
                </c:pt>
                <c:pt idx="1712">
                  <c:v>44489</c:v>
                </c:pt>
                <c:pt idx="1713">
                  <c:v>44490</c:v>
                </c:pt>
                <c:pt idx="1714">
                  <c:v>44491</c:v>
                </c:pt>
                <c:pt idx="1715">
                  <c:v>44494</c:v>
                </c:pt>
                <c:pt idx="1716">
                  <c:v>44495</c:v>
                </c:pt>
                <c:pt idx="1717">
                  <c:v>44496</c:v>
                </c:pt>
                <c:pt idx="1718">
                  <c:v>44497</c:v>
                </c:pt>
                <c:pt idx="1719">
                  <c:v>44498</c:v>
                </c:pt>
                <c:pt idx="1720">
                  <c:v>44501</c:v>
                </c:pt>
                <c:pt idx="1721">
                  <c:v>44502</c:v>
                </c:pt>
                <c:pt idx="1722">
                  <c:v>44503</c:v>
                </c:pt>
                <c:pt idx="1723">
                  <c:v>44504</c:v>
                </c:pt>
                <c:pt idx="1724">
                  <c:v>44505</c:v>
                </c:pt>
                <c:pt idx="1725">
                  <c:v>44508</c:v>
                </c:pt>
                <c:pt idx="1726">
                  <c:v>44509</c:v>
                </c:pt>
                <c:pt idx="1727">
                  <c:v>44510</c:v>
                </c:pt>
                <c:pt idx="1728">
                  <c:v>44511</c:v>
                </c:pt>
                <c:pt idx="1729">
                  <c:v>44512</c:v>
                </c:pt>
                <c:pt idx="1730">
                  <c:v>44515</c:v>
                </c:pt>
                <c:pt idx="1731">
                  <c:v>44516</c:v>
                </c:pt>
                <c:pt idx="1732">
                  <c:v>44517</c:v>
                </c:pt>
                <c:pt idx="1733">
                  <c:v>44518</c:v>
                </c:pt>
                <c:pt idx="1734">
                  <c:v>44519</c:v>
                </c:pt>
                <c:pt idx="1735">
                  <c:v>44522</c:v>
                </c:pt>
                <c:pt idx="1736">
                  <c:v>44523</c:v>
                </c:pt>
                <c:pt idx="1737">
                  <c:v>44524</c:v>
                </c:pt>
                <c:pt idx="1738">
                  <c:v>44526</c:v>
                </c:pt>
                <c:pt idx="1739">
                  <c:v>44529</c:v>
                </c:pt>
                <c:pt idx="1740">
                  <c:v>44530</c:v>
                </c:pt>
                <c:pt idx="1741">
                  <c:v>44531</c:v>
                </c:pt>
                <c:pt idx="1742">
                  <c:v>44532</c:v>
                </c:pt>
                <c:pt idx="1743">
                  <c:v>44533</c:v>
                </c:pt>
                <c:pt idx="1744">
                  <c:v>44536</c:v>
                </c:pt>
                <c:pt idx="1745">
                  <c:v>44537</c:v>
                </c:pt>
                <c:pt idx="1746">
                  <c:v>44538</c:v>
                </c:pt>
                <c:pt idx="1747">
                  <c:v>44539</c:v>
                </c:pt>
                <c:pt idx="1748">
                  <c:v>44540</c:v>
                </c:pt>
                <c:pt idx="1749">
                  <c:v>44543</c:v>
                </c:pt>
                <c:pt idx="1750">
                  <c:v>44544</c:v>
                </c:pt>
                <c:pt idx="1751">
                  <c:v>44545</c:v>
                </c:pt>
                <c:pt idx="1752">
                  <c:v>44546</c:v>
                </c:pt>
                <c:pt idx="1753">
                  <c:v>44547</c:v>
                </c:pt>
                <c:pt idx="1754">
                  <c:v>44550</c:v>
                </c:pt>
                <c:pt idx="1755">
                  <c:v>44551</c:v>
                </c:pt>
                <c:pt idx="1756">
                  <c:v>44552</c:v>
                </c:pt>
                <c:pt idx="1757">
                  <c:v>44553</c:v>
                </c:pt>
                <c:pt idx="1758">
                  <c:v>44557</c:v>
                </c:pt>
                <c:pt idx="1759">
                  <c:v>44558</c:v>
                </c:pt>
                <c:pt idx="1760">
                  <c:v>44559</c:v>
                </c:pt>
                <c:pt idx="1761">
                  <c:v>44560</c:v>
                </c:pt>
                <c:pt idx="1762">
                  <c:v>44561</c:v>
                </c:pt>
                <c:pt idx="1763">
                  <c:v>44564</c:v>
                </c:pt>
                <c:pt idx="1764">
                  <c:v>44565</c:v>
                </c:pt>
                <c:pt idx="1765">
                  <c:v>44566</c:v>
                </c:pt>
                <c:pt idx="1766">
                  <c:v>44567</c:v>
                </c:pt>
                <c:pt idx="1767">
                  <c:v>44568</c:v>
                </c:pt>
                <c:pt idx="1768">
                  <c:v>44571</c:v>
                </c:pt>
                <c:pt idx="1769">
                  <c:v>44572</c:v>
                </c:pt>
                <c:pt idx="1770">
                  <c:v>44573</c:v>
                </c:pt>
                <c:pt idx="1771">
                  <c:v>44574</c:v>
                </c:pt>
                <c:pt idx="1772">
                  <c:v>44575</c:v>
                </c:pt>
                <c:pt idx="1773">
                  <c:v>44579</c:v>
                </c:pt>
                <c:pt idx="1774">
                  <c:v>44580</c:v>
                </c:pt>
                <c:pt idx="1775">
                  <c:v>44581</c:v>
                </c:pt>
                <c:pt idx="1776">
                  <c:v>44582</c:v>
                </c:pt>
                <c:pt idx="1777">
                  <c:v>44585</c:v>
                </c:pt>
                <c:pt idx="1778">
                  <c:v>44586</c:v>
                </c:pt>
                <c:pt idx="1779">
                  <c:v>44587</c:v>
                </c:pt>
                <c:pt idx="1780">
                  <c:v>44588</c:v>
                </c:pt>
                <c:pt idx="1781">
                  <c:v>44589</c:v>
                </c:pt>
                <c:pt idx="1782">
                  <c:v>44592</c:v>
                </c:pt>
                <c:pt idx="1783">
                  <c:v>44593</c:v>
                </c:pt>
                <c:pt idx="1784">
                  <c:v>44594</c:v>
                </c:pt>
                <c:pt idx="1785">
                  <c:v>44595</c:v>
                </c:pt>
                <c:pt idx="1786">
                  <c:v>44596</c:v>
                </c:pt>
                <c:pt idx="1787">
                  <c:v>44599</c:v>
                </c:pt>
                <c:pt idx="1788">
                  <c:v>44600</c:v>
                </c:pt>
                <c:pt idx="1789">
                  <c:v>44601</c:v>
                </c:pt>
                <c:pt idx="1790">
                  <c:v>44602</c:v>
                </c:pt>
                <c:pt idx="1791">
                  <c:v>44603</c:v>
                </c:pt>
                <c:pt idx="1792">
                  <c:v>44606</c:v>
                </c:pt>
                <c:pt idx="1793">
                  <c:v>44607</c:v>
                </c:pt>
                <c:pt idx="1794">
                  <c:v>44608</c:v>
                </c:pt>
                <c:pt idx="1795">
                  <c:v>44609</c:v>
                </c:pt>
                <c:pt idx="1796">
                  <c:v>44610</c:v>
                </c:pt>
                <c:pt idx="1797">
                  <c:v>44614</c:v>
                </c:pt>
                <c:pt idx="1798">
                  <c:v>44615</c:v>
                </c:pt>
                <c:pt idx="1799">
                  <c:v>44616</c:v>
                </c:pt>
                <c:pt idx="1800">
                  <c:v>44617</c:v>
                </c:pt>
                <c:pt idx="1801">
                  <c:v>44620</c:v>
                </c:pt>
                <c:pt idx="1802">
                  <c:v>44621</c:v>
                </c:pt>
                <c:pt idx="1803">
                  <c:v>44622</c:v>
                </c:pt>
                <c:pt idx="1804">
                  <c:v>44623</c:v>
                </c:pt>
                <c:pt idx="1805">
                  <c:v>44624</c:v>
                </c:pt>
                <c:pt idx="1806">
                  <c:v>44627</c:v>
                </c:pt>
                <c:pt idx="1807">
                  <c:v>44628</c:v>
                </c:pt>
                <c:pt idx="1808">
                  <c:v>44629</c:v>
                </c:pt>
                <c:pt idx="1809">
                  <c:v>44630</c:v>
                </c:pt>
                <c:pt idx="1810">
                  <c:v>44631</c:v>
                </c:pt>
                <c:pt idx="1811">
                  <c:v>44634</c:v>
                </c:pt>
                <c:pt idx="1812">
                  <c:v>44635</c:v>
                </c:pt>
                <c:pt idx="1813">
                  <c:v>44636</c:v>
                </c:pt>
                <c:pt idx="1814">
                  <c:v>44637</c:v>
                </c:pt>
                <c:pt idx="1815">
                  <c:v>44638</c:v>
                </c:pt>
                <c:pt idx="1816">
                  <c:v>44641</c:v>
                </c:pt>
                <c:pt idx="1817">
                  <c:v>44642</c:v>
                </c:pt>
                <c:pt idx="1818">
                  <c:v>44643</c:v>
                </c:pt>
                <c:pt idx="1819">
                  <c:v>44644</c:v>
                </c:pt>
                <c:pt idx="1820">
                  <c:v>44645</c:v>
                </c:pt>
                <c:pt idx="1821">
                  <c:v>44648</c:v>
                </c:pt>
                <c:pt idx="1822">
                  <c:v>44649</c:v>
                </c:pt>
                <c:pt idx="1823">
                  <c:v>44650</c:v>
                </c:pt>
                <c:pt idx="1824">
                  <c:v>44651</c:v>
                </c:pt>
                <c:pt idx="1825">
                  <c:v>44652</c:v>
                </c:pt>
                <c:pt idx="1826">
                  <c:v>44655</c:v>
                </c:pt>
                <c:pt idx="1827">
                  <c:v>44656</c:v>
                </c:pt>
                <c:pt idx="1828">
                  <c:v>44657</c:v>
                </c:pt>
                <c:pt idx="1829">
                  <c:v>44658</c:v>
                </c:pt>
                <c:pt idx="1830">
                  <c:v>44659</c:v>
                </c:pt>
                <c:pt idx="1831">
                  <c:v>44662</c:v>
                </c:pt>
                <c:pt idx="1832">
                  <c:v>44663</c:v>
                </c:pt>
                <c:pt idx="1833">
                  <c:v>44664</c:v>
                </c:pt>
                <c:pt idx="1834">
                  <c:v>44665</c:v>
                </c:pt>
                <c:pt idx="1835">
                  <c:v>44669</c:v>
                </c:pt>
                <c:pt idx="1836">
                  <c:v>44670</c:v>
                </c:pt>
                <c:pt idx="1837">
                  <c:v>44671</c:v>
                </c:pt>
                <c:pt idx="1838">
                  <c:v>44672</c:v>
                </c:pt>
                <c:pt idx="1839">
                  <c:v>44673</c:v>
                </c:pt>
                <c:pt idx="1840">
                  <c:v>44676</c:v>
                </c:pt>
                <c:pt idx="1841">
                  <c:v>44677</c:v>
                </c:pt>
                <c:pt idx="1842">
                  <c:v>44678</c:v>
                </c:pt>
                <c:pt idx="1843">
                  <c:v>44679</c:v>
                </c:pt>
                <c:pt idx="1844">
                  <c:v>44680</c:v>
                </c:pt>
                <c:pt idx="1845">
                  <c:v>44683</c:v>
                </c:pt>
                <c:pt idx="1846">
                  <c:v>44684</c:v>
                </c:pt>
                <c:pt idx="1847">
                  <c:v>44685</c:v>
                </c:pt>
                <c:pt idx="1848">
                  <c:v>44686</c:v>
                </c:pt>
                <c:pt idx="1849">
                  <c:v>44687</c:v>
                </c:pt>
                <c:pt idx="1850">
                  <c:v>44690</c:v>
                </c:pt>
                <c:pt idx="1851">
                  <c:v>44691</c:v>
                </c:pt>
                <c:pt idx="1852">
                  <c:v>44692</c:v>
                </c:pt>
                <c:pt idx="1853">
                  <c:v>44693</c:v>
                </c:pt>
                <c:pt idx="1854">
                  <c:v>44694</c:v>
                </c:pt>
                <c:pt idx="1855">
                  <c:v>44697</c:v>
                </c:pt>
                <c:pt idx="1856">
                  <c:v>44698</c:v>
                </c:pt>
                <c:pt idx="1857">
                  <c:v>44699</c:v>
                </c:pt>
                <c:pt idx="1858">
                  <c:v>44700</c:v>
                </c:pt>
                <c:pt idx="1859">
                  <c:v>44701</c:v>
                </c:pt>
                <c:pt idx="1860">
                  <c:v>44704</c:v>
                </c:pt>
                <c:pt idx="1861">
                  <c:v>44705</c:v>
                </c:pt>
                <c:pt idx="1862">
                  <c:v>44706</c:v>
                </c:pt>
                <c:pt idx="1863">
                  <c:v>44707</c:v>
                </c:pt>
                <c:pt idx="1864">
                  <c:v>44708</c:v>
                </c:pt>
                <c:pt idx="1865">
                  <c:v>44712</c:v>
                </c:pt>
                <c:pt idx="1866">
                  <c:v>44713</c:v>
                </c:pt>
                <c:pt idx="1867">
                  <c:v>44714</c:v>
                </c:pt>
                <c:pt idx="1868">
                  <c:v>44715</c:v>
                </c:pt>
                <c:pt idx="1869">
                  <c:v>44718</c:v>
                </c:pt>
                <c:pt idx="1870">
                  <c:v>44719</c:v>
                </c:pt>
                <c:pt idx="1871">
                  <c:v>44720</c:v>
                </c:pt>
                <c:pt idx="1872">
                  <c:v>44721</c:v>
                </c:pt>
                <c:pt idx="1873">
                  <c:v>44722</c:v>
                </c:pt>
                <c:pt idx="1874">
                  <c:v>44725</c:v>
                </c:pt>
                <c:pt idx="1875">
                  <c:v>44726</c:v>
                </c:pt>
                <c:pt idx="1876">
                  <c:v>44727</c:v>
                </c:pt>
                <c:pt idx="1877">
                  <c:v>44728</c:v>
                </c:pt>
                <c:pt idx="1878">
                  <c:v>44729</c:v>
                </c:pt>
                <c:pt idx="1879">
                  <c:v>44733</c:v>
                </c:pt>
                <c:pt idx="1880">
                  <c:v>44734</c:v>
                </c:pt>
                <c:pt idx="1881">
                  <c:v>44735</c:v>
                </c:pt>
                <c:pt idx="1882">
                  <c:v>44736</c:v>
                </c:pt>
                <c:pt idx="1883">
                  <c:v>44739</c:v>
                </c:pt>
                <c:pt idx="1884">
                  <c:v>44740</c:v>
                </c:pt>
                <c:pt idx="1885">
                  <c:v>44741</c:v>
                </c:pt>
                <c:pt idx="1886">
                  <c:v>44742</c:v>
                </c:pt>
                <c:pt idx="1887">
                  <c:v>44743</c:v>
                </c:pt>
                <c:pt idx="1888">
                  <c:v>44747</c:v>
                </c:pt>
                <c:pt idx="1889">
                  <c:v>44748</c:v>
                </c:pt>
                <c:pt idx="1890">
                  <c:v>44749</c:v>
                </c:pt>
                <c:pt idx="1891">
                  <c:v>44750</c:v>
                </c:pt>
                <c:pt idx="1892">
                  <c:v>44753</c:v>
                </c:pt>
                <c:pt idx="1893">
                  <c:v>44754</c:v>
                </c:pt>
                <c:pt idx="1894">
                  <c:v>44755</c:v>
                </c:pt>
                <c:pt idx="1895">
                  <c:v>44756</c:v>
                </c:pt>
                <c:pt idx="1896">
                  <c:v>44757</c:v>
                </c:pt>
                <c:pt idx="1897">
                  <c:v>44760</c:v>
                </c:pt>
                <c:pt idx="1898">
                  <c:v>44761</c:v>
                </c:pt>
                <c:pt idx="1899">
                  <c:v>44762</c:v>
                </c:pt>
                <c:pt idx="1900">
                  <c:v>44763</c:v>
                </c:pt>
                <c:pt idx="1901">
                  <c:v>44764</c:v>
                </c:pt>
                <c:pt idx="1902">
                  <c:v>44767</c:v>
                </c:pt>
                <c:pt idx="1903">
                  <c:v>44768</c:v>
                </c:pt>
                <c:pt idx="1904">
                  <c:v>44769</c:v>
                </c:pt>
                <c:pt idx="1905">
                  <c:v>44770</c:v>
                </c:pt>
                <c:pt idx="1906">
                  <c:v>44771</c:v>
                </c:pt>
                <c:pt idx="1907">
                  <c:v>44774</c:v>
                </c:pt>
                <c:pt idx="1908">
                  <c:v>44775</c:v>
                </c:pt>
                <c:pt idx="1909">
                  <c:v>44776</c:v>
                </c:pt>
                <c:pt idx="1910">
                  <c:v>44777</c:v>
                </c:pt>
                <c:pt idx="1911">
                  <c:v>44778</c:v>
                </c:pt>
                <c:pt idx="1912">
                  <c:v>44781</c:v>
                </c:pt>
                <c:pt idx="1913">
                  <c:v>44782</c:v>
                </c:pt>
                <c:pt idx="1914">
                  <c:v>44783</c:v>
                </c:pt>
                <c:pt idx="1915">
                  <c:v>44784</c:v>
                </c:pt>
                <c:pt idx="1916">
                  <c:v>44785</c:v>
                </c:pt>
                <c:pt idx="1917">
                  <c:v>44788</c:v>
                </c:pt>
                <c:pt idx="1918">
                  <c:v>44789</c:v>
                </c:pt>
                <c:pt idx="1919">
                  <c:v>44790</c:v>
                </c:pt>
                <c:pt idx="1920">
                  <c:v>44791</c:v>
                </c:pt>
                <c:pt idx="1921">
                  <c:v>44792</c:v>
                </c:pt>
                <c:pt idx="1922">
                  <c:v>44795</c:v>
                </c:pt>
                <c:pt idx="1923">
                  <c:v>44796</c:v>
                </c:pt>
                <c:pt idx="1924">
                  <c:v>44797</c:v>
                </c:pt>
                <c:pt idx="1925">
                  <c:v>44798</c:v>
                </c:pt>
                <c:pt idx="1926">
                  <c:v>44799</c:v>
                </c:pt>
                <c:pt idx="1927">
                  <c:v>44802</c:v>
                </c:pt>
                <c:pt idx="1928">
                  <c:v>44803</c:v>
                </c:pt>
                <c:pt idx="1929">
                  <c:v>44804</c:v>
                </c:pt>
                <c:pt idx="1930">
                  <c:v>44805</c:v>
                </c:pt>
                <c:pt idx="1931">
                  <c:v>44806</c:v>
                </c:pt>
                <c:pt idx="1932">
                  <c:v>44810</c:v>
                </c:pt>
                <c:pt idx="1933">
                  <c:v>44811</c:v>
                </c:pt>
                <c:pt idx="1934">
                  <c:v>44812</c:v>
                </c:pt>
                <c:pt idx="1935">
                  <c:v>44813</c:v>
                </c:pt>
                <c:pt idx="1936">
                  <c:v>44816</c:v>
                </c:pt>
                <c:pt idx="1937">
                  <c:v>44817</c:v>
                </c:pt>
                <c:pt idx="1938">
                  <c:v>44818</c:v>
                </c:pt>
                <c:pt idx="1939">
                  <c:v>44819</c:v>
                </c:pt>
                <c:pt idx="1940">
                  <c:v>44820</c:v>
                </c:pt>
                <c:pt idx="1941">
                  <c:v>44823</c:v>
                </c:pt>
                <c:pt idx="1942">
                  <c:v>44824</c:v>
                </c:pt>
                <c:pt idx="1943">
                  <c:v>44825</c:v>
                </c:pt>
                <c:pt idx="1944">
                  <c:v>44826</c:v>
                </c:pt>
                <c:pt idx="1945">
                  <c:v>44827</c:v>
                </c:pt>
                <c:pt idx="1946">
                  <c:v>44830</c:v>
                </c:pt>
                <c:pt idx="1947">
                  <c:v>44831</c:v>
                </c:pt>
                <c:pt idx="1948">
                  <c:v>44832</c:v>
                </c:pt>
                <c:pt idx="1949">
                  <c:v>44833</c:v>
                </c:pt>
                <c:pt idx="1950">
                  <c:v>44834</c:v>
                </c:pt>
                <c:pt idx="1951">
                  <c:v>44837</c:v>
                </c:pt>
                <c:pt idx="1952">
                  <c:v>44838</c:v>
                </c:pt>
                <c:pt idx="1953">
                  <c:v>44839</c:v>
                </c:pt>
                <c:pt idx="1954">
                  <c:v>44840</c:v>
                </c:pt>
                <c:pt idx="1955">
                  <c:v>44841</c:v>
                </c:pt>
                <c:pt idx="1956">
                  <c:v>44844</c:v>
                </c:pt>
                <c:pt idx="1957">
                  <c:v>44845</c:v>
                </c:pt>
                <c:pt idx="1958">
                  <c:v>44846</c:v>
                </c:pt>
                <c:pt idx="1959">
                  <c:v>44847</c:v>
                </c:pt>
                <c:pt idx="1960">
                  <c:v>44848</c:v>
                </c:pt>
                <c:pt idx="1961">
                  <c:v>44851</c:v>
                </c:pt>
                <c:pt idx="1962">
                  <c:v>44852</c:v>
                </c:pt>
                <c:pt idx="1963">
                  <c:v>44853</c:v>
                </c:pt>
                <c:pt idx="1964">
                  <c:v>44854</c:v>
                </c:pt>
                <c:pt idx="1965">
                  <c:v>44855</c:v>
                </c:pt>
                <c:pt idx="1966">
                  <c:v>44858</c:v>
                </c:pt>
                <c:pt idx="1967">
                  <c:v>44859</c:v>
                </c:pt>
                <c:pt idx="1968">
                  <c:v>44860</c:v>
                </c:pt>
                <c:pt idx="1969">
                  <c:v>44861</c:v>
                </c:pt>
                <c:pt idx="1970">
                  <c:v>44862</c:v>
                </c:pt>
                <c:pt idx="1971">
                  <c:v>44865</c:v>
                </c:pt>
                <c:pt idx="1972">
                  <c:v>44866</c:v>
                </c:pt>
                <c:pt idx="1973">
                  <c:v>44867</c:v>
                </c:pt>
                <c:pt idx="1974">
                  <c:v>44868</c:v>
                </c:pt>
                <c:pt idx="1975">
                  <c:v>44869</c:v>
                </c:pt>
                <c:pt idx="1976">
                  <c:v>44872</c:v>
                </c:pt>
                <c:pt idx="1977">
                  <c:v>44873</c:v>
                </c:pt>
                <c:pt idx="1978">
                  <c:v>44874</c:v>
                </c:pt>
                <c:pt idx="1979">
                  <c:v>44875</c:v>
                </c:pt>
                <c:pt idx="1980">
                  <c:v>44876</c:v>
                </c:pt>
                <c:pt idx="1981">
                  <c:v>44879</c:v>
                </c:pt>
                <c:pt idx="1982">
                  <c:v>44880</c:v>
                </c:pt>
                <c:pt idx="1983">
                  <c:v>44881</c:v>
                </c:pt>
                <c:pt idx="1984">
                  <c:v>44882</c:v>
                </c:pt>
                <c:pt idx="1985">
                  <c:v>44883</c:v>
                </c:pt>
                <c:pt idx="1986">
                  <c:v>44886</c:v>
                </c:pt>
                <c:pt idx="1987">
                  <c:v>44887</c:v>
                </c:pt>
                <c:pt idx="1988">
                  <c:v>44888</c:v>
                </c:pt>
                <c:pt idx="1989">
                  <c:v>44890</c:v>
                </c:pt>
                <c:pt idx="1990">
                  <c:v>44893</c:v>
                </c:pt>
                <c:pt idx="1991">
                  <c:v>44894</c:v>
                </c:pt>
                <c:pt idx="1992">
                  <c:v>44895</c:v>
                </c:pt>
                <c:pt idx="1993">
                  <c:v>44896</c:v>
                </c:pt>
                <c:pt idx="1994">
                  <c:v>44897</c:v>
                </c:pt>
                <c:pt idx="1995">
                  <c:v>44900</c:v>
                </c:pt>
                <c:pt idx="1996">
                  <c:v>44901</c:v>
                </c:pt>
                <c:pt idx="1997">
                  <c:v>44902</c:v>
                </c:pt>
                <c:pt idx="1998">
                  <c:v>44903</c:v>
                </c:pt>
                <c:pt idx="1999">
                  <c:v>44904</c:v>
                </c:pt>
                <c:pt idx="2000">
                  <c:v>44907</c:v>
                </c:pt>
                <c:pt idx="2001">
                  <c:v>44908</c:v>
                </c:pt>
                <c:pt idx="2002">
                  <c:v>44909</c:v>
                </c:pt>
                <c:pt idx="2003">
                  <c:v>44910</c:v>
                </c:pt>
                <c:pt idx="2004">
                  <c:v>44911</c:v>
                </c:pt>
                <c:pt idx="2005">
                  <c:v>44914</c:v>
                </c:pt>
                <c:pt idx="2006">
                  <c:v>44915</c:v>
                </c:pt>
                <c:pt idx="2007">
                  <c:v>44916</c:v>
                </c:pt>
                <c:pt idx="2008">
                  <c:v>44917</c:v>
                </c:pt>
                <c:pt idx="2009">
                  <c:v>44918</c:v>
                </c:pt>
                <c:pt idx="2010">
                  <c:v>44922</c:v>
                </c:pt>
                <c:pt idx="2011">
                  <c:v>44923</c:v>
                </c:pt>
                <c:pt idx="2012">
                  <c:v>44924</c:v>
                </c:pt>
                <c:pt idx="2013">
                  <c:v>44925</c:v>
                </c:pt>
                <c:pt idx="2014">
                  <c:v>44929</c:v>
                </c:pt>
                <c:pt idx="2015">
                  <c:v>44930</c:v>
                </c:pt>
                <c:pt idx="2016">
                  <c:v>44931</c:v>
                </c:pt>
                <c:pt idx="2017">
                  <c:v>44932</c:v>
                </c:pt>
                <c:pt idx="2018">
                  <c:v>44935</c:v>
                </c:pt>
                <c:pt idx="2019">
                  <c:v>44936</c:v>
                </c:pt>
                <c:pt idx="2020">
                  <c:v>44937</c:v>
                </c:pt>
                <c:pt idx="2021">
                  <c:v>44938</c:v>
                </c:pt>
                <c:pt idx="2022">
                  <c:v>44939</c:v>
                </c:pt>
                <c:pt idx="2023">
                  <c:v>44943</c:v>
                </c:pt>
                <c:pt idx="2024">
                  <c:v>44944</c:v>
                </c:pt>
                <c:pt idx="2025">
                  <c:v>44945</c:v>
                </c:pt>
                <c:pt idx="2026">
                  <c:v>44946</c:v>
                </c:pt>
                <c:pt idx="2027">
                  <c:v>44949</c:v>
                </c:pt>
                <c:pt idx="2028">
                  <c:v>44950</c:v>
                </c:pt>
                <c:pt idx="2029">
                  <c:v>44951</c:v>
                </c:pt>
                <c:pt idx="2030">
                  <c:v>44952</c:v>
                </c:pt>
                <c:pt idx="2031">
                  <c:v>44953</c:v>
                </c:pt>
                <c:pt idx="2032">
                  <c:v>44956</c:v>
                </c:pt>
                <c:pt idx="2033">
                  <c:v>44957</c:v>
                </c:pt>
                <c:pt idx="2034">
                  <c:v>44958</c:v>
                </c:pt>
                <c:pt idx="2035">
                  <c:v>44959</c:v>
                </c:pt>
                <c:pt idx="2036">
                  <c:v>44960</c:v>
                </c:pt>
                <c:pt idx="2037">
                  <c:v>44963</c:v>
                </c:pt>
                <c:pt idx="2038">
                  <c:v>44964</c:v>
                </c:pt>
                <c:pt idx="2039">
                  <c:v>44965</c:v>
                </c:pt>
                <c:pt idx="2040">
                  <c:v>44966</c:v>
                </c:pt>
                <c:pt idx="2041">
                  <c:v>44967</c:v>
                </c:pt>
                <c:pt idx="2042">
                  <c:v>44970</c:v>
                </c:pt>
                <c:pt idx="2043">
                  <c:v>44971</c:v>
                </c:pt>
                <c:pt idx="2044">
                  <c:v>44972</c:v>
                </c:pt>
                <c:pt idx="2045">
                  <c:v>44973</c:v>
                </c:pt>
                <c:pt idx="2046">
                  <c:v>44974</c:v>
                </c:pt>
                <c:pt idx="2047">
                  <c:v>44978</c:v>
                </c:pt>
                <c:pt idx="2048">
                  <c:v>44979</c:v>
                </c:pt>
                <c:pt idx="2049">
                  <c:v>44980</c:v>
                </c:pt>
                <c:pt idx="2050">
                  <c:v>44981</c:v>
                </c:pt>
                <c:pt idx="2051">
                  <c:v>44984</c:v>
                </c:pt>
                <c:pt idx="2052">
                  <c:v>44985</c:v>
                </c:pt>
                <c:pt idx="2053">
                  <c:v>44986</c:v>
                </c:pt>
                <c:pt idx="2054">
                  <c:v>44987</c:v>
                </c:pt>
                <c:pt idx="2055">
                  <c:v>44988</c:v>
                </c:pt>
                <c:pt idx="2056">
                  <c:v>44991</c:v>
                </c:pt>
                <c:pt idx="2057">
                  <c:v>44992</c:v>
                </c:pt>
                <c:pt idx="2058">
                  <c:v>44993</c:v>
                </c:pt>
                <c:pt idx="2059">
                  <c:v>44994</c:v>
                </c:pt>
                <c:pt idx="2060">
                  <c:v>44995</c:v>
                </c:pt>
                <c:pt idx="2061">
                  <c:v>44998</c:v>
                </c:pt>
                <c:pt idx="2062">
                  <c:v>44999</c:v>
                </c:pt>
                <c:pt idx="2063">
                  <c:v>45000</c:v>
                </c:pt>
                <c:pt idx="2064">
                  <c:v>45001</c:v>
                </c:pt>
                <c:pt idx="2065">
                  <c:v>45002</c:v>
                </c:pt>
                <c:pt idx="2066">
                  <c:v>45005</c:v>
                </c:pt>
                <c:pt idx="2067">
                  <c:v>45006</c:v>
                </c:pt>
                <c:pt idx="2068">
                  <c:v>45007</c:v>
                </c:pt>
                <c:pt idx="2069">
                  <c:v>45008</c:v>
                </c:pt>
                <c:pt idx="2070">
                  <c:v>45009</c:v>
                </c:pt>
                <c:pt idx="2071">
                  <c:v>45012</c:v>
                </c:pt>
                <c:pt idx="2072">
                  <c:v>45013</c:v>
                </c:pt>
                <c:pt idx="2073">
                  <c:v>45014</c:v>
                </c:pt>
                <c:pt idx="2074">
                  <c:v>45015</c:v>
                </c:pt>
                <c:pt idx="2075">
                  <c:v>45016</c:v>
                </c:pt>
                <c:pt idx="2076">
                  <c:v>45019</c:v>
                </c:pt>
                <c:pt idx="2077">
                  <c:v>45020</c:v>
                </c:pt>
                <c:pt idx="2078">
                  <c:v>45021</c:v>
                </c:pt>
                <c:pt idx="2079">
                  <c:v>45022</c:v>
                </c:pt>
                <c:pt idx="2080">
                  <c:v>45026</c:v>
                </c:pt>
                <c:pt idx="2081">
                  <c:v>45027</c:v>
                </c:pt>
                <c:pt idx="2082">
                  <c:v>45028</c:v>
                </c:pt>
                <c:pt idx="2083">
                  <c:v>45029</c:v>
                </c:pt>
                <c:pt idx="2084">
                  <c:v>45030</c:v>
                </c:pt>
                <c:pt idx="2085">
                  <c:v>45033</c:v>
                </c:pt>
                <c:pt idx="2086">
                  <c:v>45034</c:v>
                </c:pt>
                <c:pt idx="2087">
                  <c:v>45035</c:v>
                </c:pt>
                <c:pt idx="2088">
                  <c:v>45036</c:v>
                </c:pt>
                <c:pt idx="2089">
                  <c:v>45037</c:v>
                </c:pt>
                <c:pt idx="2090">
                  <c:v>45040</c:v>
                </c:pt>
                <c:pt idx="2091">
                  <c:v>45041</c:v>
                </c:pt>
                <c:pt idx="2092">
                  <c:v>45042</c:v>
                </c:pt>
                <c:pt idx="2093">
                  <c:v>45043</c:v>
                </c:pt>
                <c:pt idx="2094">
                  <c:v>45044</c:v>
                </c:pt>
                <c:pt idx="2095">
                  <c:v>45047</c:v>
                </c:pt>
                <c:pt idx="2096">
                  <c:v>45048</c:v>
                </c:pt>
                <c:pt idx="2097">
                  <c:v>45049</c:v>
                </c:pt>
                <c:pt idx="2098">
                  <c:v>45050</c:v>
                </c:pt>
                <c:pt idx="2099">
                  <c:v>45051</c:v>
                </c:pt>
                <c:pt idx="2100">
                  <c:v>45054</c:v>
                </c:pt>
                <c:pt idx="2101">
                  <c:v>45055</c:v>
                </c:pt>
                <c:pt idx="2102">
                  <c:v>45056</c:v>
                </c:pt>
                <c:pt idx="2103">
                  <c:v>45057</c:v>
                </c:pt>
                <c:pt idx="2104">
                  <c:v>45058</c:v>
                </c:pt>
                <c:pt idx="2105">
                  <c:v>45061</c:v>
                </c:pt>
                <c:pt idx="2106">
                  <c:v>45062</c:v>
                </c:pt>
                <c:pt idx="2107">
                  <c:v>45063</c:v>
                </c:pt>
                <c:pt idx="2108">
                  <c:v>45064</c:v>
                </c:pt>
                <c:pt idx="2109">
                  <c:v>45065</c:v>
                </c:pt>
                <c:pt idx="2110">
                  <c:v>45068</c:v>
                </c:pt>
                <c:pt idx="2111">
                  <c:v>45069</c:v>
                </c:pt>
                <c:pt idx="2112">
                  <c:v>45070</c:v>
                </c:pt>
                <c:pt idx="2113">
                  <c:v>45071</c:v>
                </c:pt>
                <c:pt idx="2114">
                  <c:v>45072</c:v>
                </c:pt>
                <c:pt idx="2115">
                  <c:v>45076</c:v>
                </c:pt>
                <c:pt idx="2116">
                  <c:v>45077</c:v>
                </c:pt>
                <c:pt idx="2117">
                  <c:v>45078</c:v>
                </c:pt>
                <c:pt idx="2118">
                  <c:v>45079</c:v>
                </c:pt>
                <c:pt idx="2119">
                  <c:v>45082</c:v>
                </c:pt>
                <c:pt idx="2120">
                  <c:v>45083</c:v>
                </c:pt>
                <c:pt idx="2121">
                  <c:v>45084</c:v>
                </c:pt>
                <c:pt idx="2122">
                  <c:v>45085</c:v>
                </c:pt>
                <c:pt idx="2123">
                  <c:v>45086</c:v>
                </c:pt>
                <c:pt idx="2124">
                  <c:v>45089</c:v>
                </c:pt>
                <c:pt idx="2125">
                  <c:v>45090</c:v>
                </c:pt>
                <c:pt idx="2126">
                  <c:v>45091</c:v>
                </c:pt>
                <c:pt idx="2127">
                  <c:v>45092</c:v>
                </c:pt>
                <c:pt idx="2128">
                  <c:v>45093</c:v>
                </c:pt>
                <c:pt idx="2129">
                  <c:v>45097</c:v>
                </c:pt>
                <c:pt idx="2130">
                  <c:v>45098</c:v>
                </c:pt>
                <c:pt idx="2131">
                  <c:v>45099</c:v>
                </c:pt>
                <c:pt idx="2132">
                  <c:v>45100</c:v>
                </c:pt>
                <c:pt idx="2133">
                  <c:v>45103</c:v>
                </c:pt>
                <c:pt idx="2134">
                  <c:v>45104</c:v>
                </c:pt>
                <c:pt idx="2135">
                  <c:v>45105</c:v>
                </c:pt>
                <c:pt idx="2136">
                  <c:v>45106</c:v>
                </c:pt>
                <c:pt idx="2137">
                  <c:v>45107</c:v>
                </c:pt>
                <c:pt idx="2138">
                  <c:v>45110</c:v>
                </c:pt>
                <c:pt idx="2139">
                  <c:v>45112</c:v>
                </c:pt>
                <c:pt idx="2140">
                  <c:v>45113</c:v>
                </c:pt>
                <c:pt idx="2141">
                  <c:v>45114</c:v>
                </c:pt>
                <c:pt idx="2142">
                  <c:v>45117</c:v>
                </c:pt>
                <c:pt idx="2143">
                  <c:v>45118</c:v>
                </c:pt>
                <c:pt idx="2144">
                  <c:v>45119</c:v>
                </c:pt>
                <c:pt idx="2145">
                  <c:v>45120</c:v>
                </c:pt>
                <c:pt idx="2146">
                  <c:v>45121</c:v>
                </c:pt>
                <c:pt idx="2147">
                  <c:v>45124</c:v>
                </c:pt>
                <c:pt idx="2148">
                  <c:v>45125</c:v>
                </c:pt>
                <c:pt idx="2149">
                  <c:v>45126</c:v>
                </c:pt>
                <c:pt idx="2150">
                  <c:v>45127</c:v>
                </c:pt>
                <c:pt idx="2151">
                  <c:v>45128</c:v>
                </c:pt>
                <c:pt idx="2152">
                  <c:v>45131</c:v>
                </c:pt>
                <c:pt idx="2153">
                  <c:v>45132</c:v>
                </c:pt>
                <c:pt idx="2154">
                  <c:v>45133</c:v>
                </c:pt>
                <c:pt idx="2155">
                  <c:v>45134</c:v>
                </c:pt>
                <c:pt idx="2156">
                  <c:v>45135</c:v>
                </c:pt>
                <c:pt idx="2157">
                  <c:v>45138</c:v>
                </c:pt>
                <c:pt idx="2158">
                  <c:v>45139</c:v>
                </c:pt>
                <c:pt idx="2159">
                  <c:v>45140</c:v>
                </c:pt>
                <c:pt idx="2160">
                  <c:v>45141</c:v>
                </c:pt>
                <c:pt idx="2161">
                  <c:v>45142</c:v>
                </c:pt>
                <c:pt idx="2162">
                  <c:v>45145</c:v>
                </c:pt>
                <c:pt idx="2163">
                  <c:v>45146</c:v>
                </c:pt>
                <c:pt idx="2164">
                  <c:v>45147</c:v>
                </c:pt>
                <c:pt idx="2165">
                  <c:v>45148</c:v>
                </c:pt>
                <c:pt idx="2166">
                  <c:v>45149</c:v>
                </c:pt>
                <c:pt idx="2167">
                  <c:v>45152</c:v>
                </c:pt>
                <c:pt idx="2168">
                  <c:v>45153</c:v>
                </c:pt>
                <c:pt idx="2169">
                  <c:v>45154</c:v>
                </c:pt>
                <c:pt idx="2170">
                  <c:v>45155</c:v>
                </c:pt>
                <c:pt idx="2171">
                  <c:v>45156</c:v>
                </c:pt>
                <c:pt idx="2172">
                  <c:v>45159</c:v>
                </c:pt>
                <c:pt idx="2173">
                  <c:v>45160</c:v>
                </c:pt>
                <c:pt idx="2174">
                  <c:v>45161</c:v>
                </c:pt>
                <c:pt idx="2175">
                  <c:v>45162</c:v>
                </c:pt>
                <c:pt idx="2176">
                  <c:v>45163</c:v>
                </c:pt>
                <c:pt idx="2177">
                  <c:v>45166</c:v>
                </c:pt>
                <c:pt idx="2178">
                  <c:v>45167</c:v>
                </c:pt>
                <c:pt idx="2179">
                  <c:v>45168</c:v>
                </c:pt>
                <c:pt idx="2180">
                  <c:v>45169</c:v>
                </c:pt>
                <c:pt idx="2181">
                  <c:v>45170</c:v>
                </c:pt>
                <c:pt idx="2182">
                  <c:v>45174</c:v>
                </c:pt>
                <c:pt idx="2183">
                  <c:v>45175</c:v>
                </c:pt>
                <c:pt idx="2184">
                  <c:v>45176</c:v>
                </c:pt>
                <c:pt idx="2185">
                  <c:v>45177</c:v>
                </c:pt>
                <c:pt idx="2186">
                  <c:v>45180</c:v>
                </c:pt>
                <c:pt idx="2187">
                  <c:v>45181</c:v>
                </c:pt>
                <c:pt idx="2188">
                  <c:v>45182</c:v>
                </c:pt>
                <c:pt idx="2189">
                  <c:v>45183</c:v>
                </c:pt>
                <c:pt idx="2190">
                  <c:v>45184</c:v>
                </c:pt>
                <c:pt idx="2191">
                  <c:v>45187</c:v>
                </c:pt>
                <c:pt idx="2192">
                  <c:v>45188</c:v>
                </c:pt>
                <c:pt idx="2193">
                  <c:v>45189</c:v>
                </c:pt>
                <c:pt idx="2194">
                  <c:v>45190</c:v>
                </c:pt>
                <c:pt idx="2195">
                  <c:v>45191</c:v>
                </c:pt>
                <c:pt idx="2196">
                  <c:v>45194</c:v>
                </c:pt>
                <c:pt idx="2197">
                  <c:v>45195</c:v>
                </c:pt>
                <c:pt idx="2198">
                  <c:v>45196</c:v>
                </c:pt>
                <c:pt idx="2199">
                  <c:v>45197</c:v>
                </c:pt>
                <c:pt idx="2200">
                  <c:v>45198</c:v>
                </c:pt>
                <c:pt idx="2201">
                  <c:v>45201</c:v>
                </c:pt>
                <c:pt idx="2202">
                  <c:v>45202</c:v>
                </c:pt>
                <c:pt idx="2203">
                  <c:v>45203</c:v>
                </c:pt>
                <c:pt idx="2204">
                  <c:v>45204</c:v>
                </c:pt>
                <c:pt idx="2205">
                  <c:v>45205</c:v>
                </c:pt>
                <c:pt idx="2206">
                  <c:v>45208</c:v>
                </c:pt>
                <c:pt idx="2207">
                  <c:v>45209</c:v>
                </c:pt>
                <c:pt idx="2208">
                  <c:v>45210</c:v>
                </c:pt>
                <c:pt idx="2209">
                  <c:v>45211</c:v>
                </c:pt>
                <c:pt idx="2210">
                  <c:v>45212</c:v>
                </c:pt>
                <c:pt idx="2211">
                  <c:v>45215</c:v>
                </c:pt>
                <c:pt idx="2212">
                  <c:v>45216</c:v>
                </c:pt>
                <c:pt idx="2213">
                  <c:v>45217</c:v>
                </c:pt>
                <c:pt idx="2214">
                  <c:v>45218</c:v>
                </c:pt>
                <c:pt idx="2215">
                  <c:v>45219</c:v>
                </c:pt>
                <c:pt idx="2216">
                  <c:v>45222</c:v>
                </c:pt>
                <c:pt idx="2217">
                  <c:v>45223</c:v>
                </c:pt>
                <c:pt idx="2218">
                  <c:v>45224</c:v>
                </c:pt>
                <c:pt idx="2219">
                  <c:v>45225</c:v>
                </c:pt>
                <c:pt idx="2220">
                  <c:v>45226</c:v>
                </c:pt>
                <c:pt idx="2221">
                  <c:v>45229</c:v>
                </c:pt>
                <c:pt idx="2222">
                  <c:v>45230</c:v>
                </c:pt>
                <c:pt idx="2223">
                  <c:v>45231</c:v>
                </c:pt>
                <c:pt idx="2224">
                  <c:v>45232</c:v>
                </c:pt>
                <c:pt idx="2225">
                  <c:v>45233</c:v>
                </c:pt>
                <c:pt idx="2226">
                  <c:v>45236</c:v>
                </c:pt>
                <c:pt idx="2227">
                  <c:v>45237</c:v>
                </c:pt>
                <c:pt idx="2228">
                  <c:v>45238</c:v>
                </c:pt>
                <c:pt idx="2229">
                  <c:v>45239</c:v>
                </c:pt>
                <c:pt idx="2230">
                  <c:v>45240</c:v>
                </c:pt>
                <c:pt idx="2231">
                  <c:v>45243</c:v>
                </c:pt>
                <c:pt idx="2232">
                  <c:v>45244</c:v>
                </c:pt>
                <c:pt idx="2233">
                  <c:v>45245</c:v>
                </c:pt>
                <c:pt idx="2234">
                  <c:v>45246</c:v>
                </c:pt>
                <c:pt idx="2235">
                  <c:v>45247</c:v>
                </c:pt>
                <c:pt idx="2236">
                  <c:v>45250</c:v>
                </c:pt>
                <c:pt idx="2237">
                  <c:v>45251</c:v>
                </c:pt>
                <c:pt idx="2238">
                  <c:v>45252</c:v>
                </c:pt>
                <c:pt idx="2239">
                  <c:v>45254</c:v>
                </c:pt>
                <c:pt idx="2240">
                  <c:v>45257</c:v>
                </c:pt>
                <c:pt idx="2241">
                  <c:v>45258</c:v>
                </c:pt>
                <c:pt idx="2242">
                  <c:v>45259</c:v>
                </c:pt>
                <c:pt idx="2243">
                  <c:v>45260</c:v>
                </c:pt>
                <c:pt idx="2244">
                  <c:v>45261</c:v>
                </c:pt>
                <c:pt idx="2245">
                  <c:v>45264</c:v>
                </c:pt>
                <c:pt idx="2246">
                  <c:v>45265</c:v>
                </c:pt>
                <c:pt idx="2247">
                  <c:v>45266</c:v>
                </c:pt>
                <c:pt idx="2248">
                  <c:v>45267</c:v>
                </c:pt>
                <c:pt idx="2249">
                  <c:v>45268</c:v>
                </c:pt>
                <c:pt idx="2250">
                  <c:v>45271</c:v>
                </c:pt>
                <c:pt idx="2251">
                  <c:v>45272</c:v>
                </c:pt>
                <c:pt idx="2252">
                  <c:v>45273</c:v>
                </c:pt>
                <c:pt idx="2253">
                  <c:v>45274</c:v>
                </c:pt>
                <c:pt idx="2254">
                  <c:v>45275</c:v>
                </c:pt>
                <c:pt idx="2255">
                  <c:v>45278</c:v>
                </c:pt>
                <c:pt idx="2256">
                  <c:v>45279</c:v>
                </c:pt>
                <c:pt idx="2257">
                  <c:v>45280</c:v>
                </c:pt>
                <c:pt idx="2258">
                  <c:v>45281</c:v>
                </c:pt>
                <c:pt idx="2259">
                  <c:v>45282</c:v>
                </c:pt>
                <c:pt idx="2260">
                  <c:v>45286</c:v>
                </c:pt>
                <c:pt idx="2261">
                  <c:v>45287</c:v>
                </c:pt>
                <c:pt idx="2262">
                  <c:v>45288</c:v>
                </c:pt>
                <c:pt idx="2263">
                  <c:v>45289</c:v>
                </c:pt>
                <c:pt idx="2264">
                  <c:v>45293</c:v>
                </c:pt>
                <c:pt idx="2265">
                  <c:v>45294</c:v>
                </c:pt>
                <c:pt idx="2266">
                  <c:v>45295</c:v>
                </c:pt>
                <c:pt idx="2267">
                  <c:v>45296</c:v>
                </c:pt>
                <c:pt idx="2268">
                  <c:v>45299</c:v>
                </c:pt>
                <c:pt idx="2269">
                  <c:v>45300</c:v>
                </c:pt>
                <c:pt idx="2270">
                  <c:v>45301</c:v>
                </c:pt>
                <c:pt idx="2271">
                  <c:v>45302</c:v>
                </c:pt>
                <c:pt idx="2272">
                  <c:v>45303</c:v>
                </c:pt>
                <c:pt idx="2273">
                  <c:v>45307</c:v>
                </c:pt>
                <c:pt idx="2274">
                  <c:v>45308</c:v>
                </c:pt>
                <c:pt idx="2275">
                  <c:v>45309</c:v>
                </c:pt>
                <c:pt idx="2276">
                  <c:v>45310</c:v>
                </c:pt>
                <c:pt idx="2277">
                  <c:v>45313</c:v>
                </c:pt>
                <c:pt idx="2278">
                  <c:v>45314</c:v>
                </c:pt>
                <c:pt idx="2279">
                  <c:v>45315</c:v>
                </c:pt>
                <c:pt idx="2280">
                  <c:v>45316</c:v>
                </c:pt>
                <c:pt idx="2281">
                  <c:v>45317</c:v>
                </c:pt>
                <c:pt idx="2282">
                  <c:v>45320</c:v>
                </c:pt>
                <c:pt idx="2283">
                  <c:v>45321</c:v>
                </c:pt>
                <c:pt idx="2284">
                  <c:v>45322</c:v>
                </c:pt>
                <c:pt idx="2285">
                  <c:v>45323</c:v>
                </c:pt>
                <c:pt idx="2286">
                  <c:v>45324</c:v>
                </c:pt>
                <c:pt idx="2287">
                  <c:v>45327</c:v>
                </c:pt>
                <c:pt idx="2288">
                  <c:v>45328</c:v>
                </c:pt>
                <c:pt idx="2289">
                  <c:v>45329</c:v>
                </c:pt>
                <c:pt idx="2290">
                  <c:v>45330</c:v>
                </c:pt>
                <c:pt idx="2291">
                  <c:v>45331</c:v>
                </c:pt>
                <c:pt idx="2292">
                  <c:v>45334</c:v>
                </c:pt>
                <c:pt idx="2293">
                  <c:v>45335</c:v>
                </c:pt>
                <c:pt idx="2294">
                  <c:v>45336</c:v>
                </c:pt>
                <c:pt idx="2295">
                  <c:v>45337</c:v>
                </c:pt>
                <c:pt idx="2296">
                  <c:v>45338</c:v>
                </c:pt>
                <c:pt idx="2297">
                  <c:v>45342</c:v>
                </c:pt>
                <c:pt idx="2298">
                  <c:v>45343</c:v>
                </c:pt>
                <c:pt idx="2299">
                  <c:v>45344</c:v>
                </c:pt>
                <c:pt idx="2300">
                  <c:v>45345</c:v>
                </c:pt>
                <c:pt idx="2301">
                  <c:v>45348</c:v>
                </c:pt>
                <c:pt idx="2302">
                  <c:v>45349</c:v>
                </c:pt>
                <c:pt idx="2303">
                  <c:v>45350</c:v>
                </c:pt>
                <c:pt idx="2304">
                  <c:v>45351</c:v>
                </c:pt>
                <c:pt idx="2305">
                  <c:v>45352</c:v>
                </c:pt>
                <c:pt idx="2306">
                  <c:v>45355</c:v>
                </c:pt>
                <c:pt idx="2307">
                  <c:v>45356</c:v>
                </c:pt>
                <c:pt idx="2308">
                  <c:v>45357</c:v>
                </c:pt>
                <c:pt idx="2309">
                  <c:v>45358</c:v>
                </c:pt>
                <c:pt idx="2310">
                  <c:v>45359</c:v>
                </c:pt>
                <c:pt idx="2311">
                  <c:v>45362</c:v>
                </c:pt>
                <c:pt idx="2312">
                  <c:v>45363</c:v>
                </c:pt>
                <c:pt idx="2313">
                  <c:v>45364</c:v>
                </c:pt>
                <c:pt idx="2314">
                  <c:v>45365</c:v>
                </c:pt>
                <c:pt idx="2315">
                  <c:v>45366</c:v>
                </c:pt>
                <c:pt idx="2316">
                  <c:v>45369</c:v>
                </c:pt>
                <c:pt idx="2317">
                  <c:v>45370</c:v>
                </c:pt>
                <c:pt idx="2318">
                  <c:v>45371</c:v>
                </c:pt>
                <c:pt idx="2319">
                  <c:v>45372</c:v>
                </c:pt>
                <c:pt idx="2320">
                  <c:v>45373</c:v>
                </c:pt>
                <c:pt idx="2321">
                  <c:v>45376</c:v>
                </c:pt>
                <c:pt idx="2322">
                  <c:v>45377</c:v>
                </c:pt>
                <c:pt idx="2323">
                  <c:v>45378</c:v>
                </c:pt>
                <c:pt idx="2324">
                  <c:v>45379</c:v>
                </c:pt>
                <c:pt idx="2325">
                  <c:v>45383</c:v>
                </c:pt>
                <c:pt idx="2326">
                  <c:v>45384</c:v>
                </c:pt>
                <c:pt idx="2327">
                  <c:v>45385</c:v>
                </c:pt>
                <c:pt idx="2328">
                  <c:v>45386</c:v>
                </c:pt>
                <c:pt idx="2329">
                  <c:v>45387</c:v>
                </c:pt>
                <c:pt idx="2330">
                  <c:v>45390</c:v>
                </c:pt>
                <c:pt idx="2331">
                  <c:v>45391</c:v>
                </c:pt>
                <c:pt idx="2332">
                  <c:v>45392</c:v>
                </c:pt>
                <c:pt idx="2333">
                  <c:v>45393</c:v>
                </c:pt>
                <c:pt idx="2334">
                  <c:v>45394</c:v>
                </c:pt>
                <c:pt idx="2335">
                  <c:v>45397</c:v>
                </c:pt>
                <c:pt idx="2336">
                  <c:v>45398</c:v>
                </c:pt>
                <c:pt idx="2337">
                  <c:v>45399</c:v>
                </c:pt>
                <c:pt idx="2338">
                  <c:v>45400</c:v>
                </c:pt>
                <c:pt idx="2339">
                  <c:v>45401</c:v>
                </c:pt>
                <c:pt idx="2340">
                  <c:v>45404</c:v>
                </c:pt>
                <c:pt idx="2341">
                  <c:v>45405</c:v>
                </c:pt>
                <c:pt idx="2342">
                  <c:v>45406</c:v>
                </c:pt>
                <c:pt idx="2343">
                  <c:v>45407</c:v>
                </c:pt>
                <c:pt idx="2344">
                  <c:v>45408</c:v>
                </c:pt>
                <c:pt idx="2345">
                  <c:v>45411</c:v>
                </c:pt>
                <c:pt idx="2346">
                  <c:v>45412</c:v>
                </c:pt>
                <c:pt idx="2347">
                  <c:v>45413</c:v>
                </c:pt>
                <c:pt idx="2348">
                  <c:v>45414</c:v>
                </c:pt>
                <c:pt idx="2349">
                  <c:v>45415</c:v>
                </c:pt>
                <c:pt idx="2350">
                  <c:v>45418</c:v>
                </c:pt>
                <c:pt idx="2351">
                  <c:v>45419</c:v>
                </c:pt>
                <c:pt idx="2352">
                  <c:v>45420</c:v>
                </c:pt>
                <c:pt idx="2353">
                  <c:v>45421</c:v>
                </c:pt>
                <c:pt idx="2354">
                  <c:v>45422</c:v>
                </c:pt>
                <c:pt idx="2355">
                  <c:v>45425</c:v>
                </c:pt>
                <c:pt idx="2356">
                  <c:v>45426</c:v>
                </c:pt>
                <c:pt idx="2357">
                  <c:v>45427</c:v>
                </c:pt>
                <c:pt idx="2358">
                  <c:v>45428</c:v>
                </c:pt>
                <c:pt idx="2359">
                  <c:v>45429</c:v>
                </c:pt>
                <c:pt idx="2360">
                  <c:v>45432</c:v>
                </c:pt>
                <c:pt idx="2361">
                  <c:v>45433</c:v>
                </c:pt>
                <c:pt idx="2362">
                  <c:v>45434</c:v>
                </c:pt>
                <c:pt idx="2363">
                  <c:v>45435</c:v>
                </c:pt>
                <c:pt idx="2364">
                  <c:v>45436</c:v>
                </c:pt>
                <c:pt idx="2365">
                  <c:v>45440</c:v>
                </c:pt>
                <c:pt idx="2366">
                  <c:v>45441</c:v>
                </c:pt>
                <c:pt idx="2367">
                  <c:v>45442</c:v>
                </c:pt>
                <c:pt idx="2368">
                  <c:v>45443</c:v>
                </c:pt>
                <c:pt idx="2369">
                  <c:v>45446</c:v>
                </c:pt>
                <c:pt idx="2370">
                  <c:v>45447</c:v>
                </c:pt>
                <c:pt idx="2371">
                  <c:v>45448</c:v>
                </c:pt>
                <c:pt idx="2372">
                  <c:v>45449</c:v>
                </c:pt>
                <c:pt idx="2373">
                  <c:v>45450</c:v>
                </c:pt>
                <c:pt idx="2374">
                  <c:v>45453</c:v>
                </c:pt>
                <c:pt idx="2375">
                  <c:v>45454</c:v>
                </c:pt>
                <c:pt idx="2376">
                  <c:v>45455</c:v>
                </c:pt>
                <c:pt idx="2377">
                  <c:v>45456</c:v>
                </c:pt>
                <c:pt idx="2378">
                  <c:v>45457</c:v>
                </c:pt>
                <c:pt idx="2379">
                  <c:v>45460</c:v>
                </c:pt>
                <c:pt idx="2380">
                  <c:v>45461</c:v>
                </c:pt>
                <c:pt idx="2381">
                  <c:v>45463</c:v>
                </c:pt>
                <c:pt idx="2382">
                  <c:v>45464</c:v>
                </c:pt>
                <c:pt idx="2383">
                  <c:v>45467</c:v>
                </c:pt>
                <c:pt idx="2384">
                  <c:v>45468</c:v>
                </c:pt>
                <c:pt idx="2385">
                  <c:v>45469</c:v>
                </c:pt>
                <c:pt idx="2386">
                  <c:v>45470</c:v>
                </c:pt>
                <c:pt idx="2387">
                  <c:v>45471</c:v>
                </c:pt>
                <c:pt idx="2388">
                  <c:v>45474</c:v>
                </c:pt>
                <c:pt idx="2389">
                  <c:v>45475</c:v>
                </c:pt>
                <c:pt idx="2390">
                  <c:v>45476</c:v>
                </c:pt>
                <c:pt idx="2391">
                  <c:v>45478</c:v>
                </c:pt>
                <c:pt idx="2392">
                  <c:v>45481</c:v>
                </c:pt>
                <c:pt idx="2393">
                  <c:v>45482</c:v>
                </c:pt>
                <c:pt idx="2394">
                  <c:v>45483</c:v>
                </c:pt>
                <c:pt idx="2395">
                  <c:v>45484</c:v>
                </c:pt>
                <c:pt idx="2396">
                  <c:v>45485</c:v>
                </c:pt>
                <c:pt idx="2397">
                  <c:v>45488</c:v>
                </c:pt>
                <c:pt idx="2398">
                  <c:v>45489</c:v>
                </c:pt>
                <c:pt idx="2399">
                  <c:v>45490</c:v>
                </c:pt>
                <c:pt idx="2400">
                  <c:v>45491</c:v>
                </c:pt>
                <c:pt idx="2401">
                  <c:v>45492</c:v>
                </c:pt>
                <c:pt idx="2402">
                  <c:v>45495</c:v>
                </c:pt>
                <c:pt idx="2403">
                  <c:v>45496</c:v>
                </c:pt>
                <c:pt idx="2404">
                  <c:v>45497</c:v>
                </c:pt>
                <c:pt idx="2405">
                  <c:v>45498</c:v>
                </c:pt>
                <c:pt idx="2406">
                  <c:v>45499</c:v>
                </c:pt>
                <c:pt idx="2407">
                  <c:v>45502</c:v>
                </c:pt>
                <c:pt idx="2408">
                  <c:v>45503</c:v>
                </c:pt>
                <c:pt idx="2409">
                  <c:v>45504</c:v>
                </c:pt>
                <c:pt idx="2410">
                  <c:v>45505</c:v>
                </c:pt>
                <c:pt idx="2411">
                  <c:v>45506</c:v>
                </c:pt>
                <c:pt idx="2412">
                  <c:v>45509</c:v>
                </c:pt>
                <c:pt idx="2413">
                  <c:v>45510</c:v>
                </c:pt>
                <c:pt idx="2414">
                  <c:v>45511</c:v>
                </c:pt>
                <c:pt idx="2415">
                  <c:v>45512</c:v>
                </c:pt>
                <c:pt idx="2416">
                  <c:v>45513</c:v>
                </c:pt>
                <c:pt idx="2417">
                  <c:v>45516</c:v>
                </c:pt>
                <c:pt idx="2418">
                  <c:v>45517</c:v>
                </c:pt>
                <c:pt idx="2419">
                  <c:v>45518</c:v>
                </c:pt>
                <c:pt idx="2420">
                  <c:v>45519</c:v>
                </c:pt>
                <c:pt idx="2421">
                  <c:v>45520</c:v>
                </c:pt>
                <c:pt idx="2422">
                  <c:v>45523</c:v>
                </c:pt>
                <c:pt idx="2423">
                  <c:v>45524</c:v>
                </c:pt>
                <c:pt idx="2424">
                  <c:v>45525</c:v>
                </c:pt>
                <c:pt idx="2425">
                  <c:v>45526</c:v>
                </c:pt>
                <c:pt idx="2426">
                  <c:v>45527</c:v>
                </c:pt>
                <c:pt idx="2427">
                  <c:v>45530</c:v>
                </c:pt>
                <c:pt idx="2428">
                  <c:v>45531</c:v>
                </c:pt>
                <c:pt idx="2429">
                  <c:v>45532</c:v>
                </c:pt>
                <c:pt idx="2430">
                  <c:v>45533</c:v>
                </c:pt>
                <c:pt idx="2431">
                  <c:v>45534</c:v>
                </c:pt>
                <c:pt idx="2432">
                  <c:v>45538</c:v>
                </c:pt>
                <c:pt idx="2433">
                  <c:v>45539</c:v>
                </c:pt>
                <c:pt idx="2434">
                  <c:v>45540</c:v>
                </c:pt>
                <c:pt idx="2435">
                  <c:v>45541</c:v>
                </c:pt>
                <c:pt idx="2436">
                  <c:v>45544</c:v>
                </c:pt>
                <c:pt idx="2437">
                  <c:v>45545</c:v>
                </c:pt>
                <c:pt idx="2438">
                  <c:v>45546</c:v>
                </c:pt>
                <c:pt idx="2439">
                  <c:v>45547</c:v>
                </c:pt>
                <c:pt idx="2440">
                  <c:v>45548</c:v>
                </c:pt>
                <c:pt idx="2441">
                  <c:v>45551</c:v>
                </c:pt>
                <c:pt idx="2442">
                  <c:v>45552</c:v>
                </c:pt>
                <c:pt idx="2443">
                  <c:v>45553</c:v>
                </c:pt>
                <c:pt idx="2444">
                  <c:v>45554</c:v>
                </c:pt>
                <c:pt idx="2445">
                  <c:v>45555</c:v>
                </c:pt>
                <c:pt idx="2446">
                  <c:v>45558</c:v>
                </c:pt>
                <c:pt idx="2447">
                  <c:v>45559</c:v>
                </c:pt>
                <c:pt idx="2448">
                  <c:v>45560</c:v>
                </c:pt>
                <c:pt idx="2449">
                  <c:v>45561</c:v>
                </c:pt>
                <c:pt idx="2450">
                  <c:v>45562</c:v>
                </c:pt>
                <c:pt idx="2451">
                  <c:v>45565</c:v>
                </c:pt>
                <c:pt idx="2452">
                  <c:v>45566</c:v>
                </c:pt>
                <c:pt idx="2453">
                  <c:v>45567</c:v>
                </c:pt>
                <c:pt idx="2454">
                  <c:v>45568</c:v>
                </c:pt>
                <c:pt idx="2455">
                  <c:v>45569</c:v>
                </c:pt>
                <c:pt idx="2456">
                  <c:v>45572</c:v>
                </c:pt>
                <c:pt idx="2457">
                  <c:v>45573</c:v>
                </c:pt>
                <c:pt idx="2458">
                  <c:v>45574</c:v>
                </c:pt>
                <c:pt idx="2459">
                  <c:v>45575</c:v>
                </c:pt>
                <c:pt idx="2460">
                  <c:v>45576</c:v>
                </c:pt>
                <c:pt idx="2461">
                  <c:v>45579</c:v>
                </c:pt>
                <c:pt idx="2462">
                  <c:v>45580</c:v>
                </c:pt>
                <c:pt idx="2463">
                  <c:v>45581</c:v>
                </c:pt>
                <c:pt idx="2464">
                  <c:v>45582</c:v>
                </c:pt>
                <c:pt idx="2465">
                  <c:v>45583</c:v>
                </c:pt>
                <c:pt idx="2466">
                  <c:v>45586</c:v>
                </c:pt>
                <c:pt idx="2467">
                  <c:v>45587</c:v>
                </c:pt>
                <c:pt idx="2468">
                  <c:v>45588</c:v>
                </c:pt>
                <c:pt idx="2469">
                  <c:v>45589</c:v>
                </c:pt>
                <c:pt idx="2470">
                  <c:v>45590</c:v>
                </c:pt>
                <c:pt idx="2471">
                  <c:v>45593</c:v>
                </c:pt>
                <c:pt idx="2472">
                  <c:v>45594</c:v>
                </c:pt>
                <c:pt idx="2473">
                  <c:v>45595</c:v>
                </c:pt>
                <c:pt idx="2474">
                  <c:v>45596</c:v>
                </c:pt>
                <c:pt idx="2475">
                  <c:v>45597</c:v>
                </c:pt>
                <c:pt idx="2476">
                  <c:v>45600</c:v>
                </c:pt>
                <c:pt idx="2477">
                  <c:v>45601</c:v>
                </c:pt>
                <c:pt idx="2478">
                  <c:v>45602</c:v>
                </c:pt>
                <c:pt idx="2479">
                  <c:v>45603</c:v>
                </c:pt>
                <c:pt idx="2480">
                  <c:v>45604</c:v>
                </c:pt>
                <c:pt idx="2481">
                  <c:v>45607</c:v>
                </c:pt>
                <c:pt idx="2482">
                  <c:v>45608</c:v>
                </c:pt>
                <c:pt idx="2483">
                  <c:v>45609</c:v>
                </c:pt>
                <c:pt idx="2484">
                  <c:v>45610</c:v>
                </c:pt>
                <c:pt idx="2485">
                  <c:v>45611</c:v>
                </c:pt>
                <c:pt idx="2486">
                  <c:v>45614</c:v>
                </c:pt>
                <c:pt idx="2487">
                  <c:v>45615</c:v>
                </c:pt>
                <c:pt idx="2488">
                  <c:v>45616</c:v>
                </c:pt>
                <c:pt idx="2489">
                  <c:v>45617</c:v>
                </c:pt>
                <c:pt idx="2490">
                  <c:v>45618</c:v>
                </c:pt>
                <c:pt idx="2491">
                  <c:v>45621</c:v>
                </c:pt>
                <c:pt idx="2492">
                  <c:v>45622</c:v>
                </c:pt>
                <c:pt idx="2493">
                  <c:v>45623</c:v>
                </c:pt>
                <c:pt idx="2494">
                  <c:v>45625</c:v>
                </c:pt>
                <c:pt idx="2495">
                  <c:v>45628</c:v>
                </c:pt>
                <c:pt idx="2496">
                  <c:v>45629</c:v>
                </c:pt>
                <c:pt idx="2497">
                  <c:v>45630</c:v>
                </c:pt>
                <c:pt idx="2498">
                  <c:v>45631</c:v>
                </c:pt>
                <c:pt idx="2499">
                  <c:v>45632</c:v>
                </c:pt>
                <c:pt idx="2500">
                  <c:v>45635</c:v>
                </c:pt>
                <c:pt idx="2501">
                  <c:v>45636</c:v>
                </c:pt>
                <c:pt idx="2502">
                  <c:v>45637</c:v>
                </c:pt>
                <c:pt idx="2503">
                  <c:v>45638</c:v>
                </c:pt>
                <c:pt idx="2504">
                  <c:v>45639</c:v>
                </c:pt>
                <c:pt idx="2505">
                  <c:v>45642</c:v>
                </c:pt>
                <c:pt idx="2506">
                  <c:v>45643</c:v>
                </c:pt>
                <c:pt idx="2507">
                  <c:v>45644</c:v>
                </c:pt>
                <c:pt idx="2508">
                  <c:v>45645</c:v>
                </c:pt>
                <c:pt idx="2509">
                  <c:v>45646</c:v>
                </c:pt>
                <c:pt idx="2510">
                  <c:v>45649</c:v>
                </c:pt>
                <c:pt idx="2511">
                  <c:v>45650</c:v>
                </c:pt>
                <c:pt idx="2512">
                  <c:v>45652</c:v>
                </c:pt>
                <c:pt idx="2513">
                  <c:v>45653</c:v>
                </c:pt>
                <c:pt idx="2514">
                  <c:v>45656</c:v>
                </c:pt>
                <c:pt idx="2515">
                  <c:v>45657</c:v>
                </c:pt>
                <c:pt idx="2516">
                  <c:v>45659</c:v>
                </c:pt>
                <c:pt idx="2517">
                  <c:v>45660</c:v>
                </c:pt>
                <c:pt idx="2518">
                  <c:v>45663</c:v>
                </c:pt>
                <c:pt idx="2519">
                  <c:v>45664</c:v>
                </c:pt>
                <c:pt idx="2520">
                  <c:v>45665</c:v>
                </c:pt>
                <c:pt idx="2521">
                  <c:v>45667</c:v>
                </c:pt>
                <c:pt idx="2522">
                  <c:v>45670</c:v>
                </c:pt>
                <c:pt idx="2523">
                  <c:v>45671</c:v>
                </c:pt>
                <c:pt idx="2524">
                  <c:v>45672</c:v>
                </c:pt>
                <c:pt idx="2525">
                  <c:v>45673</c:v>
                </c:pt>
                <c:pt idx="2526">
                  <c:v>45674</c:v>
                </c:pt>
                <c:pt idx="2527">
                  <c:v>45678</c:v>
                </c:pt>
                <c:pt idx="2528">
                  <c:v>45679</c:v>
                </c:pt>
                <c:pt idx="2529">
                  <c:v>45680</c:v>
                </c:pt>
                <c:pt idx="2530">
                  <c:v>45681</c:v>
                </c:pt>
                <c:pt idx="2531">
                  <c:v>45684</c:v>
                </c:pt>
                <c:pt idx="2532">
                  <c:v>45685</c:v>
                </c:pt>
                <c:pt idx="2533">
                  <c:v>45686</c:v>
                </c:pt>
                <c:pt idx="2534">
                  <c:v>45687</c:v>
                </c:pt>
                <c:pt idx="2535">
                  <c:v>45688</c:v>
                </c:pt>
                <c:pt idx="2536">
                  <c:v>45691</c:v>
                </c:pt>
                <c:pt idx="2537">
                  <c:v>45692</c:v>
                </c:pt>
                <c:pt idx="2538">
                  <c:v>45693</c:v>
                </c:pt>
                <c:pt idx="2539">
                  <c:v>45694</c:v>
                </c:pt>
                <c:pt idx="2540">
                  <c:v>45695</c:v>
                </c:pt>
                <c:pt idx="2541">
                  <c:v>45698</c:v>
                </c:pt>
                <c:pt idx="2542">
                  <c:v>45699</c:v>
                </c:pt>
                <c:pt idx="2543">
                  <c:v>45700</c:v>
                </c:pt>
                <c:pt idx="2544">
                  <c:v>45701</c:v>
                </c:pt>
                <c:pt idx="2545">
                  <c:v>45702</c:v>
                </c:pt>
                <c:pt idx="2546">
                  <c:v>45706</c:v>
                </c:pt>
                <c:pt idx="2547">
                  <c:v>45707</c:v>
                </c:pt>
                <c:pt idx="2548">
                  <c:v>45708</c:v>
                </c:pt>
                <c:pt idx="2549">
                  <c:v>45709</c:v>
                </c:pt>
                <c:pt idx="2550">
                  <c:v>45712</c:v>
                </c:pt>
                <c:pt idx="2551">
                  <c:v>45713</c:v>
                </c:pt>
                <c:pt idx="2552">
                  <c:v>45714</c:v>
                </c:pt>
                <c:pt idx="2553">
                  <c:v>45715</c:v>
                </c:pt>
                <c:pt idx="2554">
                  <c:v>45716</c:v>
                </c:pt>
                <c:pt idx="2555">
                  <c:v>45719</c:v>
                </c:pt>
                <c:pt idx="2556">
                  <c:v>45720</c:v>
                </c:pt>
                <c:pt idx="2557">
                  <c:v>45721</c:v>
                </c:pt>
                <c:pt idx="2558">
                  <c:v>45722</c:v>
                </c:pt>
                <c:pt idx="2559">
                  <c:v>45723</c:v>
                </c:pt>
                <c:pt idx="2560">
                  <c:v>45726</c:v>
                </c:pt>
                <c:pt idx="2561">
                  <c:v>45727</c:v>
                </c:pt>
                <c:pt idx="2562">
                  <c:v>45728</c:v>
                </c:pt>
                <c:pt idx="2563">
                  <c:v>45729</c:v>
                </c:pt>
                <c:pt idx="2564">
                  <c:v>45730</c:v>
                </c:pt>
                <c:pt idx="2565">
                  <c:v>45733</c:v>
                </c:pt>
                <c:pt idx="2566">
                  <c:v>45734</c:v>
                </c:pt>
                <c:pt idx="2567">
                  <c:v>45735</c:v>
                </c:pt>
                <c:pt idx="2568">
                  <c:v>45736</c:v>
                </c:pt>
                <c:pt idx="2569">
                  <c:v>45737</c:v>
                </c:pt>
                <c:pt idx="2570">
                  <c:v>45740</c:v>
                </c:pt>
                <c:pt idx="2571">
                  <c:v>45741</c:v>
                </c:pt>
                <c:pt idx="2572">
                  <c:v>45742</c:v>
                </c:pt>
                <c:pt idx="2573">
                  <c:v>45743</c:v>
                </c:pt>
                <c:pt idx="2574">
                  <c:v>45744</c:v>
                </c:pt>
                <c:pt idx="2575">
                  <c:v>45747</c:v>
                </c:pt>
                <c:pt idx="2576">
                  <c:v>45748</c:v>
                </c:pt>
                <c:pt idx="2577">
                  <c:v>45749</c:v>
                </c:pt>
                <c:pt idx="2578">
                  <c:v>45750</c:v>
                </c:pt>
                <c:pt idx="2579">
                  <c:v>45751</c:v>
                </c:pt>
                <c:pt idx="2580">
                  <c:v>45754</c:v>
                </c:pt>
                <c:pt idx="2581">
                  <c:v>45755</c:v>
                </c:pt>
                <c:pt idx="2582">
                  <c:v>45756</c:v>
                </c:pt>
                <c:pt idx="2583">
                  <c:v>45757</c:v>
                </c:pt>
                <c:pt idx="2584">
                  <c:v>45758</c:v>
                </c:pt>
                <c:pt idx="2585">
                  <c:v>45761</c:v>
                </c:pt>
                <c:pt idx="2586">
                  <c:v>45762</c:v>
                </c:pt>
                <c:pt idx="2587">
                  <c:v>45763</c:v>
                </c:pt>
                <c:pt idx="2588">
                  <c:v>45764</c:v>
                </c:pt>
                <c:pt idx="2589">
                  <c:v>45768</c:v>
                </c:pt>
                <c:pt idx="2590">
                  <c:v>45769</c:v>
                </c:pt>
                <c:pt idx="2591">
                  <c:v>45770</c:v>
                </c:pt>
                <c:pt idx="2592">
                  <c:v>45771</c:v>
                </c:pt>
                <c:pt idx="2593">
                  <c:v>45772</c:v>
                </c:pt>
                <c:pt idx="2594">
                  <c:v>45775</c:v>
                </c:pt>
                <c:pt idx="2595">
                  <c:v>45776</c:v>
                </c:pt>
                <c:pt idx="2596">
                  <c:v>45777</c:v>
                </c:pt>
                <c:pt idx="2597">
                  <c:v>45778</c:v>
                </c:pt>
                <c:pt idx="2598">
                  <c:v>45779</c:v>
                </c:pt>
                <c:pt idx="2599">
                  <c:v>45782</c:v>
                </c:pt>
                <c:pt idx="2600">
                  <c:v>45783</c:v>
                </c:pt>
                <c:pt idx="2601">
                  <c:v>45784</c:v>
                </c:pt>
                <c:pt idx="2602">
                  <c:v>45785</c:v>
                </c:pt>
                <c:pt idx="2603">
                  <c:v>45786</c:v>
                </c:pt>
                <c:pt idx="2604">
                  <c:v>45789</c:v>
                </c:pt>
                <c:pt idx="2605">
                  <c:v>45790</c:v>
                </c:pt>
                <c:pt idx="2606">
                  <c:v>45791</c:v>
                </c:pt>
                <c:pt idx="2607">
                  <c:v>45792</c:v>
                </c:pt>
                <c:pt idx="2608">
                  <c:v>45793</c:v>
                </c:pt>
                <c:pt idx="2609">
                  <c:v>45796</c:v>
                </c:pt>
                <c:pt idx="2610">
                  <c:v>45797</c:v>
                </c:pt>
                <c:pt idx="2611">
                  <c:v>45798</c:v>
                </c:pt>
                <c:pt idx="2612">
                  <c:v>45799</c:v>
                </c:pt>
                <c:pt idx="2613">
                  <c:v>45800</c:v>
                </c:pt>
                <c:pt idx="2614">
                  <c:v>45804</c:v>
                </c:pt>
                <c:pt idx="2615">
                  <c:v>45805</c:v>
                </c:pt>
                <c:pt idx="2616">
                  <c:v>45806</c:v>
                </c:pt>
                <c:pt idx="2617">
                  <c:v>45807</c:v>
                </c:pt>
                <c:pt idx="2618">
                  <c:v>45810</c:v>
                </c:pt>
                <c:pt idx="2619">
                  <c:v>45811</c:v>
                </c:pt>
                <c:pt idx="2620">
                  <c:v>45812</c:v>
                </c:pt>
                <c:pt idx="2621">
                  <c:v>45813</c:v>
                </c:pt>
                <c:pt idx="2622">
                  <c:v>45814</c:v>
                </c:pt>
                <c:pt idx="2623">
                  <c:v>45817</c:v>
                </c:pt>
                <c:pt idx="2624">
                  <c:v>45818</c:v>
                </c:pt>
                <c:pt idx="2625">
                  <c:v>45819</c:v>
                </c:pt>
                <c:pt idx="2626">
                  <c:v>45820</c:v>
                </c:pt>
                <c:pt idx="2627">
                  <c:v>45821</c:v>
                </c:pt>
                <c:pt idx="2628">
                  <c:v>45824</c:v>
                </c:pt>
                <c:pt idx="2629">
                  <c:v>45825</c:v>
                </c:pt>
                <c:pt idx="2630">
                  <c:v>45826</c:v>
                </c:pt>
                <c:pt idx="2631">
                  <c:v>45828</c:v>
                </c:pt>
                <c:pt idx="2632">
                  <c:v>45831</c:v>
                </c:pt>
                <c:pt idx="2633">
                  <c:v>45832</c:v>
                </c:pt>
                <c:pt idx="2634">
                  <c:v>45833</c:v>
                </c:pt>
                <c:pt idx="2635">
                  <c:v>45834</c:v>
                </c:pt>
                <c:pt idx="2636">
                  <c:v>45835</c:v>
                </c:pt>
                <c:pt idx="2637">
                  <c:v>45838</c:v>
                </c:pt>
                <c:pt idx="2638">
                  <c:v>45839</c:v>
                </c:pt>
                <c:pt idx="2639">
                  <c:v>45840</c:v>
                </c:pt>
                <c:pt idx="2640">
                  <c:v>45841</c:v>
                </c:pt>
                <c:pt idx="2641">
                  <c:v>45845</c:v>
                </c:pt>
                <c:pt idx="2642">
                  <c:v>45846</c:v>
                </c:pt>
                <c:pt idx="2643">
                  <c:v>45847</c:v>
                </c:pt>
                <c:pt idx="2644">
                  <c:v>45848</c:v>
                </c:pt>
                <c:pt idx="2645">
                  <c:v>45849</c:v>
                </c:pt>
                <c:pt idx="2646">
                  <c:v>45852</c:v>
                </c:pt>
                <c:pt idx="2647">
                  <c:v>45853</c:v>
                </c:pt>
                <c:pt idx="2648">
                  <c:v>45854</c:v>
                </c:pt>
                <c:pt idx="2649">
                  <c:v>45855</c:v>
                </c:pt>
                <c:pt idx="2650">
                  <c:v>45856</c:v>
                </c:pt>
                <c:pt idx="2651">
                  <c:v>45859</c:v>
                </c:pt>
                <c:pt idx="2652">
                  <c:v>45860</c:v>
                </c:pt>
                <c:pt idx="2653">
                  <c:v>45861</c:v>
                </c:pt>
                <c:pt idx="2654">
                  <c:v>45862</c:v>
                </c:pt>
                <c:pt idx="2655">
                  <c:v>45863</c:v>
                </c:pt>
                <c:pt idx="2656">
                  <c:v>45866</c:v>
                </c:pt>
                <c:pt idx="2657">
                  <c:v>45867</c:v>
                </c:pt>
                <c:pt idx="2658">
                  <c:v>45868</c:v>
                </c:pt>
                <c:pt idx="2659">
                  <c:v>45869</c:v>
                </c:pt>
                <c:pt idx="2660">
                  <c:v>45870</c:v>
                </c:pt>
                <c:pt idx="2661">
                  <c:v>45873</c:v>
                </c:pt>
                <c:pt idx="2662">
                  <c:v>45874</c:v>
                </c:pt>
                <c:pt idx="2663">
                  <c:v>45875</c:v>
                </c:pt>
                <c:pt idx="2664">
                  <c:v>45876</c:v>
                </c:pt>
                <c:pt idx="2665">
                  <c:v>45877</c:v>
                </c:pt>
                <c:pt idx="2666">
                  <c:v>45880</c:v>
                </c:pt>
                <c:pt idx="2667">
                  <c:v>45881</c:v>
                </c:pt>
                <c:pt idx="2668">
                  <c:v>45882</c:v>
                </c:pt>
                <c:pt idx="2669">
                  <c:v>45883</c:v>
                </c:pt>
                <c:pt idx="2670">
                  <c:v>45884</c:v>
                </c:pt>
                <c:pt idx="2671">
                  <c:v>45887</c:v>
                </c:pt>
                <c:pt idx="2672">
                  <c:v>45888</c:v>
                </c:pt>
                <c:pt idx="2673">
                  <c:v>45889</c:v>
                </c:pt>
                <c:pt idx="2674">
                  <c:v>45890</c:v>
                </c:pt>
                <c:pt idx="2675">
                  <c:v>45891</c:v>
                </c:pt>
                <c:pt idx="2676">
                  <c:v>45894</c:v>
                </c:pt>
                <c:pt idx="2677">
                  <c:v>45895</c:v>
                </c:pt>
                <c:pt idx="2678">
                  <c:v>45896</c:v>
                </c:pt>
                <c:pt idx="2679">
                  <c:v>45897</c:v>
                </c:pt>
                <c:pt idx="2680">
                  <c:v>45898</c:v>
                </c:pt>
                <c:pt idx="2681">
                  <c:v>45902</c:v>
                </c:pt>
                <c:pt idx="2682">
                  <c:v>45903</c:v>
                </c:pt>
                <c:pt idx="2683">
                  <c:v>45904</c:v>
                </c:pt>
                <c:pt idx="2684">
                  <c:v>45905</c:v>
                </c:pt>
                <c:pt idx="2685">
                  <c:v>45908</c:v>
                </c:pt>
                <c:pt idx="2686">
                  <c:v>45909</c:v>
                </c:pt>
                <c:pt idx="2687">
                  <c:v>45910</c:v>
                </c:pt>
                <c:pt idx="2688">
                  <c:v>45911</c:v>
                </c:pt>
                <c:pt idx="2689">
                  <c:v>45912</c:v>
                </c:pt>
                <c:pt idx="2690">
                  <c:v>45915</c:v>
                </c:pt>
                <c:pt idx="2691">
                  <c:v>45916</c:v>
                </c:pt>
                <c:pt idx="2692">
                  <c:v>45917</c:v>
                </c:pt>
                <c:pt idx="2693">
                  <c:v>45918</c:v>
                </c:pt>
                <c:pt idx="2694">
                  <c:v>45919</c:v>
                </c:pt>
                <c:pt idx="2695">
                  <c:v>45922</c:v>
                </c:pt>
                <c:pt idx="2696">
                  <c:v>45923</c:v>
                </c:pt>
                <c:pt idx="2697">
                  <c:v>45924</c:v>
                </c:pt>
                <c:pt idx="2698">
                  <c:v>45925</c:v>
                </c:pt>
                <c:pt idx="2699">
                  <c:v>45926</c:v>
                </c:pt>
                <c:pt idx="2700">
                  <c:v>45929</c:v>
                </c:pt>
                <c:pt idx="2701">
                  <c:v>45930</c:v>
                </c:pt>
                <c:pt idx="2702">
                  <c:v>45931</c:v>
                </c:pt>
                <c:pt idx="2703">
                  <c:v>45932</c:v>
                </c:pt>
                <c:pt idx="2704">
                  <c:v>45933</c:v>
                </c:pt>
                <c:pt idx="2705">
                  <c:v>45936</c:v>
                </c:pt>
                <c:pt idx="2706">
                  <c:v>45937</c:v>
                </c:pt>
                <c:pt idx="2707">
                  <c:v>45938</c:v>
                </c:pt>
                <c:pt idx="2708">
                  <c:v>45939</c:v>
                </c:pt>
                <c:pt idx="2709">
                  <c:v>45940</c:v>
                </c:pt>
                <c:pt idx="2710">
                  <c:v>45943</c:v>
                </c:pt>
                <c:pt idx="2711">
                  <c:v>45944</c:v>
                </c:pt>
                <c:pt idx="2712">
                  <c:v>45945</c:v>
                </c:pt>
                <c:pt idx="2713">
                  <c:v>45946</c:v>
                </c:pt>
                <c:pt idx="2714">
                  <c:v>45947</c:v>
                </c:pt>
                <c:pt idx="2715">
                  <c:v>45950</c:v>
                </c:pt>
                <c:pt idx="2716">
                  <c:v>45951</c:v>
                </c:pt>
                <c:pt idx="2717">
                  <c:v>45952</c:v>
                </c:pt>
                <c:pt idx="2718">
                  <c:v>45953</c:v>
                </c:pt>
                <c:pt idx="2719">
                  <c:v>45954</c:v>
                </c:pt>
                <c:pt idx="2720">
                  <c:v>45957</c:v>
                </c:pt>
                <c:pt idx="2721">
                  <c:v>45958</c:v>
                </c:pt>
                <c:pt idx="2722">
                  <c:v>45959</c:v>
                </c:pt>
                <c:pt idx="2723">
                  <c:v>45960</c:v>
                </c:pt>
                <c:pt idx="2724">
                  <c:v>45961</c:v>
                </c:pt>
                <c:pt idx="2725">
                  <c:v>45964</c:v>
                </c:pt>
                <c:pt idx="2726">
                  <c:v>45965</c:v>
                </c:pt>
                <c:pt idx="2727">
                  <c:v>45966</c:v>
                </c:pt>
                <c:pt idx="2728">
                  <c:v>45967</c:v>
                </c:pt>
                <c:pt idx="2729">
                  <c:v>45968</c:v>
                </c:pt>
                <c:pt idx="2730">
                  <c:v>45971</c:v>
                </c:pt>
                <c:pt idx="2731">
                  <c:v>45972</c:v>
                </c:pt>
                <c:pt idx="2732">
                  <c:v>45973</c:v>
                </c:pt>
                <c:pt idx="2733">
                  <c:v>45974</c:v>
                </c:pt>
                <c:pt idx="2734">
                  <c:v>45975</c:v>
                </c:pt>
                <c:pt idx="2735">
                  <c:v>45978</c:v>
                </c:pt>
                <c:pt idx="2736">
                  <c:v>45979</c:v>
                </c:pt>
                <c:pt idx="2737">
                  <c:v>45980</c:v>
                </c:pt>
                <c:pt idx="2738">
                  <c:v>45981</c:v>
                </c:pt>
                <c:pt idx="2739">
                  <c:v>45982</c:v>
                </c:pt>
                <c:pt idx="2740">
                  <c:v>45985</c:v>
                </c:pt>
                <c:pt idx="2741">
                  <c:v>45986</c:v>
                </c:pt>
                <c:pt idx="2742">
                  <c:v>45987</c:v>
                </c:pt>
                <c:pt idx="2743">
                  <c:v>45989</c:v>
                </c:pt>
                <c:pt idx="2744">
                  <c:v>45992</c:v>
                </c:pt>
                <c:pt idx="2745">
                  <c:v>45993</c:v>
                </c:pt>
                <c:pt idx="2746">
                  <c:v>45994</c:v>
                </c:pt>
                <c:pt idx="2747">
                  <c:v>45995</c:v>
                </c:pt>
                <c:pt idx="2748">
                  <c:v>45996</c:v>
                </c:pt>
                <c:pt idx="2749">
                  <c:v>45999</c:v>
                </c:pt>
                <c:pt idx="2750">
                  <c:v>46000</c:v>
                </c:pt>
                <c:pt idx="2751">
                  <c:v>46001</c:v>
                </c:pt>
                <c:pt idx="2752">
                  <c:v>46002</c:v>
                </c:pt>
                <c:pt idx="2753">
                  <c:v>46003</c:v>
                </c:pt>
                <c:pt idx="2754">
                  <c:v>46006</c:v>
                </c:pt>
                <c:pt idx="2755">
                  <c:v>46007</c:v>
                </c:pt>
                <c:pt idx="2756">
                  <c:v>46008</c:v>
                </c:pt>
                <c:pt idx="2757">
                  <c:v>46009</c:v>
                </c:pt>
                <c:pt idx="2758">
                  <c:v>46010</c:v>
                </c:pt>
                <c:pt idx="2759">
                  <c:v>46013</c:v>
                </c:pt>
                <c:pt idx="2760">
                  <c:v>46014</c:v>
                </c:pt>
                <c:pt idx="2761">
                  <c:v>46015</c:v>
                </c:pt>
                <c:pt idx="2762">
                  <c:v>46017</c:v>
                </c:pt>
                <c:pt idx="2763">
                  <c:v>46020</c:v>
                </c:pt>
                <c:pt idx="2764">
                  <c:v>46021</c:v>
                </c:pt>
                <c:pt idx="2765">
                  <c:v>46022</c:v>
                </c:pt>
              </c:numCache>
            </c:numRef>
          </c:cat>
          <c:val>
            <c:numRef>
              <c:f>'Consumo Básico'!$AT$9:$AT$2774</c:f>
              <c:numCache>
                <c:formatCode>General</c:formatCode>
                <c:ptCount val="2766"/>
                <c:pt idx="0">
                  <c:v>100</c:v>
                </c:pt>
                <c:pt idx="1">
                  <c:v>99.551053895807698</c:v>
                </c:pt>
                <c:pt idx="2">
                  <c:v>99.935057355107347</c:v>
                </c:pt>
                <c:pt idx="3">
                  <c:v>101.91058825725025</c:v>
                </c:pt>
                <c:pt idx="4">
                  <c:v>103.47310809917222</c:v>
                </c:pt>
                <c:pt idx="5">
                  <c:v>102.54046262163911</c:v>
                </c:pt>
                <c:pt idx="6">
                  <c:v>102.1280290341911</c:v>
                </c:pt>
                <c:pt idx="7">
                  <c:v>102.06151294048651</c:v>
                </c:pt>
                <c:pt idx="8">
                  <c:v>101.61865403379124</c:v>
                </c:pt>
                <c:pt idx="9">
                  <c:v>101.74131173998113</c:v>
                </c:pt>
                <c:pt idx="10">
                  <c:v>102.33165944776903</c:v>
                </c:pt>
                <c:pt idx="11">
                  <c:v>102.71697352098144</c:v>
                </c:pt>
                <c:pt idx="12">
                  <c:v>102.94111320972399</c:v>
                </c:pt>
                <c:pt idx="13">
                  <c:v>104.23261579353372</c:v>
                </c:pt>
                <c:pt idx="14">
                  <c:v>103.19810090515503</c:v>
                </c:pt>
                <c:pt idx="15">
                  <c:v>102.98068613394103</c:v>
                </c:pt>
                <c:pt idx="16">
                  <c:v>101.48333155748368</c:v>
                </c:pt>
                <c:pt idx="17">
                  <c:v>100.48481428165428</c:v>
                </c:pt>
                <c:pt idx="18">
                  <c:v>101.3951928668852</c:v>
                </c:pt>
                <c:pt idx="19">
                  <c:v>99.199149752944592</c:v>
                </c:pt>
                <c:pt idx="20">
                  <c:v>100.38315728741541</c:v>
                </c:pt>
                <c:pt idx="21">
                  <c:v>101.0372631999893</c:v>
                </c:pt>
                <c:pt idx="22">
                  <c:v>101.26239778656344</c:v>
                </c:pt>
                <c:pt idx="23">
                  <c:v>101.56803958397278</c:v>
                </c:pt>
                <c:pt idx="24">
                  <c:v>100.8978384908371</c:v>
                </c:pt>
                <c:pt idx="25">
                  <c:v>100.06990829751574</c:v>
                </c:pt>
                <c:pt idx="26">
                  <c:v>101.43027563994231</c:v>
                </c:pt>
                <c:pt idx="27">
                  <c:v>102.01158856505621</c:v>
                </c:pt>
                <c:pt idx="28">
                  <c:v>102.24689416635709</c:v>
                </c:pt>
                <c:pt idx="29">
                  <c:v>101.68686252660505</c:v>
                </c:pt>
                <c:pt idx="30">
                  <c:v>101.80925442615535</c:v>
                </c:pt>
                <c:pt idx="31">
                  <c:v>102.10888422342572</c:v>
                </c:pt>
                <c:pt idx="32">
                  <c:v>101.386886956509</c:v>
                </c:pt>
                <c:pt idx="33">
                  <c:v>101.58847182122361</c:v>
                </c:pt>
                <c:pt idx="34">
                  <c:v>101.78852569951802</c:v>
                </c:pt>
                <c:pt idx="35">
                  <c:v>102.17310891429142</c:v>
                </c:pt>
                <c:pt idx="36">
                  <c:v>101.64907366141668</c:v>
                </c:pt>
                <c:pt idx="37">
                  <c:v>101.90546011707465</c:v>
                </c:pt>
                <c:pt idx="38">
                  <c:v>103.26032346717928</c:v>
                </c:pt>
                <c:pt idx="39">
                  <c:v>103.3276844218956</c:v>
                </c:pt>
                <c:pt idx="40">
                  <c:v>102.81661895123118</c:v>
                </c:pt>
                <c:pt idx="41">
                  <c:v>101.93695077836649</c:v>
                </c:pt>
                <c:pt idx="42">
                  <c:v>102.28079300219579</c:v>
                </c:pt>
                <c:pt idx="43">
                  <c:v>99.979490735495745</c:v>
                </c:pt>
                <c:pt idx="44">
                  <c:v>100.32248050172589</c:v>
                </c:pt>
                <c:pt idx="45">
                  <c:v>98.765260165258454</c:v>
                </c:pt>
                <c:pt idx="46">
                  <c:v>97.681202995583845</c:v>
                </c:pt>
                <c:pt idx="47">
                  <c:v>98.869948847194593</c:v>
                </c:pt>
                <c:pt idx="48">
                  <c:v>97.975964647921202</c:v>
                </c:pt>
                <c:pt idx="49">
                  <c:v>99.223616707232125</c:v>
                </c:pt>
                <c:pt idx="50">
                  <c:v>98.609756021436141</c:v>
                </c:pt>
                <c:pt idx="51">
                  <c:v>99.057248822239458</c:v>
                </c:pt>
                <c:pt idx="52">
                  <c:v>98.419055840754112</c:v>
                </c:pt>
                <c:pt idx="53">
                  <c:v>99.585335810664759</c:v>
                </c:pt>
                <c:pt idx="54">
                  <c:v>99.980546684105292</c:v>
                </c:pt>
                <c:pt idx="55">
                  <c:v>99.312597046457597</c:v>
                </c:pt>
                <c:pt idx="56">
                  <c:v>98.518591227181204</c:v>
                </c:pt>
                <c:pt idx="57">
                  <c:v>98.216776074751039</c:v>
                </c:pt>
                <c:pt idx="58">
                  <c:v>98.352990337151297</c:v>
                </c:pt>
                <c:pt idx="59">
                  <c:v>99.505599335794855</c:v>
                </c:pt>
                <c:pt idx="60">
                  <c:v>98.797878362256782</c:v>
                </c:pt>
                <c:pt idx="61">
                  <c:v>98.528202162909224</c:v>
                </c:pt>
                <c:pt idx="62">
                  <c:v>98.969384840544549</c:v>
                </c:pt>
                <c:pt idx="63">
                  <c:v>99.791744642608634</c:v>
                </c:pt>
                <c:pt idx="64">
                  <c:v>99.447910210996213</c:v>
                </c:pt>
                <c:pt idx="65">
                  <c:v>99.699016218466937</c:v>
                </c:pt>
                <c:pt idx="66">
                  <c:v>99.784118769042635</c:v>
                </c:pt>
                <c:pt idx="67">
                  <c:v>99.887477519439258</c:v>
                </c:pt>
                <c:pt idx="68">
                  <c:v>99.392569989310118</c:v>
                </c:pt>
                <c:pt idx="69">
                  <c:v>99.496694361253873</c:v>
                </c:pt>
                <c:pt idx="70">
                  <c:v>99.361284751630507</c:v>
                </c:pt>
                <c:pt idx="71">
                  <c:v>99.840250692282325</c:v>
                </c:pt>
                <c:pt idx="72">
                  <c:v>98.852147701276706</c:v>
                </c:pt>
                <c:pt idx="73">
                  <c:v>99.431301223799665</c:v>
                </c:pt>
                <c:pt idx="74">
                  <c:v>99.227811690260239</c:v>
                </c:pt>
                <c:pt idx="75">
                  <c:v>99.685636165966628</c:v>
                </c:pt>
                <c:pt idx="76">
                  <c:v>99.400588919789556</c:v>
                </c:pt>
                <c:pt idx="77">
                  <c:v>99.502332010100119</c:v>
                </c:pt>
                <c:pt idx="78">
                  <c:v>99.100357284829016</c:v>
                </c:pt>
                <c:pt idx="79">
                  <c:v>98.950414262088458</c:v>
                </c:pt>
                <c:pt idx="80">
                  <c:v>98.633956499323304</c:v>
                </c:pt>
                <c:pt idx="81">
                  <c:v>98.429291445461146</c:v>
                </c:pt>
                <c:pt idx="82">
                  <c:v>99.334631149846743</c:v>
                </c:pt>
                <c:pt idx="83">
                  <c:v>99.584632165993</c:v>
                </c:pt>
                <c:pt idx="84">
                  <c:v>98.822883887188937</c:v>
                </c:pt>
                <c:pt idx="85">
                  <c:v>98.915287898579905</c:v>
                </c:pt>
                <c:pt idx="86">
                  <c:v>99.429831072745316</c:v>
                </c:pt>
                <c:pt idx="87">
                  <c:v>99.669082810006287</c:v>
                </c:pt>
                <c:pt idx="88">
                  <c:v>99.371133055707617</c:v>
                </c:pt>
                <c:pt idx="89">
                  <c:v>99.314322666086028</c:v>
                </c:pt>
                <c:pt idx="90">
                  <c:v>99.078744512990667</c:v>
                </c:pt>
                <c:pt idx="91">
                  <c:v>100.56164500983765</c:v>
                </c:pt>
                <c:pt idx="92">
                  <c:v>100.98493500669822</c:v>
                </c:pt>
                <c:pt idx="93">
                  <c:v>100.63802115670782</c:v>
                </c:pt>
                <c:pt idx="94">
                  <c:v>99.647147788696088</c:v>
                </c:pt>
                <c:pt idx="95">
                  <c:v>99.465411806805577</c:v>
                </c:pt>
                <c:pt idx="96">
                  <c:v>99.330415861222164</c:v>
                </c:pt>
                <c:pt idx="97">
                  <c:v>98.860286488866919</c:v>
                </c:pt>
                <c:pt idx="98">
                  <c:v>98.066334695519998</c:v>
                </c:pt>
                <c:pt idx="99">
                  <c:v>98.665993923842592</c:v>
                </c:pt>
                <c:pt idx="100">
                  <c:v>98.595379534064946</c:v>
                </c:pt>
                <c:pt idx="101">
                  <c:v>98.197972509828546</c:v>
                </c:pt>
                <c:pt idx="102">
                  <c:v>98.102325940078202</c:v>
                </c:pt>
                <c:pt idx="103">
                  <c:v>97.845094721723783</c:v>
                </c:pt>
                <c:pt idx="104">
                  <c:v>97.833449877678561</c:v>
                </c:pt>
                <c:pt idx="105">
                  <c:v>97.042241030102787</c:v>
                </c:pt>
                <c:pt idx="106">
                  <c:v>95.593943168626922</c:v>
                </c:pt>
                <c:pt idx="107">
                  <c:v>95.555436239769648</c:v>
                </c:pt>
                <c:pt idx="108">
                  <c:v>95.879260546044719</c:v>
                </c:pt>
                <c:pt idx="109">
                  <c:v>96.691895745674856</c:v>
                </c:pt>
                <c:pt idx="110">
                  <c:v>96.398246592373383</c:v>
                </c:pt>
                <c:pt idx="111">
                  <c:v>96.070650741519302</c:v>
                </c:pt>
                <c:pt idx="112">
                  <c:v>95.181800243303499</c:v>
                </c:pt>
                <c:pt idx="113">
                  <c:v>96.34927682491184</c:v>
                </c:pt>
                <c:pt idx="114">
                  <c:v>96.88506442619682</c:v>
                </c:pt>
                <c:pt idx="115">
                  <c:v>97.742950828942838</c:v>
                </c:pt>
                <c:pt idx="116">
                  <c:v>97.476894042284556</c:v>
                </c:pt>
                <c:pt idx="117">
                  <c:v>97.697346466233796</c:v>
                </c:pt>
                <c:pt idx="118">
                  <c:v>97.204953597621653</c:v>
                </c:pt>
                <c:pt idx="119">
                  <c:v>96.867146557461908</c:v>
                </c:pt>
                <c:pt idx="120">
                  <c:v>96.837678836395682</c:v>
                </c:pt>
                <c:pt idx="121">
                  <c:v>97.119504131148844</c:v>
                </c:pt>
                <c:pt idx="122">
                  <c:v>95.762062138822856</c:v>
                </c:pt>
                <c:pt idx="123">
                  <c:v>95.626661313643595</c:v>
                </c:pt>
                <c:pt idx="124">
                  <c:v>96.675176874659797</c:v>
                </c:pt>
                <c:pt idx="125">
                  <c:v>96.61028301472416</c:v>
                </c:pt>
                <c:pt idx="126">
                  <c:v>96.915979954654716</c:v>
                </c:pt>
                <c:pt idx="127">
                  <c:v>98.84937781986109</c:v>
                </c:pt>
                <c:pt idx="128">
                  <c:v>97.823158599812501</c:v>
                </c:pt>
                <c:pt idx="129">
                  <c:v>97.520379680537488</c:v>
                </c:pt>
                <c:pt idx="130">
                  <c:v>98.318630828306652</c:v>
                </c:pt>
                <c:pt idx="131">
                  <c:v>99.210055476510078</c:v>
                </c:pt>
                <c:pt idx="132">
                  <c:v>99.573135301604836</c:v>
                </c:pt>
                <c:pt idx="133">
                  <c:v>99.229946061929965</c:v>
                </c:pt>
                <c:pt idx="134">
                  <c:v>100.24240139847147</c:v>
                </c:pt>
                <c:pt idx="135">
                  <c:v>100.09066456667391</c:v>
                </c:pt>
                <c:pt idx="136">
                  <c:v>100.28321002406419</c:v>
                </c:pt>
                <c:pt idx="137">
                  <c:v>100.03843046527767</c:v>
                </c:pt>
                <c:pt idx="138">
                  <c:v>100.28148241639346</c:v>
                </c:pt>
                <c:pt idx="139">
                  <c:v>99.96443338599201</c:v>
                </c:pt>
                <c:pt idx="140">
                  <c:v>99.319944267622503</c:v>
                </c:pt>
                <c:pt idx="141">
                  <c:v>99.314206863892096</c:v>
                </c:pt>
                <c:pt idx="142">
                  <c:v>100.22214933655883</c:v>
                </c:pt>
                <c:pt idx="143">
                  <c:v>100.39338422049774</c:v>
                </c:pt>
                <c:pt idx="144">
                  <c:v>100.46709953602117</c:v>
                </c:pt>
                <c:pt idx="145">
                  <c:v>100.56213697036901</c:v>
                </c:pt>
                <c:pt idx="146">
                  <c:v>101.12490653779207</c:v>
                </c:pt>
                <c:pt idx="147">
                  <c:v>101.12444324321439</c:v>
                </c:pt>
                <c:pt idx="148">
                  <c:v>102.17321381007402</c:v>
                </c:pt>
                <c:pt idx="149">
                  <c:v>101.58246290489471</c:v>
                </c:pt>
                <c:pt idx="150">
                  <c:v>100.89813808811631</c:v>
                </c:pt>
                <c:pt idx="151">
                  <c:v>101.09993670170206</c:v>
                </c:pt>
                <c:pt idx="152">
                  <c:v>100.87090674609699</c:v>
                </c:pt>
                <c:pt idx="153">
                  <c:v>101.10053090925804</c:v>
                </c:pt>
                <c:pt idx="154">
                  <c:v>100.84552679975531</c:v>
                </c:pt>
                <c:pt idx="155">
                  <c:v>101.21389329696513</c:v>
                </c:pt>
                <c:pt idx="156">
                  <c:v>101.04160845453234</c:v>
                </c:pt>
                <c:pt idx="157">
                  <c:v>100.04260121519111</c:v>
                </c:pt>
                <c:pt idx="158">
                  <c:v>98.761226040070611</c:v>
                </c:pt>
                <c:pt idx="159">
                  <c:v>97.935716523662805</c:v>
                </c:pt>
                <c:pt idx="160">
                  <c:v>95.552133064008927</c:v>
                </c:pt>
                <c:pt idx="161">
                  <c:v>92.230218687410996</c:v>
                </c:pt>
                <c:pt idx="162">
                  <c:v>91.083948860150073</c:v>
                </c:pt>
                <c:pt idx="163">
                  <c:v>93.593895299518067</c:v>
                </c:pt>
                <c:pt idx="164">
                  <c:v>94.856762601033751</c:v>
                </c:pt>
                <c:pt idx="165">
                  <c:v>94.60426688777163</c:v>
                </c:pt>
                <c:pt idx="166">
                  <c:v>93.968894749636888</c:v>
                </c:pt>
                <c:pt idx="167">
                  <c:v>91.968514346922376</c:v>
                </c:pt>
                <c:pt idx="168">
                  <c:v>93.180944687943551</c:v>
                </c:pt>
                <c:pt idx="169">
                  <c:v>93.898661281389337</c:v>
                </c:pt>
                <c:pt idx="170">
                  <c:v>92.307966015369033</c:v>
                </c:pt>
                <c:pt idx="171">
                  <c:v>94.339783566370798</c:v>
                </c:pt>
                <c:pt idx="172">
                  <c:v>92.593162852283967</c:v>
                </c:pt>
                <c:pt idx="173">
                  <c:v>92.477239715276923</c:v>
                </c:pt>
                <c:pt idx="174">
                  <c:v>92.634143360431096</c:v>
                </c:pt>
                <c:pt idx="175">
                  <c:v>92.257376743342107</c:v>
                </c:pt>
                <c:pt idx="176">
                  <c:v>93.371851107335928</c:v>
                </c:pt>
                <c:pt idx="177">
                  <c:v>94.376997109358129</c:v>
                </c:pt>
                <c:pt idx="178">
                  <c:v>94.556371737893571</c:v>
                </c:pt>
                <c:pt idx="179">
                  <c:v>93.469472744615729</c:v>
                </c:pt>
                <c:pt idx="180">
                  <c:v>94.10829937975312</c:v>
                </c:pt>
                <c:pt idx="181">
                  <c:v>93.205564395848569</c:v>
                </c:pt>
                <c:pt idx="182">
                  <c:v>93.375584117315739</c:v>
                </c:pt>
                <c:pt idx="183">
                  <c:v>93.870154249720841</c:v>
                </c:pt>
                <c:pt idx="184">
                  <c:v>94.574950055514023</c:v>
                </c:pt>
                <c:pt idx="185">
                  <c:v>93.571115033644347</c:v>
                </c:pt>
                <c:pt idx="186">
                  <c:v>93.577192450288365</c:v>
                </c:pt>
                <c:pt idx="187">
                  <c:v>94.591535921724088</c:v>
                </c:pt>
                <c:pt idx="188">
                  <c:v>94.303001963089912</c:v>
                </c:pt>
                <c:pt idx="189">
                  <c:v>95.446588122968066</c:v>
                </c:pt>
                <c:pt idx="190">
                  <c:v>96.865283360220403</c:v>
                </c:pt>
                <c:pt idx="191">
                  <c:v>96.616851976064851</c:v>
                </c:pt>
                <c:pt idx="192">
                  <c:v>97.561350011061037</c:v>
                </c:pt>
                <c:pt idx="193">
                  <c:v>98.686981040385064</c:v>
                </c:pt>
                <c:pt idx="194">
                  <c:v>98.793958436816013</c:v>
                </c:pt>
                <c:pt idx="195">
                  <c:v>98.98642982204494</c:v>
                </c:pt>
                <c:pt idx="196">
                  <c:v>98.311219942298806</c:v>
                </c:pt>
                <c:pt idx="197">
                  <c:v>95.841361682252966</c:v>
                </c:pt>
                <c:pt idx="198">
                  <c:v>96.149725583209573</c:v>
                </c:pt>
                <c:pt idx="199">
                  <c:v>96.833299546950556</c:v>
                </c:pt>
                <c:pt idx="200">
                  <c:v>97.281157138326378</c:v>
                </c:pt>
                <c:pt idx="201">
                  <c:v>97.443112611251706</c:v>
                </c:pt>
                <c:pt idx="202">
                  <c:v>97.146825020140852</c:v>
                </c:pt>
                <c:pt idx="203">
                  <c:v>99.040184163935407</c:v>
                </c:pt>
                <c:pt idx="204">
                  <c:v>98.73105723400748</c:v>
                </c:pt>
                <c:pt idx="205">
                  <c:v>98.758176451167415</c:v>
                </c:pt>
                <c:pt idx="206">
                  <c:v>98.369319070682138</c:v>
                </c:pt>
                <c:pt idx="207">
                  <c:v>98.420321076227708</c:v>
                </c:pt>
                <c:pt idx="208">
                  <c:v>98.438455257878005</c:v>
                </c:pt>
                <c:pt idx="209">
                  <c:v>97.403613127323098</c:v>
                </c:pt>
                <c:pt idx="210">
                  <c:v>97.626260693552396</c:v>
                </c:pt>
                <c:pt idx="211">
                  <c:v>97.363092872602678</c:v>
                </c:pt>
                <c:pt idx="212">
                  <c:v>97.098294930975257</c:v>
                </c:pt>
                <c:pt idx="213">
                  <c:v>97.199416770379329</c:v>
                </c:pt>
                <c:pt idx="214">
                  <c:v>97.165098457431114</c:v>
                </c:pt>
                <c:pt idx="215">
                  <c:v>96.51127103458532</c:v>
                </c:pt>
                <c:pt idx="216">
                  <c:v>96.888925800331222</c:v>
                </c:pt>
                <c:pt idx="217">
                  <c:v>96.703386452030713</c:v>
                </c:pt>
                <c:pt idx="218">
                  <c:v>95.412744887456086</c:v>
                </c:pt>
                <c:pt idx="219">
                  <c:v>94.624818569838396</c:v>
                </c:pt>
                <c:pt idx="220">
                  <c:v>96.201464470145396</c:v>
                </c:pt>
                <c:pt idx="221">
                  <c:v>96.605190938389725</c:v>
                </c:pt>
                <c:pt idx="222">
                  <c:v>98.026895266760462</c:v>
                </c:pt>
                <c:pt idx="223">
                  <c:v>98.563138937321241</c:v>
                </c:pt>
                <c:pt idx="224">
                  <c:v>97.637843374532011</c:v>
                </c:pt>
                <c:pt idx="225">
                  <c:v>98.298069971013476</c:v>
                </c:pt>
                <c:pt idx="226">
                  <c:v>98.428885869428967</c:v>
                </c:pt>
                <c:pt idx="227">
                  <c:v>98.602417996306173</c:v>
                </c:pt>
                <c:pt idx="228">
                  <c:v>98.61088526278931</c:v>
                </c:pt>
                <c:pt idx="229">
                  <c:v>97.436089538185726</c:v>
                </c:pt>
                <c:pt idx="230">
                  <c:v>98.204073904565064</c:v>
                </c:pt>
                <c:pt idx="231">
                  <c:v>97.516880762188634</c:v>
                </c:pt>
                <c:pt idx="232">
                  <c:v>97.105304012555877</c:v>
                </c:pt>
                <c:pt idx="233">
                  <c:v>99.303991763036066</c:v>
                </c:pt>
                <c:pt idx="234">
                  <c:v>99.364031099584423</c:v>
                </c:pt>
                <c:pt idx="235">
                  <c:v>98.873366230110477</c:v>
                </c:pt>
                <c:pt idx="236">
                  <c:v>97.855479932035465</c:v>
                </c:pt>
                <c:pt idx="237">
                  <c:v>98.131797352522341</c:v>
                </c:pt>
                <c:pt idx="238">
                  <c:v>97.043140135056021</c:v>
                </c:pt>
                <c:pt idx="239">
                  <c:v>98.157909781162971</c:v>
                </c:pt>
                <c:pt idx="240">
                  <c:v>98.717490267032574</c:v>
                </c:pt>
                <c:pt idx="241">
                  <c:v>100.39128333725392</c:v>
                </c:pt>
                <c:pt idx="242">
                  <c:v>99.074333665836903</c:v>
                </c:pt>
                <c:pt idx="243">
                  <c:v>97.161407792679043</c:v>
                </c:pt>
                <c:pt idx="244">
                  <c:v>98.180871559399577</c:v>
                </c:pt>
                <c:pt idx="245">
                  <c:v>99.187707168874397</c:v>
                </c:pt>
                <c:pt idx="246">
                  <c:v>100.1430286124049</c:v>
                </c:pt>
                <c:pt idx="247">
                  <c:v>99.916475922067889</c:v>
                </c:pt>
                <c:pt idx="248">
                  <c:v>99.74894718318582</c:v>
                </c:pt>
                <c:pt idx="249">
                  <c:v>100.78627485011462</c:v>
                </c:pt>
                <c:pt idx="250">
                  <c:v>100.57665563123275</c:v>
                </c:pt>
                <c:pt idx="251">
                  <c:v>99.526737704744505</c:v>
                </c:pt>
                <c:pt idx="252">
                  <c:v>98.281278508507697</c:v>
                </c:pt>
                <c:pt idx="253">
                  <c:v>99.415924699975932</c:v>
                </c:pt>
                <c:pt idx="254">
                  <c:v>99.428053593223339</c:v>
                </c:pt>
                <c:pt idx="255">
                  <c:v>98.361038714923637</c:v>
                </c:pt>
                <c:pt idx="256">
                  <c:v>97.279961978190428</c:v>
                </c:pt>
                <c:pt idx="257">
                  <c:v>98.396633890149602</c:v>
                </c:pt>
                <c:pt idx="258">
                  <c:v>98.616374721480739</c:v>
                </c:pt>
                <c:pt idx="259">
                  <c:v>96.705661579789435</c:v>
                </c:pt>
                <c:pt idx="260">
                  <c:v>97.408004289289494</c:v>
                </c:pt>
                <c:pt idx="261">
                  <c:v>95.853213894742566</c:v>
                </c:pt>
                <c:pt idx="262">
                  <c:v>97.482399052815438</c:v>
                </c:pt>
                <c:pt idx="263">
                  <c:v>95.499718887586283</c:v>
                </c:pt>
                <c:pt idx="264">
                  <c:v>95.995197802614811</c:v>
                </c:pt>
                <c:pt idx="265">
                  <c:v>97.719513036352055</c:v>
                </c:pt>
                <c:pt idx="266">
                  <c:v>97.265003964601561</c:v>
                </c:pt>
                <c:pt idx="267">
                  <c:v>98.189716725763816</c:v>
                </c:pt>
                <c:pt idx="268">
                  <c:v>98.072246153133179</c:v>
                </c:pt>
                <c:pt idx="269">
                  <c:v>98.952545517202836</c:v>
                </c:pt>
                <c:pt idx="270">
                  <c:v>101.1024772932914</c:v>
                </c:pt>
                <c:pt idx="271">
                  <c:v>101.27737022034336</c:v>
                </c:pt>
                <c:pt idx="272">
                  <c:v>100.17286044934804</c:v>
                </c:pt>
                <c:pt idx="273">
                  <c:v>99.286433346164031</c:v>
                </c:pt>
                <c:pt idx="274">
                  <c:v>98.247874743517031</c:v>
                </c:pt>
                <c:pt idx="275">
                  <c:v>98.24187412679467</c:v>
                </c:pt>
                <c:pt idx="276">
                  <c:v>97.847281554380857</c:v>
                </c:pt>
                <c:pt idx="277">
                  <c:v>98.173168103154424</c:v>
                </c:pt>
                <c:pt idx="278">
                  <c:v>97.793890170748838</c:v>
                </c:pt>
                <c:pt idx="279">
                  <c:v>97.108960041169809</c:v>
                </c:pt>
                <c:pt idx="280">
                  <c:v>98.405893730540086</c:v>
                </c:pt>
                <c:pt idx="281">
                  <c:v>99.070465053726693</c:v>
                </c:pt>
                <c:pt idx="282">
                  <c:v>99.880550111961213</c:v>
                </c:pt>
                <c:pt idx="283">
                  <c:v>99.30279464711586</c:v>
                </c:pt>
                <c:pt idx="284">
                  <c:v>99.578028398134819</c:v>
                </c:pt>
                <c:pt idx="285">
                  <c:v>100.30837745555472</c:v>
                </c:pt>
                <c:pt idx="286">
                  <c:v>100.50594955465596</c:v>
                </c:pt>
                <c:pt idx="287">
                  <c:v>101.12333638094651</c:v>
                </c:pt>
                <c:pt idx="288">
                  <c:v>102.33271848244158</c:v>
                </c:pt>
                <c:pt idx="289">
                  <c:v>100.32752791086187</c:v>
                </c:pt>
                <c:pt idx="290">
                  <c:v>99.733617032304338</c:v>
                </c:pt>
                <c:pt idx="291">
                  <c:v>100.8619622220032</c:v>
                </c:pt>
                <c:pt idx="292">
                  <c:v>100.8086584511296</c:v>
                </c:pt>
                <c:pt idx="293">
                  <c:v>101.45142821700975</c:v>
                </c:pt>
                <c:pt idx="294">
                  <c:v>102.21126720392009</c:v>
                </c:pt>
                <c:pt idx="295">
                  <c:v>101.96440809062651</c:v>
                </c:pt>
                <c:pt idx="296">
                  <c:v>102.28331900934882</c:v>
                </c:pt>
                <c:pt idx="297">
                  <c:v>102.78753752678796</c:v>
                </c:pt>
                <c:pt idx="298">
                  <c:v>102.93412250363592</c:v>
                </c:pt>
                <c:pt idx="299">
                  <c:v>102.94343169457333</c:v>
                </c:pt>
                <c:pt idx="300">
                  <c:v>102.76850373181507</c:v>
                </c:pt>
                <c:pt idx="301">
                  <c:v>102.88803208166452</c:v>
                </c:pt>
                <c:pt idx="302">
                  <c:v>103.09796709689911</c:v>
                </c:pt>
                <c:pt idx="303">
                  <c:v>103.39814007150491</c:v>
                </c:pt>
                <c:pt idx="304">
                  <c:v>103.03674999198671</c:v>
                </c:pt>
                <c:pt idx="305">
                  <c:v>103.41098016064787</c:v>
                </c:pt>
                <c:pt idx="306">
                  <c:v>102.59870969208147</c:v>
                </c:pt>
                <c:pt idx="307">
                  <c:v>102.50776085526465</c:v>
                </c:pt>
                <c:pt idx="308">
                  <c:v>102.43428762716346</c:v>
                </c:pt>
                <c:pt idx="309">
                  <c:v>102.78215471671578</c:v>
                </c:pt>
                <c:pt idx="310">
                  <c:v>103.51112341602345</c:v>
                </c:pt>
                <c:pt idx="311">
                  <c:v>104.19411686039341</c:v>
                </c:pt>
                <c:pt idx="312">
                  <c:v>103.72781103156099</c:v>
                </c:pt>
                <c:pt idx="313">
                  <c:v>105.01953218938407</c:v>
                </c:pt>
                <c:pt idx="314">
                  <c:v>105.06018401835048</c:v>
                </c:pt>
                <c:pt idx="315">
                  <c:v>104.55982522102276</c:v>
                </c:pt>
                <c:pt idx="316">
                  <c:v>105.36624860298973</c:v>
                </c:pt>
                <c:pt idx="317">
                  <c:v>104.4240032508785</c:v>
                </c:pt>
                <c:pt idx="318">
                  <c:v>105.03945687168707</c:v>
                </c:pt>
                <c:pt idx="319">
                  <c:v>104.20736489370223</c:v>
                </c:pt>
                <c:pt idx="320">
                  <c:v>105.09378159722647</c:v>
                </c:pt>
                <c:pt idx="321">
                  <c:v>104.52853713476168</c:v>
                </c:pt>
                <c:pt idx="322">
                  <c:v>103.87917968556118</c:v>
                </c:pt>
                <c:pt idx="323">
                  <c:v>104.51456285199774</c:v>
                </c:pt>
                <c:pt idx="324">
                  <c:v>105.07121511401546</c:v>
                </c:pt>
                <c:pt idx="325">
                  <c:v>105.24358908805175</c:v>
                </c:pt>
                <c:pt idx="326">
                  <c:v>103.45241480311137</c:v>
                </c:pt>
                <c:pt idx="327">
                  <c:v>101.7748895908242</c:v>
                </c:pt>
                <c:pt idx="328">
                  <c:v>102.36140015296229</c:v>
                </c:pt>
                <c:pt idx="329">
                  <c:v>103.1367559764208</c:v>
                </c:pt>
                <c:pt idx="330">
                  <c:v>102.71844811903742</c:v>
                </c:pt>
                <c:pt idx="331">
                  <c:v>103.32666308283102</c:v>
                </c:pt>
                <c:pt idx="332">
                  <c:v>103.45126125963003</c:v>
                </c:pt>
                <c:pt idx="333">
                  <c:v>103.69557540455688</c:v>
                </c:pt>
                <c:pt idx="334">
                  <c:v>105.01128896837785</c:v>
                </c:pt>
                <c:pt idx="335">
                  <c:v>104.49438752786392</c:v>
                </c:pt>
                <c:pt idx="336">
                  <c:v>104.74890368565968</c:v>
                </c:pt>
                <c:pt idx="337">
                  <c:v>104.68348843577991</c:v>
                </c:pt>
                <c:pt idx="338">
                  <c:v>105.51953176951841</c:v>
                </c:pt>
                <c:pt idx="339">
                  <c:v>106.05386319893863</c:v>
                </c:pt>
                <c:pt idx="340">
                  <c:v>107.07218600322923</c:v>
                </c:pt>
                <c:pt idx="341">
                  <c:v>105.63890652805249</c:v>
                </c:pt>
                <c:pt idx="342">
                  <c:v>106.25685385088222</c:v>
                </c:pt>
                <c:pt idx="343">
                  <c:v>104.60571710732489</c:v>
                </c:pt>
                <c:pt idx="344">
                  <c:v>105.43667537114283</c:v>
                </c:pt>
                <c:pt idx="345">
                  <c:v>103.67257074972875</c:v>
                </c:pt>
                <c:pt idx="346">
                  <c:v>102.34230266831275</c:v>
                </c:pt>
                <c:pt idx="347">
                  <c:v>104.6329051108432</c:v>
                </c:pt>
                <c:pt idx="348">
                  <c:v>104.49995181339187</c:v>
                </c:pt>
                <c:pt idx="349">
                  <c:v>104.45674882330722</c:v>
                </c:pt>
                <c:pt idx="350">
                  <c:v>105.60136825125062</c:v>
                </c:pt>
                <c:pt idx="351">
                  <c:v>105.82186984128241</c:v>
                </c:pt>
                <c:pt idx="352">
                  <c:v>106.23473796098386</c:v>
                </c:pt>
                <c:pt idx="353">
                  <c:v>106.42982896649352</c:v>
                </c:pt>
                <c:pt idx="354">
                  <c:v>106.04020018971771</c:v>
                </c:pt>
                <c:pt idx="355">
                  <c:v>106.58429168087599</c:v>
                </c:pt>
                <c:pt idx="356">
                  <c:v>106.90116761686578</c:v>
                </c:pt>
                <c:pt idx="357">
                  <c:v>107.49635587275894</c:v>
                </c:pt>
                <c:pt idx="358">
                  <c:v>107.7333421694121</c:v>
                </c:pt>
                <c:pt idx="359">
                  <c:v>107.64592833879348</c:v>
                </c:pt>
                <c:pt idx="360">
                  <c:v>108.10701906779722</c:v>
                </c:pt>
                <c:pt idx="361">
                  <c:v>108.35962163624156</c:v>
                </c:pt>
                <c:pt idx="362">
                  <c:v>108.33376275038282</c:v>
                </c:pt>
                <c:pt idx="363">
                  <c:v>106.98441841089574</c:v>
                </c:pt>
                <c:pt idx="364">
                  <c:v>107.35949419832052</c:v>
                </c:pt>
                <c:pt idx="365">
                  <c:v>107.2388036488763</c:v>
                </c:pt>
                <c:pt idx="366">
                  <c:v>107.96141226075541</c:v>
                </c:pt>
                <c:pt idx="367">
                  <c:v>107.41579103823511</c:v>
                </c:pt>
                <c:pt idx="368">
                  <c:v>107.75304834094322</c:v>
                </c:pt>
                <c:pt idx="369">
                  <c:v>108.21749690149322</c:v>
                </c:pt>
                <c:pt idx="370">
                  <c:v>108.13015685891254</c:v>
                </c:pt>
                <c:pt idx="371">
                  <c:v>108.80911961224531</c:v>
                </c:pt>
                <c:pt idx="372">
                  <c:v>106.53040403303537</c:v>
                </c:pt>
                <c:pt idx="373">
                  <c:v>106.05826918478031</c:v>
                </c:pt>
                <c:pt idx="374">
                  <c:v>106.67355993385007</c:v>
                </c:pt>
                <c:pt idx="375">
                  <c:v>107.97324558461692</c:v>
                </c:pt>
                <c:pt idx="376">
                  <c:v>110.2504831205873</c:v>
                </c:pt>
                <c:pt idx="377">
                  <c:v>109.87039088911959</c:v>
                </c:pt>
                <c:pt idx="378">
                  <c:v>110.41631066052871</c:v>
                </c:pt>
                <c:pt idx="379">
                  <c:v>110.63886181975357</c:v>
                </c:pt>
                <c:pt idx="380">
                  <c:v>110.55209872155245</c:v>
                </c:pt>
                <c:pt idx="381">
                  <c:v>111.54220882923154</c:v>
                </c:pt>
                <c:pt idx="382">
                  <c:v>111.69307883019833</c:v>
                </c:pt>
                <c:pt idx="383">
                  <c:v>111.13619290609179</c:v>
                </c:pt>
                <c:pt idx="384">
                  <c:v>111.51443261344065</c:v>
                </c:pt>
                <c:pt idx="385">
                  <c:v>111.54977824220595</c:v>
                </c:pt>
                <c:pt idx="386">
                  <c:v>111.5074958524573</c:v>
                </c:pt>
                <c:pt idx="387">
                  <c:v>111.18189703722386</c:v>
                </c:pt>
                <c:pt idx="388">
                  <c:v>111.12310149709859</c:v>
                </c:pt>
                <c:pt idx="389">
                  <c:v>110.77420276106602</c:v>
                </c:pt>
                <c:pt idx="390">
                  <c:v>110.53533980543727</c:v>
                </c:pt>
                <c:pt idx="391">
                  <c:v>111.01320645065508</c:v>
                </c:pt>
                <c:pt idx="392">
                  <c:v>111.12111218667683</c:v>
                </c:pt>
                <c:pt idx="393">
                  <c:v>110.25741246389389</c:v>
                </c:pt>
                <c:pt idx="394">
                  <c:v>108.50439519061854</c:v>
                </c:pt>
                <c:pt idx="395">
                  <c:v>109.02530607118319</c:v>
                </c:pt>
                <c:pt idx="396">
                  <c:v>109.35204417864325</c:v>
                </c:pt>
                <c:pt idx="397">
                  <c:v>109.57096936496767</c:v>
                </c:pt>
                <c:pt idx="398">
                  <c:v>109.10610025816651</c:v>
                </c:pt>
                <c:pt idx="399">
                  <c:v>108.60063128635149</c:v>
                </c:pt>
                <c:pt idx="400">
                  <c:v>108.63501247208073</c:v>
                </c:pt>
                <c:pt idx="401">
                  <c:v>109.16722433758078</c:v>
                </c:pt>
                <c:pt idx="402">
                  <c:v>108.81976391729891</c:v>
                </c:pt>
                <c:pt idx="403">
                  <c:v>109.0227866340572</c:v>
                </c:pt>
                <c:pt idx="404">
                  <c:v>109.46566547942145</c:v>
                </c:pt>
                <c:pt idx="405">
                  <c:v>109.4053890584715</c:v>
                </c:pt>
                <c:pt idx="406">
                  <c:v>109.62548975767643</c:v>
                </c:pt>
                <c:pt idx="407">
                  <c:v>109.33966683130659</c:v>
                </c:pt>
                <c:pt idx="408">
                  <c:v>108.78148588334743</c:v>
                </c:pt>
                <c:pt idx="409">
                  <c:v>109.18110360104315</c:v>
                </c:pt>
                <c:pt idx="410">
                  <c:v>109.80307531790025</c:v>
                </c:pt>
                <c:pt idx="411">
                  <c:v>109.07595105268139</c:v>
                </c:pt>
                <c:pt idx="412">
                  <c:v>108.9310476988793</c:v>
                </c:pt>
                <c:pt idx="413">
                  <c:v>108.76272451588369</c:v>
                </c:pt>
                <c:pt idx="414">
                  <c:v>108.68703757320651</c:v>
                </c:pt>
                <c:pt idx="415">
                  <c:v>108.30885167267402</c:v>
                </c:pt>
                <c:pt idx="416">
                  <c:v>107.94723852116455</c:v>
                </c:pt>
                <c:pt idx="417">
                  <c:v>108.35813486585701</c:v>
                </c:pt>
                <c:pt idx="418">
                  <c:v>108.38964626072395</c:v>
                </c:pt>
                <c:pt idx="419">
                  <c:v>108.56706620772844</c:v>
                </c:pt>
                <c:pt idx="420">
                  <c:v>108.87075098088654</c:v>
                </c:pt>
                <c:pt idx="421">
                  <c:v>109.19942063379425</c:v>
                </c:pt>
                <c:pt idx="422">
                  <c:v>109.68518346532784</c:v>
                </c:pt>
                <c:pt idx="423">
                  <c:v>108.58352497973864</c:v>
                </c:pt>
                <c:pt idx="424">
                  <c:v>108.2760166613073</c:v>
                </c:pt>
                <c:pt idx="425">
                  <c:v>105.17337537487093</c:v>
                </c:pt>
                <c:pt idx="426">
                  <c:v>107.56658257388843</c:v>
                </c:pt>
                <c:pt idx="427">
                  <c:v>105.89992173463519</c:v>
                </c:pt>
                <c:pt idx="428">
                  <c:v>105.6794620296273</c:v>
                </c:pt>
                <c:pt idx="429">
                  <c:v>106.7288435183526</c:v>
                </c:pt>
                <c:pt idx="430">
                  <c:v>106.58941907584727</c:v>
                </c:pt>
                <c:pt idx="431">
                  <c:v>106.41622625647059</c:v>
                </c:pt>
                <c:pt idx="432">
                  <c:v>106.61404558273631</c:v>
                </c:pt>
                <c:pt idx="433">
                  <c:v>106.96260553015775</c:v>
                </c:pt>
                <c:pt idx="434">
                  <c:v>107.83458970689108</c:v>
                </c:pt>
                <c:pt idx="435">
                  <c:v>107.38736830554902</c:v>
                </c:pt>
                <c:pt idx="436">
                  <c:v>106.33019859652666</c:v>
                </c:pt>
                <c:pt idx="437">
                  <c:v>107.11760151157907</c:v>
                </c:pt>
                <c:pt idx="438">
                  <c:v>107.01422387447596</c:v>
                </c:pt>
                <c:pt idx="439">
                  <c:v>105.97099158062881</c:v>
                </c:pt>
                <c:pt idx="440">
                  <c:v>107.32645591080738</c:v>
                </c:pt>
                <c:pt idx="441">
                  <c:v>106.7821743105942</c:v>
                </c:pt>
                <c:pt idx="442">
                  <c:v>105.94702089661139</c:v>
                </c:pt>
                <c:pt idx="443">
                  <c:v>105.74698784994324</c:v>
                </c:pt>
                <c:pt idx="444">
                  <c:v>105.18251408324623</c:v>
                </c:pt>
                <c:pt idx="445">
                  <c:v>104.95462023803898</c:v>
                </c:pt>
                <c:pt idx="446">
                  <c:v>104.68039848239179</c:v>
                </c:pt>
                <c:pt idx="447">
                  <c:v>103.89312367963218</c:v>
                </c:pt>
                <c:pt idx="448">
                  <c:v>104.31200994255239</c:v>
                </c:pt>
                <c:pt idx="449">
                  <c:v>104.39628482235489</c:v>
                </c:pt>
                <c:pt idx="450">
                  <c:v>104.47127880117689</c:v>
                </c:pt>
                <c:pt idx="451">
                  <c:v>104.15890147580777</c:v>
                </c:pt>
                <c:pt idx="452">
                  <c:v>104.75449187200599</c:v>
                </c:pt>
                <c:pt idx="453">
                  <c:v>104.34012498023036</c:v>
                </c:pt>
                <c:pt idx="454">
                  <c:v>103.99258570033928</c:v>
                </c:pt>
                <c:pt idx="455">
                  <c:v>104.25566624652474</c:v>
                </c:pt>
                <c:pt idx="456">
                  <c:v>105.3615099714121</c:v>
                </c:pt>
                <c:pt idx="457">
                  <c:v>105.81313151380576</c:v>
                </c:pt>
                <c:pt idx="458">
                  <c:v>106.15884560768151</c:v>
                </c:pt>
                <c:pt idx="459">
                  <c:v>105.6184768251253</c:v>
                </c:pt>
                <c:pt idx="460">
                  <c:v>106.51487338197899</c:v>
                </c:pt>
                <c:pt idx="461">
                  <c:v>106.56707092831985</c:v>
                </c:pt>
                <c:pt idx="462">
                  <c:v>105.80626499061454</c:v>
                </c:pt>
                <c:pt idx="463">
                  <c:v>105.66230698425235</c:v>
                </c:pt>
                <c:pt idx="464">
                  <c:v>105.21662137088094</c:v>
                </c:pt>
                <c:pt idx="465">
                  <c:v>103.90929476506925</c:v>
                </c:pt>
                <c:pt idx="466">
                  <c:v>105.63563771464169</c:v>
                </c:pt>
                <c:pt idx="467">
                  <c:v>106.83682734998941</c:v>
                </c:pt>
                <c:pt idx="468">
                  <c:v>105.34448570132328</c:v>
                </c:pt>
                <c:pt idx="469">
                  <c:v>102.41359435456852</c:v>
                </c:pt>
                <c:pt idx="470">
                  <c:v>102.14832090366406</c:v>
                </c:pt>
                <c:pt idx="471">
                  <c:v>101.45591178866245</c:v>
                </c:pt>
                <c:pt idx="472">
                  <c:v>102.51497916610988</c:v>
                </c:pt>
                <c:pt idx="473">
                  <c:v>102.6874436829746</c:v>
                </c:pt>
                <c:pt idx="474">
                  <c:v>102.07421249097271</c:v>
                </c:pt>
                <c:pt idx="475">
                  <c:v>101.48266773153216</c:v>
                </c:pt>
                <c:pt idx="476">
                  <c:v>102.64980330738706</c:v>
                </c:pt>
                <c:pt idx="477">
                  <c:v>103.49416215291184</c:v>
                </c:pt>
                <c:pt idx="478">
                  <c:v>103.02595284870726</c:v>
                </c:pt>
                <c:pt idx="479">
                  <c:v>103.89035158402407</c:v>
                </c:pt>
                <c:pt idx="480">
                  <c:v>104.01313720962806</c:v>
                </c:pt>
                <c:pt idx="481">
                  <c:v>103.85567967810066</c:v>
                </c:pt>
                <c:pt idx="482">
                  <c:v>101.93192654774465</c:v>
                </c:pt>
                <c:pt idx="483">
                  <c:v>101.29722854788321</c:v>
                </c:pt>
                <c:pt idx="484">
                  <c:v>102.03447957897188</c:v>
                </c:pt>
                <c:pt idx="485">
                  <c:v>101.84770720699679</c:v>
                </c:pt>
                <c:pt idx="486">
                  <c:v>101.97421098130478</c:v>
                </c:pt>
                <c:pt idx="487">
                  <c:v>103.46095390124579</c:v>
                </c:pt>
                <c:pt idx="488">
                  <c:v>102.69666116315429</c:v>
                </c:pt>
                <c:pt idx="489">
                  <c:v>103.88477343276617</c:v>
                </c:pt>
                <c:pt idx="490">
                  <c:v>104.93931767955299</c:v>
                </c:pt>
                <c:pt idx="491">
                  <c:v>105.35431774820941</c:v>
                </c:pt>
                <c:pt idx="492">
                  <c:v>104.25719793501634</c:v>
                </c:pt>
                <c:pt idx="493">
                  <c:v>105.07348099599939</c:v>
                </c:pt>
                <c:pt idx="494">
                  <c:v>105.31879022113493</c:v>
                </c:pt>
                <c:pt idx="495">
                  <c:v>105.60110591675362</c:v>
                </c:pt>
                <c:pt idx="496">
                  <c:v>105.39684444791375</c:v>
                </c:pt>
                <c:pt idx="497">
                  <c:v>105.56943468568494</c:v>
                </c:pt>
                <c:pt idx="498">
                  <c:v>105.19248420664545</c:v>
                </c:pt>
                <c:pt idx="499">
                  <c:v>105.30302689517237</c:v>
                </c:pt>
                <c:pt idx="500">
                  <c:v>105.2927903982787</c:v>
                </c:pt>
                <c:pt idx="501">
                  <c:v>104.64462296091492</c:v>
                </c:pt>
                <c:pt idx="502">
                  <c:v>104.96684167956987</c:v>
                </c:pt>
                <c:pt idx="503">
                  <c:v>104.43776246596879</c:v>
                </c:pt>
                <c:pt idx="504">
                  <c:v>104.76973593405552</c:v>
                </c:pt>
                <c:pt idx="505">
                  <c:v>104.98486980389656</c:v>
                </c:pt>
                <c:pt idx="506">
                  <c:v>105.39585063933485</c:v>
                </c:pt>
                <c:pt idx="507">
                  <c:v>105.11580231298383</c:v>
                </c:pt>
                <c:pt idx="508">
                  <c:v>104.46597661177388</c:v>
                </c:pt>
                <c:pt idx="509">
                  <c:v>103.51011728992947</c:v>
                </c:pt>
                <c:pt idx="510">
                  <c:v>103.97160569027761</c:v>
                </c:pt>
                <c:pt idx="511">
                  <c:v>103.58708167241967</c:v>
                </c:pt>
                <c:pt idx="512">
                  <c:v>103.41631065962206</c:v>
                </c:pt>
                <c:pt idx="513">
                  <c:v>104.62308950102292</c:v>
                </c:pt>
                <c:pt idx="514">
                  <c:v>104.74526548657916</c:v>
                </c:pt>
                <c:pt idx="515">
                  <c:v>104.32805530106553</c:v>
                </c:pt>
                <c:pt idx="516">
                  <c:v>105.11389290912692</c:v>
                </c:pt>
                <c:pt idx="517">
                  <c:v>104.89799378473495</c:v>
                </c:pt>
                <c:pt idx="518">
                  <c:v>105.74803759334242</c:v>
                </c:pt>
                <c:pt idx="519">
                  <c:v>105.5989810286424</c:v>
                </c:pt>
                <c:pt idx="520">
                  <c:v>105.05078179475176</c:v>
                </c:pt>
                <c:pt idx="521">
                  <c:v>104.07456119892817</c:v>
                </c:pt>
                <c:pt idx="522">
                  <c:v>104.44970387048275</c:v>
                </c:pt>
                <c:pt idx="523">
                  <c:v>104.76315451737462</c:v>
                </c:pt>
                <c:pt idx="524">
                  <c:v>104.11730754914912</c:v>
                </c:pt>
                <c:pt idx="525">
                  <c:v>104.87465116396282</c:v>
                </c:pt>
                <c:pt idx="526">
                  <c:v>105.30232461453036</c:v>
                </c:pt>
                <c:pt idx="527">
                  <c:v>104.99312440855284</c:v>
                </c:pt>
                <c:pt idx="528">
                  <c:v>105.81910707457872</c:v>
                </c:pt>
                <c:pt idx="529">
                  <c:v>106.58786947626062</c:v>
                </c:pt>
                <c:pt idx="530">
                  <c:v>106.97080598577638</c:v>
                </c:pt>
                <c:pt idx="531">
                  <c:v>106.41533622898223</c:v>
                </c:pt>
                <c:pt idx="532">
                  <c:v>106.28609209856238</c:v>
                </c:pt>
                <c:pt idx="533">
                  <c:v>106.49538623645317</c:v>
                </c:pt>
                <c:pt idx="534">
                  <c:v>107.19165045823796</c:v>
                </c:pt>
                <c:pt idx="535">
                  <c:v>107.10308455905312</c:v>
                </c:pt>
                <c:pt idx="536">
                  <c:v>107.42212773686082</c:v>
                </c:pt>
                <c:pt idx="537">
                  <c:v>109.52096638990822</c:v>
                </c:pt>
                <c:pt idx="538">
                  <c:v>109.53681383189236</c:v>
                </c:pt>
                <c:pt idx="539">
                  <c:v>109.77099504681387</c:v>
                </c:pt>
                <c:pt idx="540">
                  <c:v>110.33261515188808</c:v>
                </c:pt>
                <c:pt idx="541">
                  <c:v>109.29915255180865</c:v>
                </c:pt>
                <c:pt idx="542">
                  <c:v>109.28098981817389</c:v>
                </c:pt>
                <c:pt idx="543">
                  <c:v>109.58235704017156</c:v>
                </c:pt>
                <c:pt idx="544">
                  <c:v>110.58703508015526</c:v>
                </c:pt>
                <c:pt idx="545">
                  <c:v>110.26283912571323</c:v>
                </c:pt>
                <c:pt idx="546">
                  <c:v>109.74677617649789</c:v>
                </c:pt>
                <c:pt idx="547">
                  <c:v>109.58045828123616</c:v>
                </c:pt>
                <c:pt idx="548">
                  <c:v>109.46869093263888</c:v>
                </c:pt>
                <c:pt idx="549">
                  <c:v>109.77385806758791</c:v>
                </c:pt>
                <c:pt idx="550">
                  <c:v>110.20492105060772</c:v>
                </c:pt>
                <c:pt idx="551">
                  <c:v>109.99691623508791</c:v>
                </c:pt>
                <c:pt idx="552">
                  <c:v>109.99175176613518</c:v>
                </c:pt>
                <c:pt idx="553">
                  <c:v>110.71677054931983</c:v>
                </c:pt>
                <c:pt idx="554">
                  <c:v>110.77323492661927</c:v>
                </c:pt>
                <c:pt idx="555">
                  <c:v>110.34066959953755</c:v>
                </c:pt>
                <c:pt idx="556">
                  <c:v>110.51873367004744</c:v>
                </c:pt>
                <c:pt idx="557">
                  <c:v>110.53845964297682</c:v>
                </c:pt>
                <c:pt idx="558">
                  <c:v>110.48905026314455</c:v>
                </c:pt>
                <c:pt idx="559">
                  <c:v>109.97364860579533</c:v>
                </c:pt>
                <c:pt idx="560">
                  <c:v>109.61153943390551</c:v>
                </c:pt>
                <c:pt idx="561">
                  <c:v>109.62216867626574</c:v>
                </c:pt>
                <c:pt idx="562">
                  <c:v>110.10522483730082</c:v>
                </c:pt>
                <c:pt idx="563">
                  <c:v>110.27762434993851</c:v>
                </c:pt>
                <c:pt idx="564">
                  <c:v>110.13316753961007</c:v>
                </c:pt>
                <c:pt idx="565">
                  <c:v>109.94257711466133</c:v>
                </c:pt>
                <c:pt idx="566">
                  <c:v>109.77139932527473</c:v>
                </c:pt>
                <c:pt idx="567">
                  <c:v>110.2821162443735</c:v>
                </c:pt>
                <c:pt idx="568">
                  <c:v>110.24351557466206</c:v>
                </c:pt>
                <c:pt idx="569">
                  <c:v>110.01950320124521</c:v>
                </c:pt>
                <c:pt idx="570">
                  <c:v>110.65835086813459</c:v>
                </c:pt>
                <c:pt idx="571">
                  <c:v>110.87861810700485</c:v>
                </c:pt>
                <c:pt idx="572">
                  <c:v>110.90134407643146</c:v>
                </c:pt>
                <c:pt idx="573">
                  <c:v>111.37330371788671</c:v>
                </c:pt>
                <c:pt idx="574">
                  <c:v>110.69619368645813</c:v>
                </c:pt>
                <c:pt idx="575">
                  <c:v>111.37812585821038</c:v>
                </c:pt>
                <c:pt idx="576">
                  <c:v>112.11257903892879</c:v>
                </c:pt>
                <c:pt idx="577">
                  <c:v>111.59565882137031</c:v>
                </c:pt>
                <c:pt idx="578">
                  <c:v>111.59532757811529</c:v>
                </c:pt>
                <c:pt idx="579">
                  <c:v>111.43387217924521</c:v>
                </c:pt>
                <c:pt idx="580">
                  <c:v>112.23770598961747</c:v>
                </c:pt>
                <c:pt idx="581">
                  <c:v>112.40443889136097</c:v>
                </c:pt>
                <c:pt idx="582">
                  <c:v>111.78357610039718</c:v>
                </c:pt>
                <c:pt idx="583">
                  <c:v>111.57012812683173</c:v>
                </c:pt>
                <c:pt idx="584">
                  <c:v>111.55136573435124</c:v>
                </c:pt>
                <c:pt idx="585">
                  <c:v>110.87570525133019</c:v>
                </c:pt>
                <c:pt idx="586">
                  <c:v>110.7696682126516</c:v>
                </c:pt>
                <c:pt idx="587">
                  <c:v>111.23706028344002</c:v>
                </c:pt>
                <c:pt idx="588">
                  <c:v>111.96614768848004</c:v>
                </c:pt>
                <c:pt idx="589">
                  <c:v>112.35148045050053</c:v>
                </c:pt>
                <c:pt idx="590">
                  <c:v>112.27788068102572</c:v>
                </c:pt>
                <c:pt idx="591">
                  <c:v>111.96045681343841</c:v>
                </c:pt>
                <c:pt idx="592">
                  <c:v>111.89487874329089</c:v>
                </c:pt>
                <c:pt idx="593">
                  <c:v>111.88676584381332</c:v>
                </c:pt>
                <c:pt idx="594">
                  <c:v>111.76671402903281</c:v>
                </c:pt>
                <c:pt idx="595">
                  <c:v>112.46201706979117</c:v>
                </c:pt>
                <c:pt idx="596">
                  <c:v>112.00579431710327</c:v>
                </c:pt>
                <c:pt idx="597">
                  <c:v>112.02733721677602</c:v>
                </c:pt>
                <c:pt idx="598">
                  <c:v>112.69355580832834</c:v>
                </c:pt>
                <c:pt idx="599">
                  <c:v>113.75858677139411</c:v>
                </c:pt>
                <c:pt idx="600">
                  <c:v>114.34365798995277</c:v>
                </c:pt>
                <c:pt idx="601">
                  <c:v>114.5667007414679</c:v>
                </c:pt>
                <c:pt idx="602">
                  <c:v>115.18159065623752</c:v>
                </c:pt>
                <c:pt idx="603">
                  <c:v>116.22257648825855</c:v>
                </c:pt>
                <c:pt idx="604">
                  <c:v>116.35270889264025</c:v>
                </c:pt>
                <c:pt idx="605">
                  <c:v>116.52331182555623</c:v>
                </c:pt>
                <c:pt idx="606">
                  <c:v>116.8794685083539</c:v>
                </c:pt>
                <c:pt idx="607">
                  <c:v>117.71595021062871</c:v>
                </c:pt>
                <c:pt idx="608">
                  <c:v>117.96271990688075</c:v>
                </c:pt>
                <c:pt idx="609">
                  <c:v>118.19805778450309</c:v>
                </c:pt>
                <c:pt idx="610">
                  <c:v>117.64408758421962</c:v>
                </c:pt>
                <c:pt idx="611">
                  <c:v>117.56884777851525</c:v>
                </c:pt>
                <c:pt idx="612">
                  <c:v>116.70167521246549</c:v>
                </c:pt>
                <c:pt idx="613">
                  <c:v>116.64589533556568</c:v>
                </c:pt>
                <c:pt idx="614">
                  <c:v>116.53461645027069</c:v>
                </c:pt>
                <c:pt idx="615">
                  <c:v>116.47440962565703</c:v>
                </c:pt>
                <c:pt idx="616">
                  <c:v>117.1230858589125</c:v>
                </c:pt>
                <c:pt idx="617">
                  <c:v>117.20453592824437</c:v>
                </c:pt>
                <c:pt idx="618">
                  <c:v>115.65328577723966</c:v>
                </c:pt>
                <c:pt idx="619">
                  <c:v>116.12888954319158</c:v>
                </c:pt>
                <c:pt idx="620">
                  <c:v>115.92524420611265</c:v>
                </c:pt>
                <c:pt idx="621">
                  <c:v>115.77371495985629</c:v>
                </c:pt>
                <c:pt idx="622">
                  <c:v>115.05442537398532</c:v>
                </c:pt>
                <c:pt idx="623">
                  <c:v>115.16224265452531</c:v>
                </c:pt>
                <c:pt idx="624">
                  <c:v>115.45584585049799</c:v>
                </c:pt>
                <c:pt idx="625">
                  <c:v>114.48564556946606</c:v>
                </c:pt>
                <c:pt idx="626">
                  <c:v>115.01181245619894</c:v>
                </c:pt>
                <c:pt idx="627">
                  <c:v>113.4155874193506</c:v>
                </c:pt>
                <c:pt idx="628">
                  <c:v>113.42867173994539</c:v>
                </c:pt>
                <c:pt idx="629">
                  <c:v>113.32608257171313</c:v>
                </c:pt>
                <c:pt idx="630">
                  <c:v>113.34760491691037</c:v>
                </c:pt>
                <c:pt idx="631">
                  <c:v>113.17562988604607</c:v>
                </c:pt>
                <c:pt idx="632">
                  <c:v>113.20104559097683</c:v>
                </c:pt>
                <c:pt idx="633">
                  <c:v>112.09377602271152</c:v>
                </c:pt>
                <c:pt idx="634">
                  <c:v>111.83774176895807</c:v>
                </c:pt>
                <c:pt idx="635">
                  <c:v>112.45054109179384</c:v>
                </c:pt>
                <c:pt idx="636">
                  <c:v>112.71159321729868</c:v>
                </c:pt>
                <c:pt idx="637">
                  <c:v>113.78319759529529</c:v>
                </c:pt>
                <c:pt idx="638">
                  <c:v>113.79866497054775</c:v>
                </c:pt>
                <c:pt idx="639">
                  <c:v>113.97676858596422</c:v>
                </c:pt>
                <c:pt idx="640">
                  <c:v>114.22557412030848</c:v>
                </c:pt>
                <c:pt idx="641">
                  <c:v>114.10170650539179</c:v>
                </c:pt>
                <c:pt idx="642">
                  <c:v>114.43092127509917</c:v>
                </c:pt>
                <c:pt idx="643">
                  <c:v>114.18432970662917</c:v>
                </c:pt>
                <c:pt idx="644">
                  <c:v>115.25400388807049</c:v>
                </c:pt>
                <c:pt idx="645">
                  <c:v>115.62999331145431</c:v>
                </c:pt>
                <c:pt idx="646">
                  <c:v>116.78306370229537</c:v>
                </c:pt>
                <c:pt idx="647">
                  <c:v>115.30791978985467</c:v>
                </c:pt>
                <c:pt idx="648">
                  <c:v>114.95237706872415</c:v>
                </c:pt>
                <c:pt idx="649">
                  <c:v>115.0121377793421</c:v>
                </c:pt>
                <c:pt idx="650">
                  <c:v>115.04186915062063</c:v>
                </c:pt>
                <c:pt idx="651">
                  <c:v>114.92006004919202</c:v>
                </c:pt>
                <c:pt idx="652">
                  <c:v>114.64050226157971</c:v>
                </c:pt>
                <c:pt idx="653">
                  <c:v>115.48612209835785</c:v>
                </c:pt>
                <c:pt idx="654">
                  <c:v>115.25043146369818</c:v>
                </c:pt>
                <c:pt idx="655">
                  <c:v>115.16526141913567</c:v>
                </c:pt>
                <c:pt idx="656">
                  <c:v>114.70853991167645</c:v>
                </c:pt>
                <c:pt idx="657">
                  <c:v>114.74563660304487</c:v>
                </c:pt>
                <c:pt idx="658">
                  <c:v>115.23525014216115</c:v>
                </c:pt>
                <c:pt idx="659">
                  <c:v>115.85325419211476</c:v>
                </c:pt>
                <c:pt idx="660">
                  <c:v>116.27013986458621</c:v>
                </c:pt>
                <c:pt idx="661">
                  <c:v>114.88044866873462</c:v>
                </c:pt>
                <c:pt idx="662">
                  <c:v>114.38252751834898</c:v>
                </c:pt>
                <c:pt idx="663">
                  <c:v>114.94128993096726</c:v>
                </c:pt>
                <c:pt idx="664">
                  <c:v>115.20453509236566</c:v>
                </c:pt>
                <c:pt idx="665">
                  <c:v>114.79492996424709</c:v>
                </c:pt>
                <c:pt idx="666">
                  <c:v>113.43088541785072</c:v>
                </c:pt>
                <c:pt idx="667">
                  <c:v>113.64979015860767</c:v>
                </c:pt>
                <c:pt idx="668">
                  <c:v>113.30027768859988</c:v>
                </c:pt>
                <c:pt idx="669">
                  <c:v>113.87472719953628</c:v>
                </c:pt>
                <c:pt idx="670">
                  <c:v>113.68283813544213</c:v>
                </c:pt>
                <c:pt idx="671">
                  <c:v>113.3327230350942</c:v>
                </c:pt>
                <c:pt idx="672">
                  <c:v>113.77011900008884</c:v>
                </c:pt>
                <c:pt idx="673">
                  <c:v>114.18076447999216</c:v>
                </c:pt>
                <c:pt idx="674">
                  <c:v>114.41595931847309</c:v>
                </c:pt>
                <c:pt idx="675">
                  <c:v>114.70584248262875</c:v>
                </c:pt>
                <c:pt idx="676">
                  <c:v>113.83067723091719</c:v>
                </c:pt>
                <c:pt idx="677">
                  <c:v>114.55927003528562</c:v>
                </c:pt>
                <c:pt idx="678">
                  <c:v>114.54122803040447</c:v>
                </c:pt>
                <c:pt idx="679">
                  <c:v>114.76968389584124</c:v>
                </c:pt>
                <c:pt idx="680">
                  <c:v>114.22641596714789</c:v>
                </c:pt>
                <c:pt idx="681">
                  <c:v>114.46204519861594</c:v>
                </c:pt>
                <c:pt idx="682">
                  <c:v>114.34604750311946</c:v>
                </c:pt>
                <c:pt idx="683">
                  <c:v>114.26252278355635</c:v>
                </c:pt>
                <c:pt idx="684">
                  <c:v>113.89697445118951</c:v>
                </c:pt>
                <c:pt idx="685">
                  <c:v>113.06655875505324</c:v>
                </c:pt>
                <c:pt idx="686">
                  <c:v>112.95962750746892</c:v>
                </c:pt>
                <c:pt idx="687">
                  <c:v>113.50076388990469</c:v>
                </c:pt>
                <c:pt idx="688">
                  <c:v>113.68337241894697</c:v>
                </c:pt>
                <c:pt idx="689">
                  <c:v>112.81989048232445</c:v>
                </c:pt>
                <c:pt idx="690">
                  <c:v>112.89157660430072</c:v>
                </c:pt>
                <c:pt idx="691">
                  <c:v>112.49057220514605</c:v>
                </c:pt>
                <c:pt idx="692">
                  <c:v>112.55711953665163</c:v>
                </c:pt>
                <c:pt idx="693">
                  <c:v>112.9781659679057</c:v>
                </c:pt>
                <c:pt idx="694">
                  <c:v>113.27735544260916</c:v>
                </c:pt>
                <c:pt idx="695">
                  <c:v>113.57132072142348</c:v>
                </c:pt>
                <c:pt idx="696">
                  <c:v>113.03008306691306</c:v>
                </c:pt>
                <c:pt idx="697">
                  <c:v>113.58157851733371</c:v>
                </c:pt>
                <c:pt idx="698">
                  <c:v>115.57147517724053</c:v>
                </c:pt>
                <c:pt idx="699">
                  <c:v>116.38294776555347</c:v>
                </c:pt>
                <c:pt idx="700">
                  <c:v>116.85900180400006</c:v>
                </c:pt>
                <c:pt idx="701">
                  <c:v>117.14388189301741</c:v>
                </c:pt>
                <c:pt idx="702">
                  <c:v>117.13459762965711</c:v>
                </c:pt>
                <c:pt idx="703">
                  <c:v>116.71125029358647</c:v>
                </c:pt>
                <c:pt idx="704">
                  <c:v>116.49758388635507</c:v>
                </c:pt>
                <c:pt idx="705">
                  <c:v>115.9894607368516</c:v>
                </c:pt>
                <c:pt idx="706">
                  <c:v>116.00589616920846</c:v>
                </c:pt>
                <c:pt idx="707">
                  <c:v>116.10312192810584</c:v>
                </c:pt>
                <c:pt idx="708">
                  <c:v>115.67833287878399</c:v>
                </c:pt>
                <c:pt idx="709">
                  <c:v>115.46419978269527</c:v>
                </c:pt>
                <c:pt idx="710">
                  <c:v>116.0509885026037</c:v>
                </c:pt>
                <c:pt idx="711">
                  <c:v>115.4032116498429</c:v>
                </c:pt>
                <c:pt idx="712">
                  <c:v>113.91383169664441</c:v>
                </c:pt>
                <c:pt idx="713">
                  <c:v>115.18709655582363</c:v>
                </c:pt>
                <c:pt idx="714">
                  <c:v>115.36986666323078</c:v>
                </c:pt>
                <c:pt idx="715">
                  <c:v>115.35990866466192</c:v>
                </c:pt>
                <c:pt idx="716">
                  <c:v>115.60149892125854</c:v>
                </c:pt>
                <c:pt idx="717">
                  <c:v>114.60268238108681</c:v>
                </c:pt>
                <c:pt idx="718">
                  <c:v>115.7263039535634</c:v>
                </c:pt>
                <c:pt idx="719">
                  <c:v>116.82316667983235</c:v>
                </c:pt>
                <c:pt idx="720">
                  <c:v>116.77236536149519</c:v>
                </c:pt>
                <c:pt idx="721">
                  <c:v>117.96083535216074</c:v>
                </c:pt>
                <c:pt idx="722">
                  <c:v>118.66432353014021</c:v>
                </c:pt>
                <c:pt idx="723">
                  <c:v>119.21308754971997</c:v>
                </c:pt>
                <c:pt idx="724">
                  <c:v>117.85296089451643</c:v>
                </c:pt>
                <c:pt idx="725">
                  <c:v>121.16120683899446</c:v>
                </c:pt>
                <c:pt idx="726">
                  <c:v>120.14754727906335</c:v>
                </c:pt>
                <c:pt idx="727">
                  <c:v>119.75016697679105</c:v>
                </c:pt>
                <c:pt idx="728">
                  <c:v>119.91717010613482</c:v>
                </c:pt>
                <c:pt idx="729">
                  <c:v>119.72694967588136</c:v>
                </c:pt>
                <c:pt idx="730">
                  <c:v>119.84518078811011</c:v>
                </c:pt>
                <c:pt idx="731">
                  <c:v>119.96067077126992</c:v>
                </c:pt>
                <c:pt idx="732">
                  <c:v>120.5256469904256</c:v>
                </c:pt>
                <c:pt idx="733">
                  <c:v>120.87789826274616</c:v>
                </c:pt>
                <c:pt idx="734">
                  <c:v>121.32153094325903</c:v>
                </c:pt>
                <c:pt idx="735">
                  <c:v>121.80620971423066</c:v>
                </c:pt>
                <c:pt idx="736">
                  <c:v>122.67711300995521</c:v>
                </c:pt>
                <c:pt idx="737">
                  <c:v>122.90710614408958</c:v>
                </c:pt>
                <c:pt idx="738">
                  <c:v>123.43411584351209</c:v>
                </c:pt>
                <c:pt idx="739">
                  <c:v>122.12472129963359</c:v>
                </c:pt>
                <c:pt idx="740">
                  <c:v>122.03075950721505</c:v>
                </c:pt>
                <c:pt idx="741">
                  <c:v>122.20314908934471</c:v>
                </c:pt>
                <c:pt idx="742">
                  <c:v>122.10515540314034</c:v>
                </c:pt>
                <c:pt idx="743">
                  <c:v>123.20699354793415</c:v>
                </c:pt>
                <c:pt idx="744">
                  <c:v>122.83907048678495</c:v>
                </c:pt>
                <c:pt idx="745">
                  <c:v>123.74524598152671</c:v>
                </c:pt>
                <c:pt idx="746">
                  <c:v>123.72513439842496</c:v>
                </c:pt>
                <c:pt idx="747">
                  <c:v>124.37378607753487</c:v>
                </c:pt>
                <c:pt idx="748">
                  <c:v>123.66942404940903</c:v>
                </c:pt>
                <c:pt idx="749">
                  <c:v>123.1799499245643</c:v>
                </c:pt>
                <c:pt idx="750">
                  <c:v>123.46146758442404</c:v>
                </c:pt>
                <c:pt idx="751">
                  <c:v>123.90690275294644</c:v>
                </c:pt>
                <c:pt idx="752">
                  <c:v>124.03476969002828</c:v>
                </c:pt>
                <c:pt idx="753">
                  <c:v>123.53610707520804</c:v>
                </c:pt>
                <c:pt idx="754">
                  <c:v>123.48201947378971</c:v>
                </c:pt>
                <c:pt idx="755">
                  <c:v>122.55359621753182</c:v>
                </c:pt>
                <c:pt idx="756">
                  <c:v>122.7902365740468</c:v>
                </c:pt>
                <c:pt idx="757">
                  <c:v>123.21290366640828</c:v>
                </c:pt>
                <c:pt idx="758">
                  <c:v>123.70897303286448</c:v>
                </c:pt>
                <c:pt idx="759">
                  <c:v>124.10735257046058</c:v>
                </c:pt>
                <c:pt idx="760">
                  <c:v>123.84282225169571</c:v>
                </c:pt>
                <c:pt idx="761">
                  <c:v>123.18332649521165</c:v>
                </c:pt>
                <c:pt idx="762">
                  <c:v>123.16891510776109</c:v>
                </c:pt>
                <c:pt idx="763">
                  <c:v>123.2533012327972</c:v>
                </c:pt>
                <c:pt idx="764">
                  <c:v>123.75357292412552</c:v>
                </c:pt>
                <c:pt idx="765">
                  <c:v>125.71881225767473</c:v>
                </c:pt>
                <c:pt idx="766">
                  <c:v>125.77648587561474</c:v>
                </c:pt>
                <c:pt idx="767">
                  <c:v>126.98572416518498</c:v>
                </c:pt>
                <c:pt idx="768">
                  <c:v>127.75560984410183</c:v>
                </c:pt>
                <c:pt idx="769">
                  <c:v>127.61958054765765</c:v>
                </c:pt>
                <c:pt idx="770">
                  <c:v>127.7384412186795</c:v>
                </c:pt>
                <c:pt idx="771">
                  <c:v>127.41880194349942</c:v>
                </c:pt>
                <c:pt idx="772">
                  <c:v>128.43689039236241</c:v>
                </c:pt>
                <c:pt idx="773">
                  <c:v>127.73732349917596</c:v>
                </c:pt>
                <c:pt idx="774">
                  <c:v>127.04260334249754</c:v>
                </c:pt>
                <c:pt idx="775">
                  <c:v>126.76615321641313</c:v>
                </c:pt>
                <c:pt idx="776">
                  <c:v>126.51333986500488</c:v>
                </c:pt>
                <c:pt idx="777">
                  <c:v>124.89803472110755</c:v>
                </c:pt>
                <c:pt idx="778">
                  <c:v>119.8589735183533</c:v>
                </c:pt>
                <c:pt idx="779">
                  <c:v>120.71748064170522</c:v>
                </c:pt>
                <c:pt idx="780">
                  <c:v>120.8534459689175</c:v>
                </c:pt>
                <c:pt idx="781">
                  <c:v>117.59068860105138</c:v>
                </c:pt>
                <c:pt idx="782">
                  <c:v>117.41944651492736</c:v>
                </c:pt>
                <c:pt idx="783">
                  <c:v>118.89832331935064</c:v>
                </c:pt>
                <c:pt idx="784">
                  <c:v>119.59911099602361</c:v>
                </c:pt>
                <c:pt idx="785">
                  <c:v>119.41356906052447</c:v>
                </c:pt>
                <c:pt idx="786">
                  <c:v>121.46144834423127</c:v>
                </c:pt>
                <c:pt idx="787">
                  <c:v>122.10025117728991</c:v>
                </c:pt>
                <c:pt idx="788">
                  <c:v>117.76357684061078</c:v>
                </c:pt>
                <c:pt idx="789">
                  <c:v>116.37079533754024</c:v>
                </c:pt>
                <c:pt idx="790">
                  <c:v>116.81703042196901</c:v>
                </c:pt>
                <c:pt idx="791">
                  <c:v>117.91664543579638</c:v>
                </c:pt>
                <c:pt idx="792">
                  <c:v>118.80433244090464</c:v>
                </c:pt>
                <c:pt idx="793">
                  <c:v>116.93782068389081</c:v>
                </c:pt>
                <c:pt idx="794">
                  <c:v>115.47301987289498</c:v>
                </c:pt>
                <c:pt idx="795">
                  <c:v>113.98187276947996</c:v>
                </c:pt>
                <c:pt idx="796">
                  <c:v>114.68108361189472</c:v>
                </c:pt>
                <c:pt idx="797">
                  <c:v>116.14818935780049</c:v>
                </c:pt>
                <c:pt idx="798">
                  <c:v>116.12604300840003</c:v>
                </c:pt>
                <c:pt idx="799">
                  <c:v>114.62232369467975</c:v>
                </c:pt>
                <c:pt idx="800">
                  <c:v>116.00625681930271</c:v>
                </c:pt>
                <c:pt idx="801">
                  <c:v>116.79911667456525</c:v>
                </c:pt>
                <c:pt idx="802">
                  <c:v>116.45031048168069</c:v>
                </c:pt>
                <c:pt idx="803">
                  <c:v>116.50783534220443</c:v>
                </c:pt>
                <c:pt idx="804">
                  <c:v>115.10856746593933</c:v>
                </c:pt>
                <c:pt idx="805">
                  <c:v>114.6203130731424</c:v>
                </c:pt>
                <c:pt idx="806">
                  <c:v>114.83251428213383</c:v>
                </c:pt>
                <c:pt idx="807">
                  <c:v>113.52714687766215</c:v>
                </c:pt>
                <c:pt idx="808">
                  <c:v>113.33504754550808</c:v>
                </c:pt>
                <c:pt idx="809">
                  <c:v>112.29755145003418</c:v>
                </c:pt>
                <c:pt idx="810">
                  <c:v>111.25648704788281</c:v>
                </c:pt>
                <c:pt idx="811">
                  <c:v>109.65404913680919</c:v>
                </c:pt>
                <c:pt idx="812">
                  <c:v>111.15461409746298</c:v>
                </c:pt>
                <c:pt idx="813">
                  <c:v>111.15020659487151</c:v>
                </c:pt>
                <c:pt idx="814">
                  <c:v>112.65614445218583</c:v>
                </c:pt>
                <c:pt idx="815">
                  <c:v>113.74261977614916</c:v>
                </c:pt>
                <c:pt idx="816">
                  <c:v>110.74096845272878</c:v>
                </c:pt>
                <c:pt idx="817">
                  <c:v>112.46447561137886</c:v>
                </c:pt>
                <c:pt idx="818">
                  <c:v>113.92881358306009</c:v>
                </c:pt>
                <c:pt idx="819">
                  <c:v>114.57711893763933</c:v>
                </c:pt>
                <c:pt idx="820">
                  <c:v>113.23130039852077</c:v>
                </c:pt>
                <c:pt idx="821">
                  <c:v>113.00086890059056</c:v>
                </c:pt>
                <c:pt idx="822">
                  <c:v>113.40322379283857</c:v>
                </c:pt>
                <c:pt idx="823">
                  <c:v>113.09744471922902</c:v>
                </c:pt>
                <c:pt idx="824">
                  <c:v>112.89604192083051</c:v>
                </c:pt>
                <c:pt idx="825">
                  <c:v>113.73806707935245</c:v>
                </c:pt>
                <c:pt idx="826">
                  <c:v>114.49965815309376</c:v>
                </c:pt>
                <c:pt idx="827">
                  <c:v>114.76684640593223</c:v>
                </c:pt>
                <c:pt idx="828">
                  <c:v>113.7671623147676</c:v>
                </c:pt>
                <c:pt idx="829">
                  <c:v>110.74932106316017</c:v>
                </c:pt>
                <c:pt idx="830">
                  <c:v>109.04597062014695</c:v>
                </c:pt>
                <c:pt idx="831">
                  <c:v>108.63134366913788</c:v>
                </c:pt>
                <c:pt idx="832">
                  <c:v>107.534636995941</c:v>
                </c:pt>
                <c:pt idx="833">
                  <c:v>107.2512024852583</c:v>
                </c:pt>
                <c:pt idx="834">
                  <c:v>107.72893672531225</c:v>
                </c:pt>
                <c:pt idx="835">
                  <c:v>108.27337904586238</c:v>
                </c:pt>
                <c:pt idx="836">
                  <c:v>107.98937035325103</c:v>
                </c:pt>
                <c:pt idx="837">
                  <c:v>106.99736393931235</c:v>
                </c:pt>
                <c:pt idx="838">
                  <c:v>105.14633258695314</c:v>
                </c:pt>
                <c:pt idx="839">
                  <c:v>105.13294325323523</c:v>
                </c:pt>
                <c:pt idx="840">
                  <c:v>106.66360731737686</c:v>
                </c:pt>
                <c:pt idx="841">
                  <c:v>105.64650476899557</c:v>
                </c:pt>
                <c:pt idx="842">
                  <c:v>105.16568258767255</c:v>
                </c:pt>
                <c:pt idx="843">
                  <c:v>104.30206822489669</c:v>
                </c:pt>
                <c:pt idx="844">
                  <c:v>104.95564687799875</c:v>
                </c:pt>
                <c:pt idx="845">
                  <c:v>104.83548059068131</c:v>
                </c:pt>
                <c:pt idx="846">
                  <c:v>104.89011206567591</c:v>
                </c:pt>
                <c:pt idx="847">
                  <c:v>104.46996436911634</c:v>
                </c:pt>
                <c:pt idx="848">
                  <c:v>105.21885034031182</c:v>
                </c:pt>
                <c:pt idx="849">
                  <c:v>105.39252324380354</c:v>
                </c:pt>
                <c:pt idx="850">
                  <c:v>105.17327299162615</c:v>
                </c:pt>
                <c:pt idx="851">
                  <c:v>105.68609039238251</c:v>
                </c:pt>
                <c:pt idx="852">
                  <c:v>105.21453804233896</c:v>
                </c:pt>
                <c:pt idx="853">
                  <c:v>105.57953620936921</c:v>
                </c:pt>
                <c:pt idx="854">
                  <c:v>105.3844781344845</c:v>
                </c:pt>
                <c:pt idx="855">
                  <c:v>105.34848859705815</c:v>
                </c:pt>
                <c:pt idx="856">
                  <c:v>105.20942017781599</c:v>
                </c:pt>
                <c:pt idx="857">
                  <c:v>106.92624810726771</c:v>
                </c:pt>
                <c:pt idx="858">
                  <c:v>105.4318939664948</c:v>
                </c:pt>
                <c:pt idx="859">
                  <c:v>105.64512886073948</c:v>
                </c:pt>
                <c:pt idx="860">
                  <c:v>106.82788729288254</c:v>
                </c:pt>
                <c:pt idx="861">
                  <c:v>106.11886086356857</c:v>
                </c:pt>
                <c:pt idx="862">
                  <c:v>106.63734492394106</c:v>
                </c:pt>
                <c:pt idx="863">
                  <c:v>107.09835708128854</c:v>
                </c:pt>
                <c:pt idx="864">
                  <c:v>108.41383299755319</c:v>
                </c:pt>
                <c:pt idx="865">
                  <c:v>109.04287927954356</c:v>
                </c:pt>
                <c:pt idx="866">
                  <c:v>109.13378213759302</c:v>
                </c:pt>
                <c:pt idx="867">
                  <c:v>108.6788999821799</c:v>
                </c:pt>
                <c:pt idx="868">
                  <c:v>108.29473435042179</c:v>
                </c:pt>
                <c:pt idx="869">
                  <c:v>109.50800586730539</c:v>
                </c:pt>
                <c:pt idx="870">
                  <c:v>107.89900146606963</c:v>
                </c:pt>
                <c:pt idx="871">
                  <c:v>108.42051516997446</c:v>
                </c:pt>
                <c:pt idx="872">
                  <c:v>108.35875921252625</c:v>
                </c:pt>
                <c:pt idx="873">
                  <c:v>108.49412222213284</c:v>
                </c:pt>
                <c:pt idx="874">
                  <c:v>109.50680725932473</c:v>
                </c:pt>
                <c:pt idx="875">
                  <c:v>110.28162146576732</c:v>
                </c:pt>
                <c:pt idx="876">
                  <c:v>109.64483499941349</c:v>
                </c:pt>
                <c:pt idx="877">
                  <c:v>109.61133097670154</c:v>
                </c:pt>
                <c:pt idx="878">
                  <c:v>110.06276323290741</c:v>
                </c:pt>
                <c:pt idx="879">
                  <c:v>110.09858350033259</c:v>
                </c:pt>
                <c:pt idx="880">
                  <c:v>109.35785718376096</c:v>
                </c:pt>
                <c:pt idx="881">
                  <c:v>109.68857364487893</c:v>
                </c:pt>
                <c:pt idx="882">
                  <c:v>111.06032530599056</c:v>
                </c:pt>
                <c:pt idx="883">
                  <c:v>111.46377605482864</c:v>
                </c:pt>
                <c:pt idx="884">
                  <c:v>111.30732461399352</c:v>
                </c:pt>
                <c:pt idx="885">
                  <c:v>112.89961646298849</c:v>
                </c:pt>
                <c:pt idx="886">
                  <c:v>112.58956628938917</c:v>
                </c:pt>
                <c:pt idx="887">
                  <c:v>112.52451977437055</c:v>
                </c:pt>
                <c:pt idx="888">
                  <c:v>113.32668796411389</c:v>
                </c:pt>
                <c:pt idx="889">
                  <c:v>112.79928915501151</c:v>
                </c:pt>
                <c:pt idx="890">
                  <c:v>113.7655149605954</c:v>
                </c:pt>
                <c:pt idx="891">
                  <c:v>113.18750367621196</c:v>
                </c:pt>
                <c:pt idx="892">
                  <c:v>112.91268805839856</c:v>
                </c:pt>
                <c:pt idx="893">
                  <c:v>113.68617287866645</c:v>
                </c:pt>
                <c:pt idx="894">
                  <c:v>112.85158238877835</c:v>
                </c:pt>
                <c:pt idx="895">
                  <c:v>113.20074360395118</c:v>
                </c:pt>
                <c:pt idx="896">
                  <c:v>113.82961190095928</c:v>
                </c:pt>
                <c:pt idx="897">
                  <c:v>114.44368684393565</c:v>
                </c:pt>
                <c:pt idx="898">
                  <c:v>114.6073975989195</c:v>
                </c:pt>
                <c:pt idx="899">
                  <c:v>114.87163750476446</c:v>
                </c:pt>
                <c:pt idx="900">
                  <c:v>115.53052451365809</c:v>
                </c:pt>
                <c:pt idx="901">
                  <c:v>114.39855027838115</c:v>
                </c:pt>
                <c:pt idx="902">
                  <c:v>115.27620703731479</c:v>
                </c:pt>
                <c:pt idx="903">
                  <c:v>116.33443073818809</c:v>
                </c:pt>
                <c:pt idx="904">
                  <c:v>116.35219087160665</c:v>
                </c:pt>
                <c:pt idx="905">
                  <c:v>115.91090429139429</c:v>
                </c:pt>
                <c:pt idx="906">
                  <c:v>115.13423822049663</c:v>
                </c:pt>
                <c:pt idx="907">
                  <c:v>114.9394713127532</c:v>
                </c:pt>
                <c:pt idx="908">
                  <c:v>114.81018454895427</c:v>
                </c:pt>
                <c:pt idx="909">
                  <c:v>114.45291187831074</c:v>
                </c:pt>
                <c:pt idx="910">
                  <c:v>115.06709385050964</c:v>
                </c:pt>
                <c:pt idx="911">
                  <c:v>115.39012139677237</c:v>
                </c:pt>
                <c:pt idx="912">
                  <c:v>118.63906814560961</c:v>
                </c:pt>
                <c:pt idx="913">
                  <c:v>119.06938562192718</c:v>
                </c:pt>
                <c:pt idx="914">
                  <c:v>118.61896466131692</c:v>
                </c:pt>
                <c:pt idx="915">
                  <c:v>117.97322449392999</c:v>
                </c:pt>
                <c:pt idx="916">
                  <c:v>117.10140825580551</c:v>
                </c:pt>
                <c:pt idx="917">
                  <c:v>116.78440430231146</c:v>
                </c:pt>
                <c:pt idx="918">
                  <c:v>116.43019399946493</c:v>
                </c:pt>
                <c:pt idx="919">
                  <c:v>116.47966338158261</c:v>
                </c:pt>
                <c:pt idx="920">
                  <c:v>116.45782276280138</c:v>
                </c:pt>
                <c:pt idx="921">
                  <c:v>116.52242761373573</c:v>
                </c:pt>
                <c:pt idx="922">
                  <c:v>116.32436168229839</c:v>
                </c:pt>
                <c:pt idx="923">
                  <c:v>116.07336192128881</c:v>
                </c:pt>
                <c:pt idx="924">
                  <c:v>115.91117665819303</c:v>
                </c:pt>
                <c:pt idx="925">
                  <c:v>117.65611633543752</c:v>
                </c:pt>
                <c:pt idx="926">
                  <c:v>117.73233743064409</c:v>
                </c:pt>
                <c:pt idx="927">
                  <c:v>116.98482387846875</c:v>
                </c:pt>
                <c:pt idx="928">
                  <c:v>117.56050146917619</c:v>
                </c:pt>
                <c:pt idx="929">
                  <c:v>116.86881173867758</c:v>
                </c:pt>
                <c:pt idx="930">
                  <c:v>118.2783298372831</c:v>
                </c:pt>
                <c:pt idx="931">
                  <c:v>117.86666482063814</c:v>
                </c:pt>
                <c:pt idx="932">
                  <c:v>117.83531417196212</c:v>
                </c:pt>
                <c:pt idx="933">
                  <c:v>118.37565587555316</c:v>
                </c:pt>
                <c:pt idx="934">
                  <c:v>118.06056993573698</c:v>
                </c:pt>
                <c:pt idx="935">
                  <c:v>117.95348044266976</c:v>
                </c:pt>
                <c:pt idx="936">
                  <c:v>119.29414387341571</c:v>
                </c:pt>
                <c:pt idx="937">
                  <c:v>119.52465636390535</c:v>
                </c:pt>
                <c:pt idx="938">
                  <c:v>117.64442877985948</c:v>
                </c:pt>
                <c:pt idx="939">
                  <c:v>116.91241910514943</c:v>
                </c:pt>
                <c:pt idx="940">
                  <c:v>116.9635677746822</c:v>
                </c:pt>
                <c:pt idx="941">
                  <c:v>116.80894519049771</c:v>
                </c:pt>
                <c:pt idx="942">
                  <c:v>116.8294986012252</c:v>
                </c:pt>
                <c:pt idx="943">
                  <c:v>116.85967647070481</c:v>
                </c:pt>
                <c:pt idx="944">
                  <c:v>117.68488833798058</c:v>
                </c:pt>
                <c:pt idx="945">
                  <c:v>116.29730681774222</c:v>
                </c:pt>
                <c:pt idx="946">
                  <c:v>116.00897771612843</c:v>
                </c:pt>
                <c:pt idx="947">
                  <c:v>115.75610692623505</c:v>
                </c:pt>
                <c:pt idx="948">
                  <c:v>117.15656833860507</c:v>
                </c:pt>
                <c:pt idx="949">
                  <c:v>117.64601302616239</c:v>
                </c:pt>
                <c:pt idx="950">
                  <c:v>116.09386170842636</c:v>
                </c:pt>
                <c:pt idx="951">
                  <c:v>113.38364522223759</c:v>
                </c:pt>
                <c:pt idx="952">
                  <c:v>113.60999855403864</c:v>
                </c:pt>
                <c:pt idx="953">
                  <c:v>113.80624069008327</c:v>
                </c:pt>
                <c:pt idx="954">
                  <c:v>114.99443375180499</c:v>
                </c:pt>
                <c:pt idx="955">
                  <c:v>115.59502242838697</c:v>
                </c:pt>
                <c:pt idx="956">
                  <c:v>115.1720956938274</c:v>
                </c:pt>
                <c:pt idx="957">
                  <c:v>117.90091756550846</c:v>
                </c:pt>
                <c:pt idx="958">
                  <c:v>117.12985571262573</c:v>
                </c:pt>
                <c:pt idx="959">
                  <c:v>117.79561050319133</c:v>
                </c:pt>
                <c:pt idx="960">
                  <c:v>118.55694783695976</c:v>
                </c:pt>
                <c:pt idx="961">
                  <c:v>119.03967132659454</c:v>
                </c:pt>
                <c:pt idx="962">
                  <c:v>117.24689393375571</c:v>
                </c:pt>
                <c:pt idx="963">
                  <c:v>118.28316511506736</c:v>
                </c:pt>
                <c:pt idx="964">
                  <c:v>121.21502296803448</c:v>
                </c:pt>
                <c:pt idx="965">
                  <c:v>120.10106691978265</c:v>
                </c:pt>
                <c:pt idx="966">
                  <c:v>120.42636737363139</c:v>
                </c:pt>
                <c:pt idx="967">
                  <c:v>120.62068036246924</c:v>
                </c:pt>
                <c:pt idx="968">
                  <c:v>122.43009665381888</c:v>
                </c:pt>
                <c:pt idx="969">
                  <c:v>123.13819697888188</c:v>
                </c:pt>
                <c:pt idx="970">
                  <c:v>123.9855578990894</c:v>
                </c:pt>
                <c:pt idx="971">
                  <c:v>123.98190463248704</c:v>
                </c:pt>
                <c:pt idx="972">
                  <c:v>124.94573572836201</c:v>
                </c:pt>
                <c:pt idx="973">
                  <c:v>123.54185259001032</c:v>
                </c:pt>
                <c:pt idx="974">
                  <c:v>123.0968142920925</c:v>
                </c:pt>
                <c:pt idx="975">
                  <c:v>122.11569029899997</c:v>
                </c:pt>
                <c:pt idx="976">
                  <c:v>121.41233744405609</c:v>
                </c:pt>
                <c:pt idx="977">
                  <c:v>121.37665037009528</c:v>
                </c:pt>
                <c:pt idx="978">
                  <c:v>121.26263653781854</c:v>
                </c:pt>
                <c:pt idx="979">
                  <c:v>118.996167418125</c:v>
                </c:pt>
                <c:pt idx="980">
                  <c:v>118.00984009126364</c:v>
                </c:pt>
                <c:pt idx="981">
                  <c:v>118.57529626172568</c:v>
                </c:pt>
                <c:pt idx="982">
                  <c:v>118.54371057311523</c:v>
                </c:pt>
                <c:pt idx="983">
                  <c:v>119.5334200762839</c:v>
                </c:pt>
                <c:pt idx="984">
                  <c:v>121.11634209192997</c:v>
                </c:pt>
                <c:pt idx="985">
                  <c:v>121.02580102730455</c:v>
                </c:pt>
                <c:pt idx="986">
                  <c:v>122.23796254967877</c:v>
                </c:pt>
                <c:pt idx="987">
                  <c:v>122.24393403820139</c:v>
                </c:pt>
                <c:pt idx="988">
                  <c:v>120.24195878377876</c:v>
                </c:pt>
                <c:pt idx="989">
                  <c:v>119.91837341355107</c:v>
                </c:pt>
                <c:pt idx="990">
                  <c:v>118.58028785429883</c:v>
                </c:pt>
                <c:pt idx="991">
                  <c:v>118.77671380394219</c:v>
                </c:pt>
                <c:pt idx="992">
                  <c:v>119.5323553548787</c:v>
                </c:pt>
                <c:pt idx="993">
                  <c:v>119.01243345484589</c:v>
                </c:pt>
                <c:pt idx="994">
                  <c:v>119.25835236800735</c:v>
                </c:pt>
                <c:pt idx="995">
                  <c:v>117.54850818622292</c:v>
                </c:pt>
                <c:pt idx="996">
                  <c:v>115.30466965903919</c:v>
                </c:pt>
                <c:pt idx="997">
                  <c:v>114.13646401235442</c:v>
                </c:pt>
                <c:pt idx="998">
                  <c:v>112.83297680200646</c:v>
                </c:pt>
                <c:pt idx="999">
                  <c:v>110.9053401038031</c:v>
                </c:pt>
                <c:pt idx="1000">
                  <c:v>109.79975523883247</c:v>
                </c:pt>
                <c:pt idx="1001">
                  <c:v>107.03710373083702</c:v>
                </c:pt>
                <c:pt idx="1002">
                  <c:v>110.12211341760502</c:v>
                </c:pt>
                <c:pt idx="1003">
                  <c:v>111.26092303236138</c:v>
                </c:pt>
                <c:pt idx="1004">
                  <c:v>111.14813264140901</c:v>
                </c:pt>
                <c:pt idx="1005">
                  <c:v>111.75572180414653</c:v>
                </c:pt>
                <c:pt idx="1006">
                  <c:v>111.38956833586509</c:v>
                </c:pt>
                <c:pt idx="1007">
                  <c:v>110.58681101870935</c:v>
                </c:pt>
                <c:pt idx="1008">
                  <c:v>112.92515386978886</c:v>
                </c:pt>
                <c:pt idx="1009">
                  <c:v>112.43181598965164</c:v>
                </c:pt>
                <c:pt idx="1010">
                  <c:v>113.92198003131064</c:v>
                </c:pt>
                <c:pt idx="1011">
                  <c:v>113.3026587210715</c:v>
                </c:pt>
                <c:pt idx="1012">
                  <c:v>113.62152786311231</c:v>
                </c:pt>
                <c:pt idx="1013">
                  <c:v>114.07907590328347</c:v>
                </c:pt>
                <c:pt idx="1014">
                  <c:v>113.74582358723399</c:v>
                </c:pt>
                <c:pt idx="1015">
                  <c:v>114.82719665307521</c:v>
                </c:pt>
                <c:pt idx="1016">
                  <c:v>114.06589102281636</c:v>
                </c:pt>
                <c:pt idx="1017">
                  <c:v>114.51693789279028</c:v>
                </c:pt>
                <c:pt idx="1018">
                  <c:v>115.98306947828414</c:v>
                </c:pt>
                <c:pt idx="1019">
                  <c:v>114.70997770671241</c:v>
                </c:pt>
                <c:pt idx="1020">
                  <c:v>116.16487190172076</c:v>
                </c:pt>
                <c:pt idx="1021">
                  <c:v>114.90025720160072</c:v>
                </c:pt>
                <c:pt idx="1022">
                  <c:v>114.56563887041287</c:v>
                </c:pt>
                <c:pt idx="1023">
                  <c:v>115.10635188518381</c:v>
                </c:pt>
                <c:pt idx="1024">
                  <c:v>115.44687516734963</c:v>
                </c:pt>
                <c:pt idx="1025">
                  <c:v>116.13517083051481</c:v>
                </c:pt>
                <c:pt idx="1026">
                  <c:v>118.61742022781335</c:v>
                </c:pt>
                <c:pt idx="1027">
                  <c:v>118.12283169666652</c:v>
                </c:pt>
                <c:pt idx="1028">
                  <c:v>118.98650034035315</c:v>
                </c:pt>
                <c:pt idx="1029">
                  <c:v>118.93731255254662</c:v>
                </c:pt>
                <c:pt idx="1030">
                  <c:v>119.14100960354642</c:v>
                </c:pt>
                <c:pt idx="1031">
                  <c:v>119.43888040295514</c:v>
                </c:pt>
                <c:pt idx="1032">
                  <c:v>119.80859225763329</c:v>
                </c:pt>
                <c:pt idx="1033">
                  <c:v>120.25071796975419</c:v>
                </c:pt>
                <c:pt idx="1034">
                  <c:v>121.24700754637836</c:v>
                </c:pt>
                <c:pt idx="1035">
                  <c:v>121.57795697540001</c:v>
                </c:pt>
                <c:pt idx="1036">
                  <c:v>119.70149354342131</c:v>
                </c:pt>
                <c:pt idx="1037">
                  <c:v>120.61805412686721</c:v>
                </c:pt>
                <c:pt idx="1038">
                  <c:v>121.2768194694824</c:v>
                </c:pt>
                <c:pt idx="1039">
                  <c:v>121.19897592075716</c:v>
                </c:pt>
                <c:pt idx="1040">
                  <c:v>121.65943506381623</c:v>
                </c:pt>
                <c:pt idx="1041">
                  <c:v>121.72495631794871</c:v>
                </c:pt>
                <c:pt idx="1042">
                  <c:v>121.17084965196376</c:v>
                </c:pt>
                <c:pt idx="1043">
                  <c:v>121.132262543427</c:v>
                </c:pt>
                <c:pt idx="1044">
                  <c:v>120.890143839226</c:v>
                </c:pt>
                <c:pt idx="1045">
                  <c:v>121.97884417484582</c:v>
                </c:pt>
                <c:pt idx="1046">
                  <c:v>122.00781899529687</c:v>
                </c:pt>
                <c:pt idx="1047">
                  <c:v>122.02433369062325</c:v>
                </c:pt>
                <c:pt idx="1048">
                  <c:v>121.91562354353519</c:v>
                </c:pt>
                <c:pt idx="1049">
                  <c:v>122.14932947572608</c:v>
                </c:pt>
                <c:pt idx="1050">
                  <c:v>121.6375120287997</c:v>
                </c:pt>
                <c:pt idx="1051">
                  <c:v>121.53921957732324</c:v>
                </c:pt>
                <c:pt idx="1052">
                  <c:v>123.27682481466353</c:v>
                </c:pt>
                <c:pt idx="1053">
                  <c:v>123.01040257182648</c:v>
                </c:pt>
                <c:pt idx="1054">
                  <c:v>123.74435657573791</c:v>
                </c:pt>
                <c:pt idx="1055">
                  <c:v>123.27904707422756</c:v>
                </c:pt>
                <c:pt idx="1056">
                  <c:v>123.80687475905768</c:v>
                </c:pt>
                <c:pt idx="1057">
                  <c:v>124.38016389242063</c:v>
                </c:pt>
                <c:pt idx="1058">
                  <c:v>123.97448653721754</c:v>
                </c:pt>
                <c:pt idx="1059">
                  <c:v>123.29272463409296</c:v>
                </c:pt>
                <c:pt idx="1060">
                  <c:v>123.94935114680824</c:v>
                </c:pt>
                <c:pt idx="1061">
                  <c:v>123.5548463075521</c:v>
                </c:pt>
                <c:pt idx="1062">
                  <c:v>123.77442011252619</c:v>
                </c:pt>
                <c:pt idx="1063">
                  <c:v>124.81427938090783</c:v>
                </c:pt>
                <c:pt idx="1064">
                  <c:v>124.00506357769494</c:v>
                </c:pt>
                <c:pt idx="1065">
                  <c:v>124.07155326165073</c:v>
                </c:pt>
                <c:pt idx="1066">
                  <c:v>124.99491321079213</c:v>
                </c:pt>
                <c:pt idx="1067">
                  <c:v>124.71025549191407</c:v>
                </c:pt>
                <c:pt idx="1068">
                  <c:v>124.09168437797175</c:v>
                </c:pt>
                <c:pt idx="1069">
                  <c:v>123.07357982549189</c:v>
                </c:pt>
                <c:pt idx="1070">
                  <c:v>123.61519936200139</c:v>
                </c:pt>
                <c:pt idx="1071">
                  <c:v>123.89661193843131</c:v>
                </c:pt>
                <c:pt idx="1072">
                  <c:v>124.3879701370783</c:v>
                </c:pt>
                <c:pt idx="1073">
                  <c:v>124.51086060331959</c:v>
                </c:pt>
                <c:pt idx="1074">
                  <c:v>124.8771958645377</c:v>
                </c:pt>
                <c:pt idx="1075">
                  <c:v>125.25129169490184</c:v>
                </c:pt>
                <c:pt idx="1076">
                  <c:v>125.55385389554348</c:v>
                </c:pt>
                <c:pt idx="1077">
                  <c:v>126.59696718769091</c:v>
                </c:pt>
                <c:pt idx="1078">
                  <c:v>126.59717968177374</c:v>
                </c:pt>
                <c:pt idx="1079">
                  <c:v>127.0104409684163</c:v>
                </c:pt>
                <c:pt idx="1080">
                  <c:v>126.68651747668329</c:v>
                </c:pt>
                <c:pt idx="1081">
                  <c:v>126.40329838215978</c:v>
                </c:pt>
                <c:pt idx="1082">
                  <c:v>126.92357291658344</c:v>
                </c:pt>
                <c:pt idx="1083">
                  <c:v>127.06344381171999</c:v>
                </c:pt>
                <c:pt idx="1084">
                  <c:v>126.02487605056675</c:v>
                </c:pt>
                <c:pt idx="1085">
                  <c:v>127.03720048268276</c:v>
                </c:pt>
                <c:pt idx="1086">
                  <c:v>127.12061201117196</c:v>
                </c:pt>
                <c:pt idx="1087">
                  <c:v>128.80521231676332</c:v>
                </c:pt>
                <c:pt idx="1088">
                  <c:v>127.46352720346722</c:v>
                </c:pt>
                <c:pt idx="1089">
                  <c:v>127.25879971253089</c:v>
                </c:pt>
                <c:pt idx="1090">
                  <c:v>128.8781090473496</c:v>
                </c:pt>
                <c:pt idx="1091">
                  <c:v>128.54017297793524</c:v>
                </c:pt>
                <c:pt idx="1092">
                  <c:v>127.10231213334963</c:v>
                </c:pt>
                <c:pt idx="1093">
                  <c:v>126.57359651048439</c:v>
                </c:pt>
                <c:pt idx="1094">
                  <c:v>126.21672886869213</c:v>
                </c:pt>
                <c:pt idx="1095">
                  <c:v>128.11435943856623</c:v>
                </c:pt>
                <c:pt idx="1096">
                  <c:v>126.82850979208665</c:v>
                </c:pt>
                <c:pt idx="1097">
                  <c:v>127.43356434688494</c:v>
                </c:pt>
                <c:pt idx="1098">
                  <c:v>128.18895096095437</c:v>
                </c:pt>
                <c:pt idx="1099">
                  <c:v>129.57647620727221</c:v>
                </c:pt>
                <c:pt idx="1100">
                  <c:v>129.15704964587073</c:v>
                </c:pt>
                <c:pt idx="1101">
                  <c:v>129.09060451116031</c:v>
                </c:pt>
                <c:pt idx="1102">
                  <c:v>128.49263892547614</c:v>
                </c:pt>
                <c:pt idx="1103">
                  <c:v>129.60101271357067</c:v>
                </c:pt>
                <c:pt idx="1104">
                  <c:v>129.53441016402252</c:v>
                </c:pt>
                <c:pt idx="1105">
                  <c:v>129.36735771742798</c:v>
                </c:pt>
                <c:pt idx="1106">
                  <c:v>127.0781394956521</c:v>
                </c:pt>
                <c:pt idx="1107">
                  <c:v>126.7283012854847</c:v>
                </c:pt>
                <c:pt idx="1108">
                  <c:v>127.2489848491135</c:v>
                </c:pt>
                <c:pt idx="1109">
                  <c:v>125.74478954015056</c:v>
                </c:pt>
                <c:pt idx="1110">
                  <c:v>127.32007600258439</c:v>
                </c:pt>
                <c:pt idx="1111">
                  <c:v>127.96737884095825</c:v>
                </c:pt>
                <c:pt idx="1112">
                  <c:v>129.46961390482303</c:v>
                </c:pt>
                <c:pt idx="1113">
                  <c:v>130.60246133067514</c:v>
                </c:pt>
                <c:pt idx="1114">
                  <c:v>132.05408566581536</c:v>
                </c:pt>
                <c:pt idx="1115">
                  <c:v>132.21302079842602</c:v>
                </c:pt>
                <c:pt idx="1116">
                  <c:v>132.55625252181869</c:v>
                </c:pt>
                <c:pt idx="1117">
                  <c:v>132.82968656575409</c:v>
                </c:pt>
                <c:pt idx="1118">
                  <c:v>132.2406973220539</c:v>
                </c:pt>
                <c:pt idx="1119">
                  <c:v>132.61032362460816</c:v>
                </c:pt>
                <c:pt idx="1120">
                  <c:v>132.5010090333594</c:v>
                </c:pt>
                <c:pt idx="1121">
                  <c:v>131.96161131004533</c:v>
                </c:pt>
                <c:pt idx="1122">
                  <c:v>132.46897696928326</c:v>
                </c:pt>
                <c:pt idx="1123">
                  <c:v>133.6554101492396</c:v>
                </c:pt>
                <c:pt idx="1124">
                  <c:v>133.25859783372258</c:v>
                </c:pt>
                <c:pt idx="1125">
                  <c:v>133.69337767691167</c:v>
                </c:pt>
                <c:pt idx="1126">
                  <c:v>133.57058134211439</c:v>
                </c:pt>
                <c:pt idx="1127">
                  <c:v>131.95481565544034</c:v>
                </c:pt>
                <c:pt idx="1128">
                  <c:v>131.82647815622997</c:v>
                </c:pt>
                <c:pt idx="1129">
                  <c:v>131.63670752115263</c:v>
                </c:pt>
                <c:pt idx="1130">
                  <c:v>132.57383786468722</c:v>
                </c:pt>
                <c:pt idx="1131">
                  <c:v>133.76156251115282</c:v>
                </c:pt>
                <c:pt idx="1132">
                  <c:v>135.33007028702457</c:v>
                </c:pt>
                <c:pt idx="1133">
                  <c:v>134.70193758997161</c:v>
                </c:pt>
                <c:pt idx="1134">
                  <c:v>135.01300434954135</c:v>
                </c:pt>
                <c:pt idx="1135">
                  <c:v>134.24351048546885</c:v>
                </c:pt>
                <c:pt idx="1136">
                  <c:v>135.05767632491924</c:v>
                </c:pt>
                <c:pt idx="1137">
                  <c:v>135.45171572929553</c:v>
                </c:pt>
                <c:pt idx="1138">
                  <c:v>135.89810553823534</c:v>
                </c:pt>
                <c:pt idx="1139">
                  <c:v>136.16585624611238</c:v>
                </c:pt>
                <c:pt idx="1140">
                  <c:v>136.25922357021773</c:v>
                </c:pt>
                <c:pt idx="1141">
                  <c:v>136.11860360917308</c:v>
                </c:pt>
                <c:pt idx="1142">
                  <c:v>137.06353729351611</c:v>
                </c:pt>
                <c:pt idx="1143">
                  <c:v>135.97452303395971</c:v>
                </c:pt>
                <c:pt idx="1144">
                  <c:v>135.16790934352881</c:v>
                </c:pt>
                <c:pt idx="1145">
                  <c:v>136.35903865571524</c:v>
                </c:pt>
                <c:pt idx="1146">
                  <c:v>135.48350061234893</c:v>
                </c:pt>
                <c:pt idx="1147">
                  <c:v>135.2236900856829</c:v>
                </c:pt>
                <c:pt idx="1148">
                  <c:v>136.87253623125324</c:v>
                </c:pt>
                <c:pt idx="1149">
                  <c:v>137.17447964876317</c:v>
                </c:pt>
                <c:pt idx="1150">
                  <c:v>136.9516872109337</c:v>
                </c:pt>
                <c:pt idx="1151">
                  <c:v>134.00261447800253</c:v>
                </c:pt>
                <c:pt idx="1152">
                  <c:v>133.22502903091484</c:v>
                </c:pt>
                <c:pt idx="1153">
                  <c:v>133.421423841604</c:v>
                </c:pt>
                <c:pt idx="1154">
                  <c:v>129.44911566981764</c:v>
                </c:pt>
                <c:pt idx="1155">
                  <c:v>130.87767546615066</c:v>
                </c:pt>
                <c:pt idx="1156">
                  <c:v>132.1161736285803</c:v>
                </c:pt>
                <c:pt idx="1157">
                  <c:v>133.83212896895685</c:v>
                </c:pt>
                <c:pt idx="1158">
                  <c:v>132.61642836385357</c:v>
                </c:pt>
                <c:pt idx="1159">
                  <c:v>131.09293206049293</c:v>
                </c:pt>
                <c:pt idx="1160">
                  <c:v>132.98765136350815</c:v>
                </c:pt>
                <c:pt idx="1161">
                  <c:v>130.95271424756911</c:v>
                </c:pt>
                <c:pt idx="1162">
                  <c:v>133.86494595506858</c:v>
                </c:pt>
                <c:pt idx="1163">
                  <c:v>135.20124304381659</c:v>
                </c:pt>
                <c:pt idx="1164">
                  <c:v>135.99375551281906</c:v>
                </c:pt>
                <c:pt idx="1165">
                  <c:v>134.31444091078265</c:v>
                </c:pt>
                <c:pt idx="1166">
                  <c:v>134.69278473390568</c:v>
                </c:pt>
                <c:pt idx="1167">
                  <c:v>134.98758199644965</c:v>
                </c:pt>
                <c:pt idx="1168">
                  <c:v>133.13265263284555</c:v>
                </c:pt>
                <c:pt idx="1169">
                  <c:v>134.55730565653795</c:v>
                </c:pt>
                <c:pt idx="1170">
                  <c:v>133.96376130189748</c:v>
                </c:pt>
                <c:pt idx="1171">
                  <c:v>135.28348169535369</c:v>
                </c:pt>
                <c:pt idx="1172">
                  <c:v>135.07642915204431</c:v>
                </c:pt>
                <c:pt idx="1173">
                  <c:v>134.92184256244428</c:v>
                </c:pt>
                <c:pt idx="1174">
                  <c:v>135.44593059286692</c:v>
                </c:pt>
                <c:pt idx="1175">
                  <c:v>136.78048779409582</c:v>
                </c:pt>
                <c:pt idx="1176">
                  <c:v>135.93197093736339</c:v>
                </c:pt>
                <c:pt idx="1177">
                  <c:v>136.02541897871279</c:v>
                </c:pt>
                <c:pt idx="1178">
                  <c:v>135.90592256770964</c:v>
                </c:pt>
                <c:pt idx="1179">
                  <c:v>134.95429701275484</c:v>
                </c:pt>
                <c:pt idx="1180">
                  <c:v>135.44069263585121</c:v>
                </c:pt>
                <c:pt idx="1181">
                  <c:v>136.1105869517672</c:v>
                </c:pt>
                <c:pt idx="1182">
                  <c:v>134.66581413488237</c:v>
                </c:pt>
                <c:pt idx="1183">
                  <c:v>133.30942177041317</c:v>
                </c:pt>
                <c:pt idx="1184">
                  <c:v>133.8965654423894</c:v>
                </c:pt>
                <c:pt idx="1185">
                  <c:v>134.02001310335768</c:v>
                </c:pt>
                <c:pt idx="1186">
                  <c:v>134.09830950965306</c:v>
                </c:pt>
                <c:pt idx="1187">
                  <c:v>133.78407729615441</c:v>
                </c:pt>
                <c:pt idx="1188">
                  <c:v>134.49789340399215</c:v>
                </c:pt>
                <c:pt idx="1189">
                  <c:v>134.88596076464256</c:v>
                </c:pt>
                <c:pt idx="1190">
                  <c:v>135.10937332553186</c:v>
                </c:pt>
                <c:pt idx="1191">
                  <c:v>135.50266290507159</c:v>
                </c:pt>
                <c:pt idx="1192">
                  <c:v>135.26549334654499</c:v>
                </c:pt>
                <c:pt idx="1193">
                  <c:v>135.85925559075</c:v>
                </c:pt>
                <c:pt idx="1194">
                  <c:v>135.32521121801562</c:v>
                </c:pt>
                <c:pt idx="1195">
                  <c:v>132.72293471489922</c:v>
                </c:pt>
                <c:pt idx="1196">
                  <c:v>133.94061190957282</c:v>
                </c:pt>
                <c:pt idx="1197">
                  <c:v>136.33809128625109</c:v>
                </c:pt>
                <c:pt idx="1198">
                  <c:v>135.16398631654488</c:v>
                </c:pt>
                <c:pt idx="1199">
                  <c:v>134.4411134278854</c:v>
                </c:pt>
                <c:pt idx="1200">
                  <c:v>135.58222468775094</c:v>
                </c:pt>
                <c:pt idx="1201">
                  <c:v>136.02063944922219</c:v>
                </c:pt>
                <c:pt idx="1202">
                  <c:v>135.61746426086034</c:v>
                </c:pt>
                <c:pt idx="1203">
                  <c:v>135.00748336598781</c:v>
                </c:pt>
                <c:pt idx="1204">
                  <c:v>134.8215122324749</c:v>
                </c:pt>
                <c:pt idx="1205">
                  <c:v>135.01591282305233</c:v>
                </c:pt>
                <c:pt idx="1206">
                  <c:v>135.66106832246254</c:v>
                </c:pt>
                <c:pt idx="1207">
                  <c:v>135.93750877775489</c:v>
                </c:pt>
                <c:pt idx="1208">
                  <c:v>136.34958284172677</c:v>
                </c:pt>
                <c:pt idx="1209">
                  <c:v>136.32857380060042</c:v>
                </c:pt>
                <c:pt idx="1210">
                  <c:v>136.98043682197834</c:v>
                </c:pt>
                <c:pt idx="1211">
                  <c:v>137.46091810155983</c:v>
                </c:pt>
                <c:pt idx="1212">
                  <c:v>136.68268615314079</c:v>
                </c:pt>
                <c:pt idx="1213">
                  <c:v>136.20845797284758</c:v>
                </c:pt>
                <c:pt idx="1214">
                  <c:v>135.86932576326228</c:v>
                </c:pt>
                <c:pt idx="1215">
                  <c:v>136.21255283506864</c:v>
                </c:pt>
                <c:pt idx="1216">
                  <c:v>135.9396189369852</c:v>
                </c:pt>
                <c:pt idx="1217">
                  <c:v>135.67816243183725</c:v>
                </c:pt>
                <c:pt idx="1218">
                  <c:v>134.58409041103604</c:v>
                </c:pt>
                <c:pt idx="1219">
                  <c:v>134.91744692754486</c:v>
                </c:pt>
                <c:pt idx="1220">
                  <c:v>135.48811876529359</c:v>
                </c:pt>
                <c:pt idx="1221">
                  <c:v>135.18029437846153</c:v>
                </c:pt>
                <c:pt idx="1222">
                  <c:v>135.39796383791497</c:v>
                </c:pt>
                <c:pt idx="1223">
                  <c:v>135.03439784537426</c:v>
                </c:pt>
                <c:pt idx="1224">
                  <c:v>135.36626396663033</c:v>
                </c:pt>
                <c:pt idx="1225">
                  <c:v>136.73859322021019</c:v>
                </c:pt>
                <c:pt idx="1226">
                  <c:v>136.62219765961183</c:v>
                </c:pt>
                <c:pt idx="1227">
                  <c:v>136.6327146982905</c:v>
                </c:pt>
                <c:pt idx="1228">
                  <c:v>137.67699237092481</c:v>
                </c:pt>
                <c:pt idx="1229">
                  <c:v>136.80735689883201</c:v>
                </c:pt>
                <c:pt idx="1230">
                  <c:v>136.9919634587493</c:v>
                </c:pt>
                <c:pt idx="1231">
                  <c:v>136.82464522619014</c:v>
                </c:pt>
                <c:pt idx="1232">
                  <c:v>136.5970668192609</c:v>
                </c:pt>
                <c:pt idx="1233">
                  <c:v>136.75965281735975</c:v>
                </c:pt>
                <c:pt idx="1234">
                  <c:v>137.89464800083991</c:v>
                </c:pt>
                <c:pt idx="1235">
                  <c:v>138.01192391084319</c:v>
                </c:pt>
                <c:pt idx="1236">
                  <c:v>137.83148411587666</c:v>
                </c:pt>
                <c:pt idx="1237">
                  <c:v>138.39491840312621</c:v>
                </c:pt>
                <c:pt idx="1238">
                  <c:v>138.092546856127</c:v>
                </c:pt>
                <c:pt idx="1239">
                  <c:v>138.90823962525943</c:v>
                </c:pt>
                <c:pt idx="1240">
                  <c:v>138.88404517859493</c:v>
                </c:pt>
                <c:pt idx="1241">
                  <c:v>139.52878461132769</c:v>
                </c:pt>
                <c:pt idx="1242">
                  <c:v>139.63266987366998</c:v>
                </c:pt>
                <c:pt idx="1243">
                  <c:v>139.27659170303789</c:v>
                </c:pt>
                <c:pt idx="1244">
                  <c:v>139.63820906868574</c:v>
                </c:pt>
                <c:pt idx="1245">
                  <c:v>139.38531351693504</c:v>
                </c:pt>
                <c:pt idx="1246">
                  <c:v>140.09180017008399</c:v>
                </c:pt>
                <c:pt idx="1247">
                  <c:v>140.64356184611432</c:v>
                </c:pt>
                <c:pt idx="1248">
                  <c:v>140.88957563501168</c:v>
                </c:pt>
                <c:pt idx="1249">
                  <c:v>140.38673361963222</c:v>
                </c:pt>
                <c:pt idx="1250">
                  <c:v>140.97328505663219</c:v>
                </c:pt>
                <c:pt idx="1251">
                  <c:v>141.68549728866796</c:v>
                </c:pt>
                <c:pt idx="1252">
                  <c:v>141.07288718502616</c:v>
                </c:pt>
                <c:pt idx="1253">
                  <c:v>140.90543330766982</c:v>
                </c:pt>
                <c:pt idx="1254">
                  <c:v>141.08829732090553</c:v>
                </c:pt>
                <c:pt idx="1255">
                  <c:v>141.57856497941677</c:v>
                </c:pt>
                <c:pt idx="1256">
                  <c:v>140.87403949788316</c:v>
                </c:pt>
                <c:pt idx="1257">
                  <c:v>140.79536396926017</c:v>
                </c:pt>
                <c:pt idx="1258">
                  <c:v>139.91885480699605</c:v>
                </c:pt>
                <c:pt idx="1259">
                  <c:v>139.38360827932578</c:v>
                </c:pt>
                <c:pt idx="1260">
                  <c:v>139.55279155894229</c:v>
                </c:pt>
                <c:pt idx="1261">
                  <c:v>138.69437750524691</c:v>
                </c:pt>
                <c:pt idx="1262">
                  <c:v>139.30601753353966</c:v>
                </c:pt>
                <c:pt idx="1263">
                  <c:v>140.6195589040212</c:v>
                </c:pt>
                <c:pt idx="1264">
                  <c:v>140.42941016060334</c:v>
                </c:pt>
                <c:pt idx="1265">
                  <c:v>141.15488462028225</c:v>
                </c:pt>
                <c:pt idx="1266">
                  <c:v>141.06844888658935</c:v>
                </c:pt>
                <c:pt idx="1267">
                  <c:v>141.89858798485201</c:v>
                </c:pt>
                <c:pt idx="1268">
                  <c:v>142.48532487769134</c:v>
                </c:pt>
                <c:pt idx="1269">
                  <c:v>142.48942754609729</c:v>
                </c:pt>
                <c:pt idx="1270">
                  <c:v>142.95840089459853</c:v>
                </c:pt>
                <c:pt idx="1271">
                  <c:v>143.38311630969793</c:v>
                </c:pt>
                <c:pt idx="1272">
                  <c:v>142.95317513042096</c:v>
                </c:pt>
                <c:pt idx="1273">
                  <c:v>142.01829906753997</c:v>
                </c:pt>
                <c:pt idx="1274">
                  <c:v>141.86418794794713</c:v>
                </c:pt>
                <c:pt idx="1275">
                  <c:v>142.12889535994682</c:v>
                </c:pt>
                <c:pt idx="1276">
                  <c:v>141.43101353289399</c:v>
                </c:pt>
                <c:pt idx="1277">
                  <c:v>143.60063699719649</c:v>
                </c:pt>
                <c:pt idx="1278">
                  <c:v>142.04727440965075</c:v>
                </c:pt>
                <c:pt idx="1279">
                  <c:v>142.02458682671545</c:v>
                </c:pt>
                <c:pt idx="1280">
                  <c:v>142.91014586426985</c:v>
                </c:pt>
                <c:pt idx="1281">
                  <c:v>143.7706316371758</c:v>
                </c:pt>
                <c:pt idx="1282">
                  <c:v>144.39364457231588</c:v>
                </c:pt>
                <c:pt idx="1283">
                  <c:v>144.440673118533</c:v>
                </c:pt>
                <c:pt idx="1284">
                  <c:v>144.7336370179228</c:v>
                </c:pt>
                <c:pt idx="1285">
                  <c:v>144.15966005675864</c:v>
                </c:pt>
                <c:pt idx="1286">
                  <c:v>143.97888584119949</c:v>
                </c:pt>
                <c:pt idx="1287">
                  <c:v>145.07288975370409</c:v>
                </c:pt>
                <c:pt idx="1288">
                  <c:v>145.60084774218242</c:v>
                </c:pt>
                <c:pt idx="1289">
                  <c:v>145.51334441659858</c:v>
                </c:pt>
                <c:pt idx="1290">
                  <c:v>145.09294300948682</c:v>
                </c:pt>
                <c:pt idx="1291">
                  <c:v>145.24672915230181</c:v>
                </c:pt>
                <c:pt idx="1292">
                  <c:v>145.94288837325993</c:v>
                </c:pt>
                <c:pt idx="1293">
                  <c:v>142.17410064668067</c:v>
                </c:pt>
                <c:pt idx="1294">
                  <c:v>139.86885009133803</c:v>
                </c:pt>
                <c:pt idx="1295">
                  <c:v>139.2787620503268</c:v>
                </c:pt>
                <c:pt idx="1296">
                  <c:v>133.64746857226282</c:v>
                </c:pt>
                <c:pt idx="1297">
                  <c:v>130.87927555094691</c:v>
                </c:pt>
                <c:pt idx="1298">
                  <c:v>138.1514499233316</c:v>
                </c:pt>
                <c:pt idx="1299">
                  <c:v>136.36293955042962</c:v>
                </c:pt>
                <c:pt idx="1300">
                  <c:v>143.20505077135971</c:v>
                </c:pt>
                <c:pt idx="1301">
                  <c:v>140.29483758512558</c:v>
                </c:pt>
                <c:pt idx="1302">
                  <c:v>139.05937997784298</c:v>
                </c:pt>
                <c:pt idx="1303">
                  <c:v>133.77568469063189</c:v>
                </c:pt>
                <c:pt idx="1304">
                  <c:v>138.17709753350226</c:v>
                </c:pt>
                <c:pt idx="1305">
                  <c:v>131.78287724620941</c:v>
                </c:pt>
                <c:pt idx="1306">
                  <c:v>119.76881952116612</c:v>
                </c:pt>
                <c:pt idx="1307">
                  <c:v>129.86043356302915</c:v>
                </c:pt>
                <c:pt idx="1308">
                  <c:v>119.93447391632149</c:v>
                </c:pt>
                <c:pt idx="1309">
                  <c:v>129.66432326192151</c:v>
                </c:pt>
                <c:pt idx="1310">
                  <c:v>125.86509445563915</c:v>
                </c:pt>
                <c:pt idx="1311">
                  <c:v>121.71350507273576</c:v>
                </c:pt>
                <c:pt idx="1312">
                  <c:v>113.66751990704357</c:v>
                </c:pt>
                <c:pt idx="1313">
                  <c:v>110.90275043817202</c:v>
                </c:pt>
                <c:pt idx="1314">
                  <c:v>116.14845393495519</c:v>
                </c:pt>
                <c:pt idx="1315">
                  <c:v>116.19885888594939</c:v>
                </c:pt>
                <c:pt idx="1316">
                  <c:v>122.21369994436591</c:v>
                </c:pt>
                <c:pt idx="1317">
                  <c:v>121.16055258996356</c:v>
                </c:pt>
                <c:pt idx="1318">
                  <c:v>126.60111234728615</c:v>
                </c:pt>
                <c:pt idx="1319">
                  <c:v>124.71684957694926</c:v>
                </c:pt>
                <c:pt idx="1320">
                  <c:v>122.12917609975062</c:v>
                </c:pt>
                <c:pt idx="1321">
                  <c:v>126.13655593443612</c:v>
                </c:pt>
                <c:pt idx="1322">
                  <c:v>126.67332339357633</c:v>
                </c:pt>
                <c:pt idx="1323">
                  <c:v>131.97356102804522</c:v>
                </c:pt>
                <c:pt idx="1324">
                  <c:v>130.35358494712142</c:v>
                </c:pt>
                <c:pt idx="1325">
                  <c:v>132.35348873554426</c:v>
                </c:pt>
                <c:pt idx="1326">
                  <c:v>133.35266448232713</c:v>
                </c:pt>
                <c:pt idx="1327">
                  <c:v>132.70523975017818</c:v>
                </c:pt>
                <c:pt idx="1328">
                  <c:v>138.5901040365726</c:v>
                </c:pt>
                <c:pt idx="1329">
                  <c:v>136.50575225023286</c:v>
                </c:pt>
                <c:pt idx="1330">
                  <c:v>136.99956058634967</c:v>
                </c:pt>
                <c:pt idx="1331">
                  <c:v>138.48862279300187</c:v>
                </c:pt>
                <c:pt idx="1332">
                  <c:v>135.47088289562652</c:v>
                </c:pt>
                <c:pt idx="1333">
                  <c:v>132.08197387976415</c:v>
                </c:pt>
                <c:pt idx="1334">
                  <c:v>133.62269395319959</c:v>
                </c:pt>
                <c:pt idx="1335">
                  <c:v>132.15725714073977</c:v>
                </c:pt>
                <c:pt idx="1336">
                  <c:v>133.38798997894477</c:v>
                </c:pt>
                <c:pt idx="1337">
                  <c:v>133.94381636416645</c:v>
                </c:pt>
                <c:pt idx="1338">
                  <c:v>134.28636968451798</c:v>
                </c:pt>
                <c:pt idx="1339">
                  <c:v>133.31492084644114</c:v>
                </c:pt>
                <c:pt idx="1340">
                  <c:v>131.71356637428627</c:v>
                </c:pt>
                <c:pt idx="1341">
                  <c:v>130.32040647509129</c:v>
                </c:pt>
                <c:pt idx="1342">
                  <c:v>130.07833032535768</c:v>
                </c:pt>
                <c:pt idx="1343">
                  <c:v>130.31309778286743</c:v>
                </c:pt>
                <c:pt idx="1344">
                  <c:v>128.65954168923182</c:v>
                </c:pt>
                <c:pt idx="1345">
                  <c:v>127.93857434726944</c:v>
                </c:pt>
                <c:pt idx="1346">
                  <c:v>131.20797339449106</c:v>
                </c:pt>
                <c:pt idx="1347">
                  <c:v>130.92799986752294</c:v>
                </c:pt>
                <c:pt idx="1348">
                  <c:v>129.86766342010836</c:v>
                </c:pt>
                <c:pt idx="1349">
                  <c:v>128.83975300989692</c:v>
                </c:pt>
                <c:pt idx="1350">
                  <c:v>128.35078190819493</c:v>
                </c:pt>
                <c:pt idx="1351">
                  <c:v>129.5306836939958</c:v>
                </c:pt>
                <c:pt idx="1352">
                  <c:v>131.95198707613531</c:v>
                </c:pt>
                <c:pt idx="1353">
                  <c:v>129.88211050390993</c:v>
                </c:pt>
                <c:pt idx="1354">
                  <c:v>131.55143856163767</c:v>
                </c:pt>
                <c:pt idx="1355">
                  <c:v>130.38583841974463</c:v>
                </c:pt>
                <c:pt idx="1356">
                  <c:v>130.61008950744454</c:v>
                </c:pt>
                <c:pt idx="1357">
                  <c:v>131.19933229941509</c:v>
                </c:pt>
                <c:pt idx="1358">
                  <c:v>132.53775403683105</c:v>
                </c:pt>
                <c:pt idx="1359">
                  <c:v>133.8208581879646</c:v>
                </c:pt>
                <c:pt idx="1360">
                  <c:v>134.09555763456461</c:v>
                </c:pt>
                <c:pt idx="1361">
                  <c:v>134.74456368426988</c:v>
                </c:pt>
                <c:pt idx="1362">
                  <c:v>134.84114628546871</c:v>
                </c:pt>
                <c:pt idx="1363">
                  <c:v>135.46833479210517</c:v>
                </c:pt>
                <c:pt idx="1364">
                  <c:v>134.46036016033779</c:v>
                </c:pt>
                <c:pt idx="1365">
                  <c:v>136.51115497065322</c:v>
                </c:pt>
                <c:pt idx="1366">
                  <c:v>137.54728565647594</c:v>
                </c:pt>
                <c:pt idx="1367">
                  <c:v>136.43977129086417</c:v>
                </c:pt>
                <c:pt idx="1368">
                  <c:v>136.39329018231408</c:v>
                </c:pt>
                <c:pt idx="1369">
                  <c:v>131.24517518842612</c:v>
                </c:pt>
                <c:pt idx="1370">
                  <c:v>130.60936360535118</c:v>
                </c:pt>
                <c:pt idx="1371">
                  <c:v>132.09076992738346</c:v>
                </c:pt>
                <c:pt idx="1372">
                  <c:v>134.16163542113358</c:v>
                </c:pt>
                <c:pt idx="1373">
                  <c:v>133.8006771988953</c:v>
                </c:pt>
                <c:pt idx="1374">
                  <c:v>134.37153630501604</c:v>
                </c:pt>
                <c:pt idx="1375">
                  <c:v>133.57680589640049</c:v>
                </c:pt>
                <c:pt idx="1376">
                  <c:v>133.43789004877669</c:v>
                </c:pt>
                <c:pt idx="1377">
                  <c:v>133.13050944491638</c:v>
                </c:pt>
                <c:pt idx="1378">
                  <c:v>130.9088012271371</c:v>
                </c:pt>
                <c:pt idx="1379">
                  <c:v>131.62117620003173</c:v>
                </c:pt>
                <c:pt idx="1380">
                  <c:v>128.87182850739055</c:v>
                </c:pt>
                <c:pt idx="1381">
                  <c:v>130.89217947231384</c:v>
                </c:pt>
                <c:pt idx="1382">
                  <c:v>131.80020530931137</c:v>
                </c:pt>
                <c:pt idx="1383">
                  <c:v>131.84148528522357</c:v>
                </c:pt>
                <c:pt idx="1384">
                  <c:v>132.2063986776688</c:v>
                </c:pt>
                <c:pt idx="1385">
                  <c:v>132.88361540979233</c:v>
                </c:pt>
                <c:pt idx="1386">
                  <c:v>135.49784168596366</c:v>
                </c:pt>
                <c:pt idx="1387">
                  <c:v>134.81277186436424</c:v>
                </c:pt>
                <c:pt idx="1388">
                  <c:v>133.79652204228088</c:v>
                </c:pt>
                <c:pt idx="1389">
                  <c:v>136.85448860333497</c:v>
                </c:pt>
                <c:pt idx="1390">
                  <c:v>136.604744447711</c:v>
                </c:pt>
                <c:pt idx="1391">
                  <c:v>138.78363157698681</c:v>
                </c:pt>
                <c:pt idx="1392">
                  <c:v>138.8683071374557</c:v>
                </c:pt>
                <c:pt idx="1393">
                  <c:v>139.27805670059035</c:v>
                </c:pt>
                <c:pt idx="1394">
                  <c:v>140.20614562219762</c:v>
                </c:pt>
                <c:pt idx="1395">
                  <c:v>138.83875523000972</c:v>
                </c:pt>
                <c:pt idx="1396">
                  <c:v>140.4785004913704</c:v>
                </c:pt>
                <c:pt idx="1397">
                  <c:v>141.76044755395606</c:v>
                </c:pt>
                <c:pt idx="1398">
                  <c:v>141.6012671684224</c:v>
                </c:pt>
                <c:pt idx="1399">
                  <c:v>141.66887843134816</c:v>
                </c:pt>
                <c:pt idx="1400">
                  <c:v>142.57564811283757</c:v>
                </c:pt>
                <c:pt idx="1401">
                  <c:v>142.92742717873298</c:v>
                </c:pt>
                <c:pt idx="1402">
                  <c:v>142.9427766959742</c:v>
                </c:pt>
                <c:pt idx="1403">
                  <c:v>142.68808358503856</c:v>
                </c:pt>
                <c:pt idx="1404">
                  <c:v>142.0405043907071</c:v>
                </c:pt>
                <c:pt idx="1405">
                  <c:v>141.34323801052705</c:v>
                </c:pt>
                <c:pt idx="1406">
                  <c:v>142.94323048809315</c:v>
                </c:pt>
                <c:pt idx="1407">
                  <c:v>143.07429819523111</c:v>
                </c:pt>
                <c:pt idx="1408">
                  <c:v>143.12108487038526</c:v>
                </c:pt>
                <c:pt idx="1409">
                  <c:v>143.86962496562708</c:v>
                </c:pt>
                <c:pt idx="1410">
                  <c:v>144.64984990189498</c:v>
                </c:pt>
                <c:pt idx="1411">
                  <c:v>143.94653028702521</c:v>
                </c:pt>
                <c:pt idx="1412">
                  <c:v>145.64738747682139</c:v>
                </c:pt>
                <c:pt idx="1413">
                  <c:v>145.45573727835836</c:v>
                </c:pt>
                <c:pt idx="1414">
                  <c:v>145.48560406452813</c:v>
                </c:pt>
                <c:pt idx="1415">
                  <c:v>146.62148138661601</c:v>
                </c:pt>
                <c:pt idx="1416">
                  <c:v>147.07035439244572</c:v>
                </c:pt>
                <c:pt idx="1417">
                  <c:v>145.68388915304294</c:v>
                </c:pt>
                <c:pt idx="1418">
                  <c:v>145.48834099104528</c:v>
                </c:pt>
                <c:pt idx="1419">
                  <c:v>145.8637522253604</c:v>
                </c:pt>
                <c:pt idx="1420">
                  <c:v>147.04731628230653</c:v>
                </c:pt>
                <c:pt idx="1421">
                  <c:v>146.67779849714645</c:v>
                </c:pt>
                <c:pt idx="1422">
                  <c:v>146.89735333361179</c:v>
                </c:pt>
                <c:pt idx="1423">
                  <c:v>148.51130443241786</c:v>
                </c:pt>
                <c:pt idx="1424">
                  <c:v>150.79788140793752</c:v>
                </c:pt>
                <c:pt idx="1425">
                  <c:v>150.00583021577222</c:v>
                </c:pt>
                <c:pt idx="1426">
                  <c:v>151.54149660679039</c:v>
                </c:pt>
                <c:pt idx="1427">
                  <c:v>154.20544088655546</c:v>
                </c:pt>
                <c:pt idx="1428">
                  <c:v>151.20233152533655</c:v>
                </c:pt>
                <c:pt idx="1429">
                  <c:v>150.95652887908713</c:v>
                </c:pt>
                <c:pt idx="1430">
                  <c:v>147.69114189150409</c:v>
                </c:pt>
                <c:pt idx="1431">
                  <c:v>149.97635852930637</c:v>
                </c:pt>
                <c:pt idx="1432">
                  <c:v>148.21369188889673</c:v>
                </c:pt>
                <c:pt idx="1433">
                  <c:v>149.2679746012152</c:v>
                </c:pt>
                <c:pt idx="1434">
                  <c:v>149.66422325145234</c:v>
                </c:pt>
                <c:pt idx="1435">
                  <c:v>149.68153951622375</c:v>
                </c:pt>
                <c:pt idx="1436">
                  <c:v>148.46866189062371</c:v>
                </c:pt>
                <c:pt idx="1437">
                  <c:v>147.40272666297142</c:v>
                </c:pt>
                <c:pt idx="1438">
                  <c:v>145.80256904345009</c:v>
                </c:pt>
                <c:pt idx="1439">
                  <c:v>144.763399885269</c:v>
                </c:pt>
                <c:pt idx="1440">
                  <c:v>145.57251004867859</c:v>
                </c:pt>
                <c:pt idx="1441">
                  <c:v>143.02782658021297</c:v>
                </c:pt>
                <c:pt idx="1442">
                  <c:v>144.17452015641055</c:v>
                </c:pt>
                <c:pt idx="1443">
                  <c:v>144.64975525577009</c:v>
                </c:pt>
                <c:pt idx="1444">
                  <c:v>146.24645222498242</c:v>
                </c:pt>
                <c:pt idx="1445">
                  <c:v>145.16276776565866</c:v>
                </c:pt>
                <c:pt idx="1446">
                  <c:v>147.02308662731505</c:v>
                </c:pt>
                <c:pt idx="1447">
                  <c:v>148.19006079275681</c:v>
                </c:pt>
                <c:pt idx="1448">
                  <c:v>146.83443826585687</c:v>
                </c:pt>
                <c:pt idx="1449">
                  <c:v>147.77630208910153</c:v>
                </c:pt>
                <c:pt idx="1450">
                  <c:v>146.62388850296117</c:v>
                </c:pt>
                <c:pt idx="1451">
                  <c:v>148.27355007989604</c:v>
                </c:pt>
                <c:pt idx="1452">
                  <c:v>149.09258760554422</c:v>
                </c:pt>
                <c:pt idx="1453">
                  <c:v>150.60552314622149</c:v>
                </c:pt>
                <c:pt idx="1454">
                  <c:v>152.31762184770844</c:v>
                </c:pt>
                <c:pt idx="1455">
                  <c:v>152.1724369217745</c:v>
                </c:pt>
                <c:pt idx="1456">
                  <c:v>151.28466121575923</c:v>
                </c:pt>
                <c:pt idx="1457">
                  <c:v>151.06977090233121</c:v>
                </c:pt>
                <c:pt idx="1458">
                  <c:v>151.06923093511617</c:v>
                </c:pt>
                <c:pt idx="1459">
                  <c:v>149.18701955022402</c:v>
                </c:pt>
                <c:pt idx="1460">
                  <c:v>149.10091345620083</c:v>
                </c:pt>
                <c:pt idx="1461">
                  <c:v>149.12655413924421</c:v>
                </c:pt>
                <c:pt idx="1462">
                  <c:v>149.33160461683653</c:v>
                </c:pt>
                <c:pt idx="1463">
                  <c:v>149.32378333791021</c:v>
                </c:pt>
                <c:pt idx="1464">
                  <c:v>147.29281668526539</c:v>
                </c:pt>
                <c:pt idx="1465">
                  <c:v>147.01720865419341</c:v>
                </c:pt>
                <c:pt idx="1466">
                  <c:v>142.92213536548064</c:v>
                </c:pt>
                <c:pt idx="1467">
                  <c:v>143.05722773142088</c:v>
                </c:pt>
                <c:pt idx="1468">
                  <c:v>142.40273126141781</c:v>
                </c:pt>
                <c:pt idx="1469">
                  <c:v>144.34464591962887</c:v>
                </c:pt>
                <c:pt idx="1470">
                  <c:v>146.63341082714302</c:v>
                </c:pt>
                <c:pt idx="1471">
                  <c:v>147.23850090572321</c:v>
                </c:pt>
                <c:pt idx="1472">
                  <c:v>147.95238303854399</c:v>
                </c:pt>
                <c:pt idx="1473">
                  <c:v>148.57125114322258</c:v>
                </c:pt>
                <c:pt idx="1474">
                  <c:v>148.99390872920804</c:v>
                </c:pt>
                <c:pt idx="1475">
                  <c:v>152.18149129377326</c:v>
                </c:pt>
                <c:pt idx="1476">
                  <c:v>153.8255049676697</c:v>
                </c:pt>
                <c:pt idx="1477">
                  <c:v>153.17312265107384</c:v>
                </c:pt>
                <c:pt idx="1478">
                  <c:v>155.17787913424462</c:v>
                </c:pt>
                <c:pt idx="1479">
                  <c:v>156.65837976465693</c:v>
                </c:pt>
                <c:pt idx="1480">
                  <c:v>155.78413238607553</c:v>
                </c:pt>
                <c:pt idx="1481">
                  <c:v>153.80577433679304</c:v>
                </c:pt>
                <c:pt idx="1482">
                  <c:v>154.65859076412525</c:v>
                </c:pt>
                <c:pt idx="1483">
                  <c:v>153.60792930174841</c:v>
                </c:pt>
                <c:pt idx="1484">
                  <c:v>153.86152468492358</c:v>
                </c:pt>
                <c:pt idx="1485">
                  <c:v>154.93042357228154</c:v>
                </c:pt>
                <c:pt idx="1486">
                  <c:v>154.48751495965649</c:v>
                </c:pt>
                <c:pt idx="1487">
                  <c:v>154.2273905873663</c:v>
                </c:pt>
                <c:pt idx="1488">
                  <c:v>153.91137335879839</c:v>
                </c:pt>
                <c:pt idx="1489">
                  <c:v>155.28649398986772</c:v>
                </c:pt>
                <c:pt idx="1490">
                  <c:v>154.31629728391485</c:v>
                </c:pt>
                <c:pt idx="1491">
                  <c:v>154.46395722593735</c:v>
                </c:pt>
                <c:pt idx="1492">
                  <c:v>155.89963624829204</c:v>
                </c:pt>
                <c:pt idx="1493">
                  <c:v>155.31593463506331</c:v>
                </c:pt>
                <c:pt idx="1494">
                  <c:v>156.21344476053099</c:v>
                </c:pt>
                <c:pt idx="1495">
                  <c:v>156.01376870078329</c:v>
                </c:pt>
                <c:pt idx="1496">
                  <c:v>155.22539251642243</c:v>
                </c:pt>
                <c:pt idx="1497">
                  <c:v>155.64826617999151</c:v>
                </c:pt>
                <c:pt idx="1498">
                  <c:v>155.00386269291002</c:v>
                </c:pt>
                <c:pt idx="1499">
                  <c:v>155.22269400153223</c:v>
                </c:pt>
                <c:pt idx="1500">
                  <c:v>155.45851883808825</c:v>
                </c:pt>
                <c:pt idx="1501">
                  <c:v>156.22899628677391</c:v>
                </c:pt>
                <c:pt idx="1502">
                  <c:v>157.06592999468742</c:v>
                </c:pt>
                <c:pt idx="1503">
                  <c:v>155.35979847919799</c:v>
                </c:pt>
                <c:pt idx="1504">
                  <c:v>153.95104298099204</c:v>
                </c:pt>
                <c:pt idx="1505">
                  <c:v>154.12844804923097</c:v>
                </c:pt>
                <c:pt idx="1506">
                  <c:v>154.56509226178201</c:v>
                </c:pt>
                <c:pt idx="1507">
                  <c:v>155.83912183714148</c:v>
                </c:pt>
                <c:pt idx="1508">
                  <c:v>155.31328570245876</c:v>
                </c:pt>
                <c:pt idx="1509">
                  <c:v>155.18076899358357</c:v>
                </c:pt>
                <c:pt idx="1510">
                  <c:v>156.23180071579372</c:v>
                </c:pt>
                <c:pt idx="1511">
                  <c:v>154.72627303236521</c:v>
                </c:pt>
                <c:pt idx="1512">
                  <c:v>154.56501327263564</c:v>
                </c:pt>
                <c:pt idx="1513">
                  <c:v>153.96815670970912</c:v>
                </c:pt>
                <c:pt idx="1514">
                  <c:v>153.88945594112687</c:v>
                </c:pt>
                <c:pt idx="1515">
                  <c:v>154.87498165858386</c:v>
                </c:pt>
                <c:pt idx="1516">
                  <c:v>153.46962280359304</c:v>
                </c:pt>
                <c:pt idx="1517">
                  <c:v>153.56902425093668</c:v>
                </c:pt>
                <c:pt idx="1518">
                  <c:v>153.25751102012549</c:v>
                </c:pt>
                <c:pt idx="1519">
                  <c:v>152.2586828661758</c:v>
                </c:pt>
                <c:pt idx="1520">
                  <c:v>151.27800255243011</c:v>
                </c:pt>
                <c:pt idx="1521">
                  <c:v>150.53399957443128</c:v>
                </c:pt>
                <c:pt idx="1522">
                  <c:v>151.10492056986948</c:v>
                </c:pt>
                <c:pt idx="1523">
                  <c:v>150.31206097048567</c:v>
                </c:pt>
                <c:pt idx="1524">
                  <c:v>149.94372044532125</c:v>
                </c:pt>
                <c:pt idx="1525">
                  <c:v>150.87597196524919</c:v>
                </c:pt>
                <c:pt idx="1526">
                  <c:v>152.16811643202834</c:v>
                </c:pt>
                <c:pt idx="1527">
                  <c:v>148.7505671069415</c:v>
                </c:pt>
                <c:pt idx="1528">
                  <c:v>150.52739147620073</c:v>
                </c:pt>
                <c:pt idx="1529">
                  <c:v>147.09786290299166</c:v>
                </c:pt>
                <c:pt idx="1530">
                  <c:v>147.04176760116408</c:v>
                </c:pt>
                <c:pt idx="1531">
                  <c:v>148.65547181923782</c:v>
                </c:pt>
                <c:pt idx="1532">
                  <c:v>148.62736548903825</c:v>
                </c:pt>
                <c:pt idx="1533">
                  <c:v>150.14877978847707</c:v>
                </c:pt>
                <c:pt idx="1534">
                  <c:v>151.22193983718711</c:v>
                </c:pt>
                <c:pt idx="1535">
                  <c:v>151.74598882767503</c:v>
                </c:pt>
                <c:pt idx="1536">
                  <c:v>151.49550366822172</c:v>
                </c:pt>
                <c:pt idx="1537">
                  <c:v>150.86404303992674</c:v>
                </c:pt>
                <c:pt idx="1538">
                  <c:v>150.87820954754616</c:v>
                </c:pt>
                <c:pt idx="1539">
                  <c:v>151.15567242746525</c:v>
                </c:pt>
                <c:pt idx="1540">
                  <c:v>151.22969625358044</c:v>
                </c:pt>
                <c:pt idx="1541">
                  <c:v>151.81451356752493</c:v>
                </c:pt>
                <c:pt idx="1542">
                  <c:v>150.60232499502371</c:v>
                </c:pt>
                <c:pt idx="1543">
                  <c:v>148.7816693099644</c:v>
                </c:pt>
                <c:pt idx="1544">
                  <c:v>149.00855889507284</c:v>
                </c:pt>
                <c:pt idx="1545">
                  <c:v>148.56776662807721</c:v>
                </c:pt>
                <c:pt idx="1546">
                  <c:v>148.17136508573836</c:v>
                </c:pt>
                <c:pt idx="1547">
                  <c:v>146.57468183174427</c:v>
                </c:pt>
                <c:pt idx="1548">
                  <c:v>144.20701913043581</c:v>
                </c:pt>
                <c:pt idx="1549">
                  <c:v>145.83102415731605</c:v>
                </c:pt>
                <c:pt idx="1550">
                  <c:v>145.54227374569979</c:v>
                </c:pt>
                <c:pt idx="1551">
                  <c:v>144.10610645859978</c:v>
                </c:pt>
                <c:pt idx="1552">
                  <c:v>143.89223396683749</c:v>
                </c:pt>
                <c:pt idx="1553">
                  <c:v>146.84843034746331</c:v>
                </c:pt>
                <c:pt idx="1554">
                  <c:v>147.35257017437755</c:v>
                </c:pt>
                <c:pt idx="1555">
                  <c:v>147.92253396132986</c:v>
                </c:pt>
                <c:pt idx="1556">
                  <c:v>149.87114542719388</c:v>
                </c:pt>
                <c:pt idx="1557">
                  <c:v>149.39383724866013</c:v>
                </c:pt>
                <c:pt idx="1558">
                  <c:v>150.41069484442687</c:v>
                </c:pt>
                <c:pt idx="1559">
                  <c:v>151.16845395884209</c:v>
                </c:pt>
                <c:pt idx="1560">
                  <c:v>151.48050209153917</c:v>
                </c:pt>
                <c:pt idx="1561">
                  <c:v>151.29627202110851</c:v>
                </c:pt>
                <c:pt idx="1562">
                  <c:v>150.61092443206624</c:v>
                </c:pt>
                <c:pt idx="1563">
                  <c:v>151.11401498101688</c:v>
                </c:pt>
                <c:pt idx="1564">
                  <c:v>152.81776742912729</c:v>
                </c:pt>
                <c:pt idx="1565">
                  <c:v>153.54780510251561</c:v>
                </c:pt>
                <c:pt idx="1566">
                  <c:v>152.78717223562631</c:v>
                </c:pt>
                <c:pt idx="1567">
                  <c:v>153.95820289331729</c:v>
                </c:pt>
                <c:pt idx="1568">
                  <c:v>156.95521212859751</c:v>
                </c:pt>
                <c:pt idx="1569">
                  <c:v>158.56300841435223</c:v>
                </c:pt>
                <c:pt idx="1570">
                  <c:v>156.2964002114355</c:v>
                </c:pt>
                <c:pt idx="1571">
                  <c:v>155.88037238464483</c:v>
                </c:pt>
                <c:pt idx="1572">
                  <c:v>155.43326723508244</c:v>
                </c:pt>
                <c:pt idx="1573">
                  <c:v>157.66438716518323</c:v>
                </c:pt>
                <c:pt idx="1574">
                  <c:v>158.23228002811379</c:v>
                </c:pt>
                <c:pt idx="1575">
                  <c:v>158.15476866242057</c:v>
                </c:pt>
                <c:pt idx="1576">
                  <c:v>158.38474686408597</c:v>
                </c:pt>
                <c:pt idx="1577">
                  <c:v>158.48327536877022</c:v>
                </c:pt>
                <c:pt idx="1578">
                  <c:v>158.7766308426103</c:v>
                </c:pt>
                <c:pt idx="1579">
                  <c:v>158.08430625276188</c:v>
                </c:pt>
                <c:pt idx="1580">
                  <c:v>157.86668400209911</c:v>
                </c:pt>
                <c:pt idx="1581">
                  <c:v>159.0269919556267</c:v>
                </c:pt>
                <c:pt idx="1582">
                  <c:v>160.08209463540234</c:v>
                </c:pt>
                <c:pt idx="1583">
                  <c:v>158.71453556822993</c:v>
                </c:pt>
                <c:pt idx="1584">
                  <c:v>159.16819597430418</c:v>
                </c:pt>
                <c:pt idx="1585">
                  <c:v>159.79651333956704</c:v>
                </c:pt>
                <c:pt idx="1586">
                  <c:v>158.46393528459865</c:v>
                </c:pt>
                <c:pt idx="1587">
                  <c:v>158.82479481225334</c:v>
                </c:pt>
                <c:pt idx="1588">
                  <c:v>156.78378589199636</c:v>
                </c:pt>
                <c:pt idx="1589">
                  <c:v>156.74356792535804</c:v>
                </c:pt>
                <c:pt idx="1590">
                  <c:v>157.25102820580619</c:v>
                </c:pt>
                <c:pt idx="1591">
                  <c:v>158.52734492157947</c:v>
                </c:pt>
                <c:pt idx="1592">
                  <c:v>158.928607202553</c:v>
                </c:pt>
                <c:pt idx="1593">
                  <c:v>160.74573358764056</c:v>
                </c:pt>
                <c:pt idx="1594">
                  <c:v>159.3109518220154</c:v>
                </c:pt>
                <c:pt idx="1595">
                  <c:v>159.24005640541719</c:v>
                </c:pt>
                <c:pt idx="1596">
                  <c:v>160.94899893220176</c:v>
                </c:pt>
                <c:pt idx="1597">
                  <c:v>160.55981338571999</c:v>
                </c:pt>
                <c:pt idx="1598">
                  <c:v>161.843109299822</c:v>
                </c:pt>
                <c:pt idx="1599">
                  <c:v>160.7395513555451</c:v>
                </c:pt>
                <c:pt idx="1600">
                  <c:v>158.46997996721231</c:v>
                </c:pt>
                <c:pt idx="1601">
                  <c:v>160.56106320515212</c:v>
                </c:pt>
                <c:pt idx="1602">
                  <c:v>161.51233590061062</c:v>
                </c:pt>
                <c:pt idx="1603">
                  <c:v>161.13404271387074</c:v>
                </c:pt>
                <c:pt idx="1604">
                  <c:v>161.27139750978037</c:v>
                </c:pt>
                <c:pt idx="1605">
                  <c:v>160.9196100899897</c:v>
                </c:pt>
                <c:pt idx="1606">
                  <c:v>162.4924615024911</c:v>
                </c:pt>
                <c:pt idx="1607">
                  <c:v>162.29432949765388</c:v>
                </c:pt>
                <c:pt idx="1608">
                  <c:v>162.90320839947586</c:v>
                </c:pt>
                <c:pt idx="1609">
                  <c:v>162.86709447898301</c:v>
                </c:pt>
                <c:pt idx="1610">
                  <c:v>162.81849501866449</c:v>
                </c:pt>
                <c:pt idx="1611">
                  <c:v>162.05530372541634</c:v>
                </c:pt>
                <c:pt idx="1612">
                  <c:v>162.19620673396147</c:v>
                </c:pt>
                <c:pt idx="1613">
                  <c:v>161.62253943638908</c:v>
                </c:pt>
                <c:pt idx="1614">
                  <c:v>162.12111726645389</c:v>
                </c:pt>
                <c:pt idx="1615">
                  <c:v>162.90714252169801</c:v>
                </c:pt>
                <c:pt idx="1616">
                  <c:v>163.51080754272226</c:v>
                </c:pt>
                <c:pt idx="1617">
                  <c:v>163.2241820087464</c:v>
                </c:pt>
                <c:pt idx="1618">
                  <c:v>161.77855727512761</c:v>
                </c:pt>
                <c:pt idx="1619">
                  <c:v>161.3939426227175</c:v>
                </c:pt>
                <c:pt idx="1620">
                  <c:v>162.50265615179717</c:v>
                </c:pt>
                <c:pt idx="1621">
                  <c:v>162.74246042967999</c:v>
                </c:pt>
                <c:pt idx="1622">
                  <c:v>162.07299866829518</c:v>
                </c:pt>
                <c:pt idx="1623">
                  <c:v>161.56526855659726</c:v>
                </c:pt>
                <c:pt idx="1624">
                  <c:v>159.32494804261583</c:v>
                </c:pt>
                <c:pt idx="1625">
                  <c:v>160.07743285273128</c:v>
                </c:pt>
                <c:pt idx="1626">
                  <c:v>157.51743602818411</c:v>
                </c:pt>
                <c:pt idx="1627">
                  <c:v>159.05450723847011</c:v>
                </c:pt>
                <c:pt idx="1628">
                  <c:v>159.38723101183476</c:v>
                </c:pt>
                <c:pt idx="1629">
                  <c:v>158.23672527728093</c:v>
                </c:pt>
                <c:pt idx="1630">
                  <c:v>158.83389947459818</c:v>
                </c:pt>
                <c:pt idx="1631">
                  <c:v>160.11647801254571</c:v>
                </c:pt>
                <c:pt idx="1632">
                  <c:v>159.85448818768913</c:v>
                </c:pt>
                <c:pt idx="1633">
                  <c:v>158.81570469293757</c:v>
                </c:pt>
                <c:pt idx="1634">
                  <c:v>160.48372958974105</c:v>
                </c:pt>
                <c:pt idx="1635">
                  <c:v>160.1587631552446</c:v>
                </c:pt>
                <c:pt idx="1636">
                  <c:v>160.60281217132976</c:v>
                </c:pt>
                <c:pt idx="1637">
                  <c:v>159.8797326502789</c:v>
                </c:pt>
                <c:pt idx="1638">
                  <c:v>160.65702375870478</c:v>
                </c:pt>
                <c:pt idx="1639">
                  <c:v>160.21352426192928</c:v>
                </c:pt>
                <c:pt idx="1640">
                  <c:v>161.11785028145371</c:v>
                </c:pt>
                <c:pt idx="1641">
                  <c:v>161.10837198689444</c:v>
                </c:pt>
                <c:pt idx="1642">
                  <c:v>161.50351451366348</c:v>
                </c:pt>
                <c:pt idx="1643">
                  <c:v>163.38602387842161</c:v>
                </c:pt>
                <c:pt idx="1644">
                  <c:v>163.99104543665808</c:v>
                </c:pt>
                <c:pt idx="1645">
                  <c:v>164.09979610710127</c:v>
                </c:pt>
                <c:pt idx="1646">
                  <c:v>163.22117087357614</c:v>
                </c:pt>
                <c:pt idx="1647">
                  <c:v>163.37744803531513</c:v>
                </c:pt>
                <c:pt idx="1648">
                  <c:v>163.43416336391638</c:v>
                </c:pt>
                <c:pt idx="1649">
                  <c:v>163.11406489145503</c:v>
                </c:pt>
                <c:pt idx="1650">
                  <c:v>165.24646274800207</c:v>
                </c:pt>
                <c:pt idx="1651">
                  <c:v>165.51393239033436</c:v>
                </c:pt>
                <c:pt idx="1652">
                  <c:v>165.93202483525451</c:v>
                </c:pt>
                <c:pt idx="1653">
                  <c:v>164.16963480618114</c:v>
                </c:pt>
                <c:pt idx="1654">
                  <c:v>165.0701904673578</c:v>
                </c:pt>
                <c:pt idx="1655">
                  <c:v>164.9849250930265</c:v>
                </c:pt>
                <c:pt idx="1656">
                  <c:v>164.57586272791761</c:v>
                </c:pt>
                <c:pt idx="1657">
                  <c:v>165.37469586907221</c:v>
                </c:pt>
                <c:pt idx="1658">
                  <c:v>163.19838498907149</c:v>
                </c:pt>
                <c:pt idx="1659">
                  <c:v>164.40231321275013</c:v>
                </c:pt>
                <c:pt idx="1660">
                  <c:v>164.71284198289584</c:v>
                </c:pt>
                <c:pt idx="1661">
                  <c:v>165.1984575130233</c:v>
                </c:pt>
                <c:pt idx="1662">
                  <c:v>166.48802206128568</c:v>
                </c:pt>
                <c:pt idx="1663">
                  <c:v>167.06530074765325</c:v>
                </c:pt>
                <c:pt idx="1664">
                  <c:v>166.769696445313</c:v>
                </c:pt>
                <c:pt idx="1665">
                  <c:v>168.07721254581762</c:v>
                </c:pt>
                <c:pt idx="1666">
                  <c:v>168.98288939982123</c:v>
                </c:pt>
                <c:pt idx="1667">
                  <c:v>169.01145023481322</c:v>
                </c:pt>
                <c:pt idx="1668">
                  <c:v>166.83027826105513</c:v>
                </c:pt>
                <c:pt idx="1669">
                  <c:v>168.26570400847899</c:v>
                </c:pt>
                <c:pt idx="1670">
                  <c:v>168.47045569340955</c:v>
                </c:pt>
                <c:pt idx="1671">
                  <c:v>167.72065833673983</c:v>
                </c:pt>
                <c:pt idx="1672">
                  <c:v>166.31282753919567</c:v>
                </c:pt>
                <c:pt idx="1673">
                  <c:v>166.37911254141247</c:v>
                </c:pt>
                <c:pt idx="1674">
                  <c:v>165.44547553394187</c:v>
                </c:pt>
                <c:pt idx="1675">
                  <c:v>165.8835156290418</c:v>
                </c:pt>
                <c:pt idx="1676">
                  <c:v>166.97808423680144</c:v>
                </c:pt>
                <c:pt idx="1677">
                  <c:v>167.23172226341859</c:v>
                </c:pt>
                <c:pt idx="1678">
                  <c:v>167.80796771482105</c:v>
                </c:pt>
                <c:pt idx="1679">
                  <c:v>168.436190387392</c:v>
                </c:pt>
                <c:pt idx="1680">
                  <c:v>168.52605295647317</c:v>
                </c:pt>
                <c:pt idx="1681">
                  <c:v>166.20960270486444</c:v>
                </c:pt>
                <c:pt idx="1682">
                  <c:v>167.33481975774083</c:v>
                </c:pt>
                <c:pt idx="1683">
                  <c:v>166.24792974603128</c:v>
                </c:pt>
                <c:pt idx="1684">
                  <c:v>165.88230019724196</c:v>
                </c:pt>
                <c:pt idx="1685">
                  <c:v>165.97345587771289</c:v>
                </c:pt>
                <c:pt idx="1686">
                  <c:v>164.65999327291786</c:v>
                </c:pt>
                <c:pt idx="1687">
                  <c:v>165.42645972348174</c:v>
                </c:pt>
                <c:pt idx="1688">
                  <c:v>164.96379894013165</c:v>
                </c:pt>
                <c:pt idx="1689">
                  <c:v>164.10220715574783</c:v>
                </c:pt>
                <c:pt idx="1690">
                  <c:v>162.45086496283432</c:v>
                </c:pt>
                <c:pt idx="1691">
                  <c:v>162.29848576816573</c:v>
                </c:pt>
                <c:pt idx="1692">
                  <c:v>162.63636831223639</c:v>
                </c:pt>
                <c:pt idx="1693">
                  <c:v>163.13749834306299</c:v>
                </c:pt>
                <c:pt idx="1694">
                  <c:v>162.96153787407582</c:v>
                </c:pt>
                <c:pt idx="1695">
                  <c:v>161.85925864609024</c:v>
                </c:pt>
                <c:pt idx="1696">
                  <c:v>159.43232194230521</c:v>
                </c:pt>
                <c:pt idx="1697">
                  <c:v>160.37486233051919</c:v>
                </c:pt>
                <c:pt idx="1698">
                  <c:v>157.35588686643496</c:v>
                </c:pt>
                <c:pt idx="1699">
                  <c:v>157.41850744027116</c:v>
                </c:pt>
                <c:pt idx="1700">
                  <c:v>156.81657216670772</c:v>
                </c:pt>
                <c:pt idx="1701">
                  <c:v>157.51447509232207</c:v>
                </c:pt>
                <c:pt idx="1702">
                  <c:v>159.32866604734957</c:v>
                </c:pt>
                <c:pt idx="1703">
                  <c:v>159.95085734584885</c:v>
                </c:pt>
                <c:pt idx="1704">
                  <c:v>159.90839528535122</c:v>
                </c:pt>
                <c:pt idx="1705">
                  <c:v>159.80537821338947</c:v>
                </c:pt>
                <c:pt idx="1706">
                  <c:v>160.01935916625808</c:v>
                </c:pt>
                <c:pt idx="1707">
                  <c:v>160.14776731390791</c:v>
                </c:pt>
                <c:pt idx="1708">
                  <c:v>161.77582623939821</c:v>
                </c:pt>
                <c:pt idx="1709">
                  <c:v>161.68953345548789</c:v>
                </c:pt>
                <c:pt idx="1710">
                  <c:v>160.94220562345402</c:v>
                </c:pt>
                <c:pt idx="1711">
                  <c:v>161.41721456101581</c:v>
                </c:pt>
                <c:pt idx="1712">
                  <c:v>162.66516256445388</c:v>
                </c:pt>
                <c:pt idx="1713">
                  <c:v>162.2579048656699</c:v>
                </c:pt>
                <c:pt idx="1714">
                  <c:v>163.14049616935867</c:v>
                </c:pt>
                <c:pt idx="1715">
                  <c:v>163.2144086434578</c:v>
                </c:pt>
                <c:pt idx="1716">
                  <c:v>163.81149236652695</c:v>
                </c:pt>
                <c:pt idx="1717">
                  <c:v>163.26610118267379</c:v>
                </c:pt>
                <c:pt idx="1718">
                  <c:v>163.32786357632386</c:v>
                </c:pt>
                <c:pt idx="1719">
                  <c:v>163.3273732823998</c:v>
                </c:pt>
                <c:pt idx="1720">
                  <c:v>163.20623491721398</c:v>
                </c:pt>
                <c:pt idx="1721">
                  <c:v>163.82643614445774</c:v>
                </c:pt>
                <c:pt idx="1722">
                  <c:v>165.29811380480712</c:v>
                </c:pt>
                <c:pt idx="1723">
                  <c:v>165.59942766462089</c:v>
                </c:pt>
                <c:pt idx="1724">
                  <c:v>166.51202344123206</c:v>
                </c:pt>
                <c:pt idx="1725">
                  <c:v>165.14227147317357</c:v>
                </c:pt>
                <c:pt idx="1726">
                  <c:v>165.76281573310004</c:v>
                </c:pt>
                <c:pt idx="1727">
                  <c:v>166.03930701651714</c:v>
                </c:pt>
                <c:pt idx="1728">
                  <c:v>166.00701418971141</c:v>
                </c:pt>
                <c:pt idx="1729">
                  <c:v>165.88217197026003</c:v>
                </c:pt>
                <c:pt idx="1730">
                  <c:v>166.20964530474993</c:v>
                </c:pt>
                <c:pt idx="1731">
                  <c:v>164.27342217378347</c:v>
                </c:pt>
                <c:pt idx="1732">
                  <c:v>163.60163156432958</c:v>
                </c:pt>
                <c:pt idx="1733">
                  <c:v>163.04038484511199</c:v>
                </c:pt>
                <c:pt idx="1734">
                  <c:v>161.80986970576944</c:v>
                </c:pt>
                <c:pt idx="1735">
                  <c:v>163.21901207834341</c:v>
                </c:pt>
                <c:pt idx="1736">
                  <c:v>164.09733554828966</c:v>
                </c:pt>
                <c:pt idx="1737">
                  <c:v>163.89853015206549</c:v>
                </c:pt>
                <c:pt idx="1738">
                  <c:v>161.34548285822316</c:v>
                </c:pt>
                <c:pt idx="1739">
                  <c:v>161.56279825295522</c:v>
                </c:pt>
                <c:pt idx="1740">
                  <c:v>157.37289017683653</c:v>
                </c:pt>
                <c:pt idx="1741">
                  <c:v>156.41455099778528</c:v>
                </c:pt>
                <c:pt idx="1742">
                  <c:v>157.22508760991687</c:v>
                </c:pt>
                <c:pt idx="1743">
                  <c:v>159.51119194874639</c:v>
                </c:pt>
                <c:pt idx="1744">
                  <c:v>162.22678223793548</c:v>
                </c:pt>
                <c:pt idx="1745">
                  <c:v>162.43142143147958</c:v>
                </c:pt>
                <c:pt idx="1746">
                  <c:v>161.80952042496193</c:v>
                </c:pt>
                <c:pt idx="1747">
                  <c:v>162.12485414851812</c:v>
                </c:pt>
                <c:pt idx="1748">
                  <c:v>165.14562572657346</c:v>
                </c:pt>
                <c:pt idx="1749">
                  <c:v>167.63772822533866</c:v>
                </c:pt>
                <c:pt idx="1750">
                  <c:v>168.25911787536094</c:v>
                </c:pt>
                <c:pt idx="1751">
                  <c:v>169.9054685866212</c:v>
                </c:pt>
                <c:pt idx="1752">
                  <c:v>170.93651766454155</c:v>
                </c:pt>
                <c:pt idx="1753">
                  <c:v>168.38923551675671</c:v>
                </c:pt>
                <c:pt idx="1754">
                  <c:v>168.3749117756947</c:v>
                </c:pt>
                <c:pt idx="1755">
                  <c:v>168.3829013726349</c:v>
                </c:pt>
                <c:pt idx="1756">
                  <c:v>168.87979785998925</c:v>
                </c:pt>
                <c:pt idx="1757">
                  <c:v>168.95359626668795</c:v>
                </c:pt>
                <c:pt idx="1758">
                  <c:v>170.45587141112978</c:v>
                </c:pt>
                <c:pt idx="1759">
                  <c:v>171.74780152864525</c:v>
                </c:pt>
                <c:pt idx="1760">
                  <c:v>172.34340693624856</c:v>
                </c:pt>
                <c:pt idx="1761">
                  <c:v>171.81615850735537</c:v>
                </c:pt>
                <c:pt idx="1762">
                  <c:v>173.09873274212021</c:v>
                </c:pt>
                <c:pt idx="1763">
                  <c:v>173.17413409099294</c:v>
                </c:pt>
                <c:pt idx="1764">
                  <c:v>173.79479740885515</c:v>
                </c:pt>
                <c:pt idx="1765">
                  <c:v>174.55835599474645</c:v>
                </c:pt>
                <c:pt idx="1766">
                  <c:v>174.37432866586067</c:v>
                </c:pt>
                <c:pt idx="1767">
                  <c:v>174.83918268466604</c:v>
                </c:pt>
                <c:pt idx="1768">
                  <c:v>174.38964656958626</c:v>
                </c:pt>
                <c:pt idx="1769">
                  <c:v>174.02929623327867</c:v>
                </c:pt>
                <c:pt idx="1770">
                  <c:v>173.92158361651678</c:v>
                </c:pt>
                <c:pt idx="1771">
                  <c:v>174.97126296181389</c:v>
                </c:pt>
                <c:pt idx="1772">
                  <c:v>175.27549957760107</c:v>
                </c:pt>
                <c:pt idx="1773">
                  <c:v>172.72706390702194</c:v>
                </c:pt>
                <c:pt idx="1774">
                  <c:v>173.96827155718123</c:v>
                </c:pt>
                <c:pt idx="1775">
                  <c:v>173.04835694312115</c:v>
                </c:pt>
                <c:pt idx="1776">
                  <c:v>172.93298523843842</c:v>
                </c:pt>
                <c:pt idx="1777">
                  <c:v>172.25590404597386</c:v>
                </c:pt>
                <c:pt idx="1778">
                  <c:v>170.48556040420272</c:v>
                </c:pt>
                <c:pt idx="1779">
                  <c:v>169.10457280231768</c:v>
                </c:pt>
                <c:pt idx="1780">
                  <c:v>169.86403458097678</c:v>
                </c:pt>
                <c:pt idx="1781">
                  <c:v>171.52134055006081</c:v>
                </c:pt>
                <c:pt idx="1782">
                  <c:v>172.80459035690214</c:v>
                </c:pt>
                <c:pt idx="1783">
                  <c:v>172.52878214320688</c:v>
                </c:pt>
                <c:pt idx="1784">
                  <c:v>174.08397260054326</c:v>
                </c:pt>
                <c:pt idx="1785">
                  <c:v>174.33929628673508</c:v>
                </c:pt>
                <c:pt idx="1786">
                  <c:v>172.25545453268802</c:v>
                </c:pt>
                <c:pt idx="1787">
                  <c:v>172.19906875718337</c:v>
                </c:pt>
                <c:pt idx="1788">
                  <c:v>172.63481610290958</c:v>
                </c:pt>
                <c:pt idx="1789">
                  <c:v>172.38272149701871</c:v>
                </c:pt>
                <c:pt idx="1790">
                  <c:v>170.61161374707009</c:v>
                </c:pt>
                <c:pt idx="1791">
                  <c:v>169.90671467864979</c:v>
                </c:pt>
                <c:pt idx="1792">
                  <c:v>169.41113371847393</c:v>
                </c:pt>
                <c:pt idx="1793">
                  <c:v>169.66348623101931</c:v>
                </c:pt>
                <c:pt idx="1794">
                  <c:v>169.8543182806448</c:v>
                </c:pt>
                <c:pt idx="1795">
                  <c:v>172.57955900139964</c:v>
                </c:pt>
                <c:pt idx="1796">
                  <c:v>172.56784673419315</c:v>
                </c:pt>
                <c:pt idx="1797">
                  <c:v>171.4022886758313</c:v>
                </c:pt>
                <c:pt idx="1798">
                  <c:v>170.10667196276228</c:v>
                </c:pt>
                <c:pt idx="1799">
                  <c:v>166.76180183843121</c:v>
                </c:pt>
                <c:pt idx="1800">
                  <c:v>172.01419068279952</c:v>
                </c:pt>
                <c:pt idx="1801">
                  <c:v>169.75493700682958</c:v>
                </c:pt>
                <c:pt idx="1802">
                  <c:v>168.97878623033344</c:v>
                </c:pt>
                <c:pt idx="1803">
                  <c:v>170.26198503903009</c:v>
                </c:pt>
                <c:pt idx="1804">
                  <c:v>171.39965711459806</c:v>
                </c:pt>
                <c:pt idx="1805">
                  <c:v>171.80091934292096</c:v>
                </c:pt>
                <c:pt idx="1806">
                  <c:v>167.99491328020318</c:v>
                </c:pt>
                <c:pt idx="1807">
                  <c:v>163.29162988160172</c:v>
                </c:pt>
                <c:pt idx="1808">
                  <c:v>164.76483182132486</c:v>
                </c:pt>
                <c:pt idx="1809">
                  <c:v>163.58446563930457</c:v>
                </c:pt>
                <c:pt idx="1810">
                  <c:v>161.86645012574195</c:v>
                </c:pt>
                <c:pt idx="1811">
                  <c:v>163.23906302538902</c:v>
                </c:pt>
                <c:pt idx="1812">
                  <c:v>166.96210909306433</c:v>
                </c:pt>
                <c:pt idx="1813">
                  <c:v>167.35277317403578</c:v>
                </c:pt>
                <c:pt idx="1814">
                  <c:v>168.12264636161598</c:v>
                </c:pt>
                <c:pt idx="1815">
                  <c:v>168.25532223872631</c:v>
                </c:pt>
                <c:pt idx="1816">
                  <c:v>168.32244620814581</c:v>
                </c:pt>
                <c:pt idx="1817">
                  <c:v>169.32537067317739</c:v>
                </c:pt>
                <c:pt idx="1818">
                  <c:v>167.2971206767229</c:v>
                </c:pt>
                <c:pt idx="1819">
                  <c:v>167.94746307465229</c:v>
                </c:pt>
                <c:pt idx="1820">
                  <c:v>169.46081897807838</c:v>
                </c:pt>
                <c:pt idx="1821">
                  <c:v>170.15595397353036</c:v>
                </c:pt>
                <c:pt idx="1822">
                  <c:v>172.02099044524115</c:v>
                </c:pt>
                <c:pt idx="1823">
                  <c:v>172.35348889547259</c:v>
                </c:pt>
                <c:pt idx="1824">
                  <c:v>171.75919830994832</c:v>
                </c:pt>
                <c:pt idx="1825">
                  <c:v>174.28352818008591</c:v>
                </c:pt>
                <c:pt idx="1826">
                  <c:v>173.82349949767959</c:v>
                </c:pt>
                <c:pt idx="1827">
                  <c:v>173.86622591318923</c:v>
                </c:pt>
                <c:pt idx="1828">
                  <c:v>176.45616611236318</c:v>
                </c:pt>
                <c:pt idx="1829">
                  <c:v>177.68822256529191</c:v>
                </c:pt>
                <c:pt idx="1830">
                  <c:v>178.55937337830869</c:v>
                </c:pt>
                <c:pt idx="1831">
                  <c:v>177.86979916267549</c:v>
                </c:pt>
                <c:pt idx="1832">
                  <c:v>178.18351921528696</c:v>
                </c:pt>
                <c:pt idx="1833">
                  <c:v>179.72160890871987</c:v>
                </c:pt>
                <c:pt idx="1834">
                  <c:v>179.49644529586632</c:v>
                </c:pt>
                <c:pt idx="1835">
                  <c:v>178.1892286280293</c:v>
                </c:pt>
                <c:pt idx="1836">
                  <c:v>180.72600654243419</c:v>
                </c:pt>
                <c:pt idx="1837">
                  <c:v>183.05796624077357</c:v>
                </c:pt>
                <c:pt idx="1838">
                  <c:v>183.89360767669422</c:v>
                </c:pt>
                <c:pt idx="1839">
                  <c:v>181.01819895232597</c:v>
                </c:pt>
                <c:pt idx="1840">
                  <c:v>181.95773584087382</c:v>
                </c:pt>
                <c:pt idx="1841">
                  <c:v>179.71319191169866</c:v>
                </c:pt>
                <c:pt idx="1842">
                  <c:v>179.6895938030716</c:v>
                </c:pt>
                <c:pt idx="1843">
                  <c:v>182.42873395296235</c:v>
                </c:pt>
                <c:pt idx="1844">
                  <c:v>178.4180148153271</c:v>
                </c:pt>
                <c:pt idx="1845">
                  <c:v>176.27449873961115</c:v>
                </c:pt>
                <c:pt idx="1846">
                  <c:v>176.16722155471166</c:v>
                </c:pt>
                <c:pt idx="1847">
                  <c:v>179.9234645474979</c:v>
                </c:pt>
                <c:pt idx="1848">
                  <c:v>177.19704448454681</c:v>
                </c:pt>
                <c:pt idx="1849">
                  <c:v>177.43139500794149</c:v>
                </c:pt>
                <c:pt idx="1850">
                  <c:v>177.37060585061178</c:v>
                </c:pt>
                <c:pt idx="1851">
                  <c:v>174.9717885842785</c:v>
                </c:pt>
                <c:pt idx="1852">
                  <c:v>174.80249714963477</c:v>
                </c:pt>
                <c:pt idx="1853">
                  <c:v>175.08866862877915</c:v>
                </c:pt>
                <c:pt idx="1854">
                  <c:v>177.48125231366751</c:v>
                </c:pt>
                <c:pt idx="1855">
                  <c:v>178.29726533058601</c:v>
                </c:pt>
                <c:pt idx="1856">
                  <c:v>173.56082827166196</c:v>
                </c:pt>
                <c:pt idx="1857">
                  <c:v>163.80584647729913</c:v>
                </c:pt>
                <c:pt idx="1858">
                  <c:v>160.39657008870552</c:v>
                </c:pt>
                <c:pt idx="1859">
                  <c:v>161.08244112996817</c:v>
                </c:pt>
                <c:pt idx="1860">
                  <c:v>164.57265033136957</c:v>
                </c:pt>
                <c:pt idx="1861">
                  <c:v>167.27126578469984</c:v>
                </c:pt>
                <c:pt idx="1862">
                  <c:v>167.07971326282745</c:v>
                </c:pt>
                <c:pt idx="1863">
                  <c:v>168.83647261796071</c:v>
                </c:pt>
                <c:pt idx="1864">
                  <c:v>170.7059999121868</c:v>
                </c:pt>
                <c:pt idx="1865">
                  <c:v>169.46194313602112</c:v>
                </c:pt>
                <c:pt idx="1866">
                  <c:v>167.44145581130758</c:v>
                </c:pt>
                <c:pt idx="1867">
                  <c:v>169.35637805944344</c:v>
                </c:pt>
                <c:pt idx="1868">
                  <c:v>167.36097319019785</c:v>
                </c:pt>
                <c:pt idx="1869">
                  <c:v>167.43784430399367</c:v>
                </c:pt>
                <c:pt idx="1870">
                  <c:v>167.76314014998766</c:v>
                </c:pt>
                <c:pt idx="1871">
                  <c:v>164.87410863406481</c:v>
                </c:pt>
                <c:pt idx="1872">
                  <c:v>162.36384491038282</c:v>
                </c:pt>
                <c:pt idx="1873">
                  <c:v>161.95827478243132</c:v>
                </c:pt>
                <c:pt idx="1874">
                  <c:v>158.5662916816328</c:v>
                </c:pt>
                <c:pt idx="1875">
                  <c:v>156.65397796595246</c:v>
                </c:pt>
                <c:pt idx="1876">
                  <c:v>156.64309270319166</c:v>
                </c:pt>
                <c:pt idx="1877">
                  <c:v>156.50025488729742</c:v>
                </c:pt>
                <c:pt idx="1878">
                  <c:v>155.8431953277468</c:v>
                </c:pt>
                <c:pt idx="1879">
                  <c:v>159.71605697515139</c:v>
                </c:pt>
                <c:pt idx="1880">
                  <c:v>158.51788611732209</c:v>
                </c:pt>
                <c:pt idx="1881">
                  <c:v>161.62025316587025</c:v>
                </c:pt>
                <c:pt idx="1882">
                  <c:v>164.1191993729708</c:v>
                </c:pt>
                <c:pt idx="1883">
                  <c:v>163.77961199201332</c:v>
                </c:pt>
                <c:pt idx="1884">
                  <c:v>161.60443799675107</c:v>
                </c:pt>
                <c:pt idx="1885">
                  <c:v>161.7880976578389</c:v>
                </c:pt>
                <c:pt idx="1886">
                  <c:v>161.82538167355355</c:v>
                </c:pt>
                <c:pt idx="1887">
                  <c:v>164.38269682623275</c:v>
                </c:pt>
                <c:pt idx="1888">
                  <c:v>163.63589120444746</c:v>
                </c:pt>
                <c:pt idx="1889">
                  <c:v>163.84441199872603</c:v>
                </c:pt>
                <c:pt idx="1890">
                  <c:v>163.74973414737295</c:v>
                </c:pt>
                <c:pt idx="1891">
                  <c:v>163.62552106558607</c:v>
                </c:pt>
                <c:pt idx="1892">
                  <c:v>163.60043227097376</c:v>
                </c:pt>
                <c:pt idx="1893">
                  <c:v>163.32849041291246</c:v>
                </c:pt>
                <c:pt idx="1894">
                  <c:v>162.80121388765195</c:v>
                </c:pt>
                <c:pt idx="1895">
                  <c:v>163.0663102148915</c:v>
                </c:pt>
                <c:pt idx="1896">
                  <c:v>163.7103384328741</c:v>
                </c:pt>
                <c:pt idx="1897">
                  <c:v>162.26916972854252</c:v>
                </c:pt>
                <c:pt idx="1898">
                  <c:v>164.25336067675153</c:v>
                </c:pt>
                <c:pt idx="1899">
                  <c:v>163.11901523600409</c:v>
                </c:pt>
                <c:pt idx="1900">
                  <c:v>164.09780963732592</c:v>
                </c:pt>
                <c:pt idx="1901">
                  <c:v>165.13557026201389</c:v>
                </c:pt>
                <c:pt idx="1902">
                  <c:v>166.160070899027</c:v>
                </c:pt>
                <c:pt idx="1903">
                  <c:v>164.10170218244264</c:v>
                </c:pt>
                <c:pt idx="1904">
                  <c:v>166.11633444831148</c:v>
                </c:pt>
                <c:pt idx="1905">
                  <c:v>168.54137434114207</c:v>
                </c:pt>
                <c:pt idx="1906">
                  <c:v>167.97476555530929</c:v>
                </c:pt>
                <c:pt idx="1907">
                  <c:v>169.6042910527091</c:v>
                </c:pt>
                <c:pt idx="1908">
                  <c:v>168.64894413037172</c:v>
                </c:pt>
                <c:pt idx="1909">
                  <c:v>168.97690277719403</c:v>
                </c:pt>
                <c:pt idx="1910">
                  <c:v>166.92256628870047</c:v>
                </c:pt>
                <c:pt idx="1911">
                  <c:v>166.14523755044425</c:v>
                </c:pt>
                <c:pt idx="1912">
                  <c:v>166.22575995860487</c:v>
                </c:pt>
                <c:pt idx="1913">
                  <c:v>166.40198429659964</c:v>
                </c:pt>
                <c:pt idx="1914">
                  <c:v>167.65914892249819</c:v>
                </c:pt>
                <c:pt idx="1915">
                  <c:v>167.51231988507939</c:v>
                </c:pt>
                <c:pt idx="1916">
                  <c:v>168.90214607637625</c:v>
                </c:pt>
                <c:pt idx="1917">
                  <c:v>170.68054406253762</c:v>
                </c:pt>
                <c:pt idx="1918">
                  <c:v>173.84979373849879</c:v>
                </c:pt>
                <c:pt idx="1919">
                  <c:v>173.32687050471478</c:v>
                </c:pt>
                <c:pt idx="1920">
                  <c:v>173.50417929164485</c:v>
                </c:pt>
                <c:pt idx="1921">
                  <c:v>172.62981870634658</c:v>
                </c:pt>
                <c:pt idx="1922">
                  <c:v>170.51582331342331</c:v>
                </c:pt>
                <c:pt idx="1923">
                  <c:v>169.67092783947987</c:v>
                </c:pt>
                <c:pt idx="1924">
                  <c:v>170.38261294135174</c:v>
                </c:pt>
                <c:pt idx="1925">
                  <c:v>171.14014976306046</c:v>
                </c:pt>
                <c:pt idx="1926">
                  <c:v>166.99803576879842</c:v>
                </c:pt>
                <c:pt idx="1927">
                  <c:v>166.8574865520319</c:v>
                </c:pt>
                <c:pt idx="1928">
                  <c:v>165.55454585223129</c:v>
                </c:pt>
                <c:pt idx="1929">
                  <c:v>164.97207559116012</c:v>
                </c:pt>
                <c:pt idx="1930">
                  <c:v>166.3806514198875</c:v>
                </c:pt>
                <c:pt idx="1931">
                  <c:v>164.02608541752281</c:v>
                </c:pt>
                <c:pt idx="1932">
                  <c:v>163.09370182273403</c:v>
                </c:pt>
                <c:pt idx="1933">
                  <c:v>166.12777210271</c:v>
                </c:pt>
                <c:pt idx="1934">
                  <c:v>166.30160481251477</c:v>
                </c:pt>
                <c:pt idx="1935">
                  <c:v>167.48874561334836</c:v>
                </c:pt>
                <c:pt idx="1936">
                  <c:v>168.36939599855552</c:v>
                </c:pt>
                <c:pt idx="1937">
                  <c:v>163.01659622872285</c:v>
                </c:pt>
                <c:pt idx="1938">
                  <c:v>162.79059742745866</c:v>
                </c:pt>
                <c:pt idx="1939">
                  <c:v>161.1258259051246</c:v>
                </c:pt>
                <c:pt idx="1940">
                  <c:v>161.79674352907529</c:v>
                </c:pt>
                <c:pt idx="1941">
                  <c:v>162.80341603008875</c:v>
                </c:pt>
                <c:pt idx="1942">
                  <c:v>162.13330380741112</c:v>
                </c:pt>
                <c:pt idx="1943">
                  <c:v>161.88545043703371</c:v>
                </c:pt>
                <c:pt idx="1944">
                  <c:v>161.53710683531619</c:v>
                </c:pt>
                <c:pt idx="1945">
                  <c:v>158.78803472178168</c:v>
                </c:pt>
                <c:pt idx="1946">
                  <c:v>158.51920820821971</c:v>
                </c:pt>
                <c:pt idx="1947">
                  <c:v>155.89274127036879</c:v>
                </c:pt>
                <c:pt idx="1948">
                  <c:v>157.72339150790054</c:v>
                </c:pt>
                <c:pt idx="1949">
                  <c:v>155.6222971472682</c:v>
                </c:pt>
                <c:pt idx="1950">
                  <c:v>152.52242745665782</c:v>
                </c:pt>
                <c:pt idx="1951">
                  <c:v>155.52932762892931</c:v>
                </c:pt>
                <c:pt idx="1952">
                  <c:v>157.89541337892635</c:v>
                </c:pt>
                <c:pt idx="1953">
                  <c:v>157.08839812608642</c:v>
                </c:pt>
                <c:pt idx="1954">
                  <c:v>154.8636388695644</c:v>
                </c:pt>
                <c:pt idx="1955">
                  <c:v>152.64292422116503</c:v>
                </c:pt>
                <c:pt idx="1956">
                  <c:v>153.03159491325681</c:v>
                </c:pt>
                <c:pt idx="1957">
                  <c:v>154.75130388619786</c:v>
                </c:pt>
                <c:pt idx="1958">
                  <c:v>155.39790308624993</c:v>
                </c:pt>
                <c:pt idx="1959">
                  <c:v>157.74100536662749</c:v>
                </c:pt>
                <c:pt idx="1960">
                  <c:v>155.29300386011818</c:v>
                </c:pt>
                <c:pt idx="1961">
                  <c:v>156.7321645358486</c:v>
                </c:pt>
                <c:pt idx="1962">
                  <c:v>158.85447744701793</c:v>
                </c:pt>
                <c:pt idx="1963">
                  <c:v>157.98787739340187</c:v>
                </c:pt>
                <c:pt idx="1964">
                  <c:v>155.99356457380861</c:v>
                </c:pt>
                <c:pt idx="1965">
                  <c:v>158.40206156001236</c:v>
                </c:pt>
                <c:pt idx="1966">
                  <c:v>161.62793518532095</c:v>
                </c:pt>
                <c:pt idx="1967">
                  <c:v>163.44828909464496</c:v>
                </c:pt>
                <c:pt idx="1968">
                  <c:v>164.76774287573582</c:v>
                </c:pt>
                <c:pt idx="1969">
                  <c:v>164.47188735709429</c:v>
                </c:pt>
                <c:pt idx="1970">
                  <c:v>167.82562772940011</c:v>
                </c:pt>
                <c:pt idx="1971">
                  <c:v>166.94104374320986</c:v>
                </c:pt>
                <c:pt idx="1972">
                  <c:v>166.78649853001053</c:v>
                </c:pt>
                <c:pt idx="1973">
                  <c:v>164.68464329752427</c:v>
                </c:pt>
                <c:pt idx="1974">
                  <c:v>164.12177794839107</c:v>
                </c:pt>
                <c:pt idx="1975">
                  <c:v>166.54904282769604</c:v>
                </c:pt>
                <c:pt idx="1976">
                  <c:v>168.2434311808762</c:v>
                </c:pt>
                <c:pt idx="1977">
                  <c:v>168.44631863568256</c:v>
                </c:pt>
                <c:pt idx="1978">
                  <c:v>166.14559666562332</c:v>
                </c:pt>
                <c:pt idx="1979">
                  <c:v>169.90229847215048</c:v>
                </c:pt>
                <c:pt idx="1980">
                  <c:v>169.92261898361386</c:v>
                </c:pt>
                <c:pt idx="1981">
                  <c:v>167.80295790055578</c:v>
                </c:pt>
                <c:pt idx="1982">
                  <c:v>170.69244704192408</c:v>
                </c:pt>
                <c:pt idx="1983">
                  <c:v>171.42764149128377</c:v>
                </c:pt>
                <c:pt idx="1984">
                  <c:v>171.13937689671275</c:v>
                </c:pt>
                <c:pt idx="1985">
                  <c:v>172.98767901194589</c:v>
                </c:pt>
                <c:pt idx="1986">
                  <c:v>174.93998785496348</c:v>
                </c:pt>
                <c:pt idx="1987">
                  <c:v>175.97425862035217</c:v>
                </c:pt>
                <c:pt idx="1988">
                  <c:v>176.7710616884095</c:v>
                </c:pt>
                <c:pt idx="1989">
                  <c:v>176.78002386934122</c:v>
                </c:pt>
                <c:pt idx="1990">
                  <c:v>176.5505794287761</c:v>
                </c:pt>
                <c:pt idx="1991">
                  <c:v>176.02508826884622</c:v>
                </c:pt>
                <c:pt idx="1992">
                  <c:v>178.75595151183614</c:v>
                </c:pt>
                <c:pt idx="1993">
                  <c:v>179.55865868968431</c:v>
                </c:pt>
                <c:pt idx="1994">
                  <c:v>180.53746584629846</c:v>
                </c:pt>
                <c:pt idx="1995">
                  <c:v>178.4106462978896</c:v>
                </c:pt>
                <c:pt idx="1996">
                  <c:v>177.0999344029602</c:v>
                </c:pt>
                <c:pt idx="1997">
                  <c:v>177.46560262249341</c:v>
                </c:pt>
                <c:pt idx="1998">
                  <c:v>177.90013778513668</c:v>
                </c:pt>
                <c:pt idx="1999">
                  <c:v>176.12811060297028</c:v>
                </c:pt>
                <c:pt idx="2000">
                  <c:v>177.99637552916425</c:v>
                </c:pt>
                <c:pt idx="2001">
                  <c:v>177.78334021410507</c:v>
                </c:pt>
                <c:pt idx="2002">
                  <c:v>177.82391757753942</c:v>
                </c:pt>
                <c:pt idx="2003">
                  <c:v>175.56349477473472</c:v>
                </c:pt>
                <c:pt idx="2004">
                  <c:v>174.3563087990195</c:v>
                </c:pt>
                <c:pt idx="2005">
                  <c:v>174.2285834452052</c:v>
                </c:pt>
                <c:pt idx="2006">
                  <c:v>174.71042163534332</c:v>
                </c:pt>
                <c:pt idx="2007">
                  <c:v>175.99414155046694</c:v>
                </c:pt>
                <c:pt idx="2008">
                  <c:v>175.21033000039202</c:v>
                </c:pt>
                <c:pt idx="2009">
                  <c:v>176.13877255283188</c:v>
                </c:pt>
                <c:pt idx="2010">
                  <c:v>176.98843802989242</c:v>
                </c:pt>
                <c:pt idx="2011">
                  <c:v>174.74694080853487</c:v>
                </c:pt>
                <c:pt idx="2012">
                  <c:v>175.50907963734809</c:v>
                </c:pt>
                <c:pt idx="2013">
                  <c:v>174.75582837654784</c:v>
                </c:pt>
                <c:pt idx="2014">
                  <c:v>174.66682074810575</c:v>
                </c:pt>
                <c:pt idx="2015">
                  <c:v>175.04944381777861</c:v>
                </c:pt>
                <c:pt idx="2016">
                  <c:v>173.60370101778753</c:v>
                </c:pt>
                <c:pt idx="2017">
                  <c:v>177.86647631721286</c:v>
                </c:pt>
                <c:pt idx="2018">
                  <c:v>175.7526590660338</c:v>
                </c:pt>
                <c:pt idx="2019">
                  <c:v>175.32579436164778</c:v>
                </c:pt>
                <c:pt idx="2020">
                  <c:v>175.51138900854912</c:v>
                </c:pt>
                <c:pt idx="2021">
                  <c:v>173.7886369850572</c:v>
                </c:pt>
                <c:pt idx="2022">
                  <c:v>174.71118945775768</c:v>
                </c:pt>
                <c:pt idx="2023">
                  <c:v>174.39253407804384</c:v>
                </c:pt>
                <c:pt idx="2024">
                  <c:v>169.81641206589424</c:v>
                </c:pt>
                <c:pt idx="2025">
                  <c:v>168.42712756271149</c:v>
                </c:pt>
                <c:pt idx="2026">
                  <c:v>169.57904092816059</c:v>
                </c:pt>
                <c:pt idx="2027">
                  <c:v>170.01568138978641</c:v>
                </c:pt>
                <c:pt idx="2028">
                  <c:v>171.00581026433474</c:v>
                </c:pt>
                <c:pt idx="2029">
                  <c:v>171.4275138700776</c:v>
                </c:pt>
                <c:pt idx="2030">
                  <c:v>170.91739437447947</c:v>
                </c:pt>
                <c:pt idx="2031">
                  <c:v>170.43845142661337</c:v>
                </c:pt>
                <c:pt idx="2032">
                  <c:v>170.52910433317425</c:v>
                </c:pt>
                <c:pt idx="2033">
                  <c:v>172.47955747639719</c:v>
                </c:pt>
                <c:pt idx="2034">
                  <c:v>174.48280931716354</c:v>
                </c:pt>
                <c:pt idx="2035">
                  <c:v>172.77995569809011</c:v>
                </c:pt>
                <c:pt idx="2036">
                  <c:v>171.58786525300138</c:v>
                </c:pt>
                <c:pt idx="2037">
                  <c:v>171.55392940324546</c:v>
                </c:pt>
                <c:pt idx="2038">
                  <c:v>170.83345505142822</c:v>
                </c:pt>
                <c:pt idx="2039">
                  <c:v>169.84569792568195</c:v>
                </c:pt>
                <c:pt idx="2040">
                  <c:v>169.87437484503477</c:v>
                </c:pt>
                <c:pt idx="2041">
                  <c:v>171.70142691489767</c:v>
                </c:pt>
                <c:pt idx="2042">
                  <c:v>173.98778306608006</c:v>
                </c:pt>
                <c:pt idx="2043">
                  <c:v>172.49217417404364</c:v>
                </c:pt>
                <c:pt idx="2044">
                  <c:v>172.89421283577067</c:v>
                </c:pt>
                <c:pt idx="2045">
                  <c:v>171.44774494968479</c:v>
                </c:pt>
                <c:pt idx="2046">
                  <c:v>173.96694136205917</c:v>
                </c:pt>
                <c:pt idx="2047">
                  <c:v>173.24354754051197</c:v>
                </c:pt>
                <c:pt idx="2048">
                  <c:v>172.28771507899197</c:v>
                </c:pt>
                <c:pt idx="2049">
                  <c:v>171.74431860016168</c:v>
                </c:pt>
                <c:pt idx="2050">
                  <c:v>170.90366369657903</c:v>
                </c:pt>
                <c:pt idx="2051">
                  <c:v>170.50104621637334</c:v>
                </c:pt>
                <c:pt idx="2052">
                  <c:v>169.76347732476461</c:v>
                </c:pt>
                <c:pt idx="2053">
                  <c:v>167.99107937795364</c:v>
                </c:pt>
                <c:pt idx="2054">
                  <c:v>170.05898944199427</c:v>
                </c:pt>
                <c:pt idx="2055">
                  <c:v>170.26172540247947</c:v>
                </c:pt>
                <c:pt idx="2056">
                  <c:v>171.18149063685993</c:v>
                </c:pt>
                <c:pt idx="2057">
                  <c:v>169.30588337832765</c:v>
                </c:pt>
                <c:pt idx="2058">
                  <c:v>169.31818540011037</c:v>
                </c:pt>
                <c:pt idx="2059">
                  <c:v>168.10498297220806</c:v>
                </c:pt>
                <c:pt idx="2060">
                  <c:v>167.69775015362706</c:v>
                </c:pt>
                <c:pt idx="2061">
                  <c:v>168.50482363357807</c:v>
                </c:pt>
                <c:pt idx="2062">
                  <c:v>169.62857677828023</c:v>
                </c:pt>
                <c:pt idx="2063">
                  <c:v>170.8494597776957</c:v>
                </c:pt>
                <c:pt idx="2064">
                  <c:v>170.5222970221937</c:v>
                </c:pt>
                <c:pt idx="2065">
                  <c:v>169.94415362767677</c:v>
                </c:pt>
                <c:pt idx="2066">
                  <c:v>172.26334158003021</c:v>
                </c:pt>
                <c:pt idx="2067">
                  <c:v>171.74685589338921</c:v>
                </c:pt>
                <c:pt idx="2068">
                  <c:v>170.13032773821999</c:v>
                </c:pt>
                <c:pt idx="2069">
                  <c:v>169.33354745670746</c:v>
                </c:pt>
                <c:pt idx="2070">
                  <c:v>171.98676051698178</c:v>
                </c:pt>
                <c:pt idx="2071">
                  <c:v>173.26829310959255</c:v>
                </c:pt>
                <c:pt idx="2072">
                  <c:v>173.38365241594011</c:v>
                </c:pt>
                <c:pt idx="2073">
                  <c:v>174.42146199907654</c:v>
                </c:pt>
                <c:pt idx="2074">
                  <c:v>175.03102162421487</c:v>
                </c:pt>
                <c:pt idx="2075">
                  <c:v>176.39972467937673</c:v>
                </c:pt>
                <c:pt idx="2076">
                  <c:v>177.35196716737212</c:v>
                </c:pt>
                <c:pt idx="2077">
                  <c:v>176.63049171328299</c:v>
                </c:pt>
                <c:pt idx="2078">
                  <c:v>178.21393902018758</c:v>
                </c:pt>
                <c:pt idx="2079">
                  <c:v>178.51653696413979</c:v>
                </c:pt>
                <c:pt idx="2080">
                  <c:v>177.89955825127723</c:v>
                </c:pt>
                <c:pt idx="2081">
                  <c:v>177.96254078646419</c:v>
                </c:pt>
                <c:pt idx="2082">
                  <c:v>177.7007461208031</c:v>
                </c:pt>
                <c:pt idx="2083">
                  <c:v>178.61623502526606</c:v>
                </c:pt>
                <c:pt idx="2084">
                  <c:v>177.70484942990566</c:v>
                </c:pt>
                <c:pt idx="2085">
                  <c:v>178.70965059362945</c:v>
                </c:pt>
                <c:pt idx="2086">
                  <c:v>179.37304715163344</c:v>
                </c:pt>
                <c:pt idx="2087">
                  <c:v>179.52604240141446</c:v>
                </c:pt>
                <c:pt idx="2088">
                  <c:v>179.64714488224962</c:v>
                </c:pt>
                <c:pt idx="2089">
                  <c:v>181.02479931978328</c:v>
                </c:pt>
                <c:pt idx="2090">
                  <c:v>182.03017921512529</c:v>
                </c:pt>
                <c:pt idx="2091">
                  <c:v>182.33018918421655</c:v>
                </c:pt>
                <c:pt idx="2092">
                  <c:v>181.2882866869397</c:v>
                </c:pt>
                <c:pt idx="2093">
                  <c:v>182.97337538545281</c:v>
                </c:pt>
                <c:pt idx="2094">
                  <c:v>184.69038317503501</c:v>
                </c:pt>
                <c:pt idx="2095">
                  <c:v>185.3779789101807</c:v>
                </c:pt>
                <c:pt idx="2096">
                  <c:v>184.90735659479842</c:v>
                </c:pt>
                <c:pt idx="2097">
                  <c:v>184.15192278865879</c:v>
                </c:pt>
                <c:pt idx="2098">
                  <c:v>183.69644253284307</c:v>
                </c:pt>
                <c:pt idx="2099">
                  <c:v>185.23600455324203</c:v>
                </c:pt>
                <c:pt idx="2100">
                  <c:v>185.30839118446701</c:v>
                </c:pt>
                <c:pt idx="2101">
                  <c:v>184.7470312602162</c:v>
                </c:pt>
                <c:pt idx="2102">
                  <c:v>184.58846042910878</c:v>
                </c:pt>
                <c:pt idx="2103">
                  <c:v>185.1631404046563</c:v>
                </c:pt>
                <c:pt idx="2104">
                  <c:v>185.51289897275404</c:v>
                </c:pt>
                <c:pt idx="2105">
                  <c:v>184.83444473056065</c:v>
                </c:pt>
                <c:pt idx="2106">
                  <c:v>183.47298753141041</c:v>
                </c:pt>
                <c:pt idx="2107">
                  <c:v>182.98854606741051</c:v>
                </c:pt>
                <c:pt idx="2108">
                  <c:v>182.74370147293322</c:v>
                </c:pt>
                <c:pt idx="2109">
                  <c:v>182.52131359161982</c:v>
                </c:pt>
                <c:pt idx="2110">
                  <c:v>179.81501670173012</c:v>
                </c:pt>
                <c:pt idx="2111">
                  <c:v>178.90130473899421</c:v>
                </c:pt>
                <c:pt idx="2112">
                  <c:v>177.94887866239756</c:v>
                </c:pt>
                <c:pt idx="2113">
                  <c:v>176.68638285023206</c:v>
                </c:pt>
                <c:pt idx="2114">
                  <c:v>176.88224407967621</c:v>
                </c:pt>
                <c:pt idx="2115">
                  <c:v>174.98738727874573</c:v>
                </c:pt>
                <c:pt idx="2116">
                  <c:v>175.5772273417318</c:v>
                </c:pt>
                <c:pt idx="2117">
                  <c:v>176.44983941504023</c:v>
                </c:pt>
                <c:pt idx="2118">
                  <c:v>178.73185303513765</c:v>
                </c:pt>
                <c:pt idx="2119">
                  <c:v>178.26089871535831</c:v>
                </c:pt>
                <c:pt idx="2120">
                  <c:v>177.29925301530963</c:v>
                </c:pt>
                <c:pt idx="2121">
                  <c:v>176.82552369394551</c:v>
                </c:pt>
                <c:pt idx="2122">
                  <c:v>178.47173760397374</c:v>
                </c:pt>
                <c:pt idx="2123">
                  <c:v>178.68486302940752</c:v>
                </c:pt>
                <c:pt idx="2124">
                  <c:v>178.86384348126705</c:v>
                </c:pt>
                <c:pt idx="2125">
                  <c:v>179.38275067665876</c:v>
                </c:pt>
                <c:pt idx="2126">
                  <c:v>179.79700488816911</c:v>
                </c:pt>
                <c:pt idx="2127">
                  <c:v>181.26558600221782</c:v>
                </c:pt>
                <c:pt idx="2128">
                  <c:v>181.09218290977358</c:v>
                </c:pt>
                <c:pt idx="2129">
                  <c:v>179.86101713552466</c:v>
                </c:pt>
                <c:pt idx="2130">
                  <c:v>180.5764830978782</c:v>
                </c:pt>
                <c:pt idx="2131">
                  <c:v>181.67877407655206</c:v>
                </c:pt>
                <c:pt idx="2132">
                  <c:v>180.51697830810264</c:v>
                </c:pt>
                <c:pt idx="2133">
                  <c:v>180.4890684044432</c:v>
                </c:pt>
                <c:pt idx="2134">
                  <c:v>180.8488482205438</c:v>
                </c:pt>
                <c:pt idx="2135">
                  <c:v>180.27849818600095</c:v>
                </c:pt>
                <c:pt idx="2136">
                  <c:v>179.86176498723282</c:v>
                </c:pt>
                <c:pt idx="2137">
                  <c:v>181.59395969062794</c:v>
                </c:pt>
                <c:pt idx="2138">
                  <c:v>182.64071846932083</c:v>
                </c:pt>
                <c:pt idx="2139">
                  <c:v>182.65002625974145</c:v>
                </c:pt>
                <c:pt idx="2140">
                  <c:v>181.95780304055216</c:v>
                </c:pt>
                <c:pt idx="2141">
                  <c:v>179.24783398844704</c:v>
                </c:pt>
                <c:pt idx="2142">
                  <c:v>179.25426285443027</c:v>
                </c:pt>
                <c:pt idx="2143">
                  <c:v>178.95189220419175</c:v>
                </c:pt>
                <c:pt idx="2144">
                  <c:v>179.7027849800514</c:v>
                </c:pt>
                <c:pt idx="2145">
                  <c:v>180.44123924456545</c:v>
                </c:pt>
                <c:pt idx="2146">
                  <c:v>181.29772284220644</c:v>
                </c:pt>
                <c:pt idx="2147">
                  <c:v>180.74274466239785</c:v>
                </c:pt>
                <c:pt idx="2148">
                  <c:v>180.38714753103329</c:v>
                </c:pt>
                <c:pt idx="2149">
                  <c:v>181.79712750803714</c:v>
                </c:pt>
                <c:pt idx="2150">
                  <c:v>183.55079121893195</c:v>
                </c:pt>
                <c:pt idx="2151">
                  <c:v>184.2749251038384</c:v>
                </c:pt>
                <c:pt idx="2152">
                  <c:v>184.90322267218616</c:v>
                </c:pt>
                <c:pt idx="2153">
                  <c:v>184.74398853304112</c:v>
                </c:pt>
                <c:pt idx="2154">
                  <c:v>185.29674508859068</c:v>
                </c:pt>
                <c:pt idx="2155">
                  <c:v>183.78799185269784</c:v>
                </c:pt>
                <c:pt idx="2156">
                  <c:v>185.70813784656701</c:v>
                </c:pt>
                <c:pt idx="2157">
                  <c:v>184.81214030611537</c:v>
                </c:pt>
                <c:pt idx="2158">
                  <c:v>184.33376866408935</c:v>
                </c:pt>
                <c:pt idx="2159">
                  <c:v>184.67169272651907</c:v>
                </c:pt>
                <c:pt idx="2160">
                  <c:v>184.33933293808406</c:v>
                </c:pt>
                <c:pt idx="2161">
                  <c:v>181.8591287967493</c:v>
                </c:pt>
                <c:pt idx="2162">
                  <c:v>184.15283045786069</c:v>
                </c:pt>
                <c:pt idx="2163">
                  <c:v>183.40837349138852</c:v>
                </c:pt>
                <c:pt idx="2164">
                  <c:v>183.61832830202763</c:v>
                </c:pt>
                <c:pt idx="2165">
                  <c:v>183.24219323583407</c:v>
                </c:pt>
                <c:pt idx="2166">
                  <c:v>183.76604565989606</c:v>
                </c:pt>
                <c:pt idx="2167">
                  <c:v>182.78734350566643</c:v>
                </c:pt>
                <c:pt idx="2168">
                  <c:v>181.15337085989475</c:v>
                </c:pt>
                <c:pt idx="2169">
                  <c:v>180.628075467608</c:v>
                </c:pt>
                <c:pt idx="2170">
                  <c:v>178.70830112037666</c:v>
                </c:pt>
                <c:pt idx="2171">
                  <c:v>179.80166913870315</c:v>
                </c:pt>
                <c:pt idx="2172">
                  <c:v>178.97195870483611</c:v>
                </c:pt>
                <c:pt idx="2173">
                  <c:v>178.31678422178777</c:v>
                </c:pt>
                <c:pt idx="2174">
                  <c:v>179.78324167358235</c:v>
                </c:pt>
                <c:pt idx="2175">
                  <c:v>178.84616554019024</c:v>
                </c:pt>
                <c:pt idx="2176">
                  <c:v>180.0810581686134</c:v>
                </c:pt>
                <c:pt idx="2177">
                  <c:v>180.79573952604076</c:v>
                </c:pt>
                <c:pt idx="2178">
                  <c:v>181.48593117449039</c:v>
                </c:pt>
                <c:pt idx="2179">
                  <c:v>181.98080823742706</c:v>
                </c:pt>
                <c:pt idx="2180">
                  <c:v>181.43076356204719</c:v>
                </c:pt>
                <c:pt idx="2181">
                  <c:v>179.92520241868473</c:v>
                </c:pt>
                <c:pt idx="2182">
                  <c:v>178.62568147838596</c:v>
                </c:pt>
                <c:pt idx="2183">
                  <c:v>178.63236367314755</c:v>
                </c:pt>
                <c:pt idx="2184">
                  <c:v>179.58295944672537</c:v>
                </c:pt>
                <c:pt idx="2185">
                  <c:v>179.62163004964302</c:v>
                </c:pt>
                <c:pt idx="2186">
                  <c:v>181.46640673650444</c:v>
                </c:pt>
                <c:pt idx="2187">
                  <c:v>180.56541159390213</c:v>
                </c:pt>
                <c:pt idx="2188">
                  <c:v>181.1273000040986</c:v>
                </c:pt>
                <c:pt idx="2189">
                  <c:v>182.0412426820948</c:v>
                </c:pt>
                <c:pt idx="2190">
                  <c:v>180.65613534614778</c:v>
                </c:pt>
                <c:pt idx="2191">
                  <c:v>180.78293791654966</c:v>
                </c:pt>
                <c:pt idx="2192">
                  <c:v>180.28222378956025</c:v>
                </c:pt>
                <c:pt idx="2193">
                  <c:v>180.61198290802793</c:v>
                </c:pt>
                <c:pt idx="2194">
                  <c:v>178.37516900572416</c:v>
                </c:pt>
                <c:pt idx="2195">
                  <c:v>177.87260600274047</c:v>
                </c:pt>
                <c:pt idx="2196">
                  <c:v>177.07855130184532</c:v>
                </c:pt>
                <c:pt idx="2197">
                  <c:v>176.13417805114639</c:v>
                </c:pt>
                <c:pt idx="2198">
                  <c:v>174.64032851282897</c:v>
                </c:pt>
                <c:pt idx="2199">
                  <c:v>174.93397109136924</c:v>
                </c:pt>
                <c:pt idx="2200">
                  <c:v>174.12921078821375</c:v>
                </c:pt>
                <c:pt idx="2201">
                  <c:v>173.09004276844615</c:v>
                </c:pt>
                <c:pt idx="2202">
                  <c:v>171.38593042828404</c:v>
                </c:pt>
                <c:pt idx="2203">
                  <c:v>173.20732724596505</c:v>
                </c:pt>
                <c:pt idx="2204">
                  <c:v>168.90885952110872</c:v>
                </c:pt>
                <c:pt idx="2205">
                  <c:v>168.11280369320772</c:v>
                </c:pt>
                <c:pt idx="2206">
                  <c:v>168.13902399449896</c:v>
                </c:pt>
                <c:pt idx="2207">
                  <c:v>169.84682980223096</c:v>
                </c:pt>
                <c:pt idx="2208">
                  <c:v>168.92806543632307</c:v>
                </c:pt>
                <c:pt idx="2209">
                  <c:v>167.0870683891799</c:v>
                </c:pt>
                <c:pt idx="2210">
                  <c:v>168.23054500764607</c:v>
                </c:pt>
                <c:pt idx="2211">
                  <c:v>170.05504556080379</c:v>
                </c:pt>
                <c:pt idx="2212">
                  <c:v>171.17454830350121</c:v>
                </c:pt>
                <c:pt idx="2213">
                  <c:v>172.10962998276622</c:v>
                </c:pt>
                <c:pt idx="2214">
                  <c:v>171.33761595657802</c:v>
                </c:pt>
                <c:pt idx="2215">
                  <c:v>170.94661497820715</c:v>
                </c:pt>
                <c:pt idx="2216">
                  <c:v>170.73020734002893</c:v>
                </c:pt>
                <c:pt idx="2217">
                  <c:v>173.18770070081399</c:v>
                </c:pt>
                <c:pt idx="2218">
                  <c:v>173.5415104519</c:v>
                </c:pt>
                <c:pt idx="2219">
                  <c:v>171.38170036354549</c:v>
                </c:pt>
                <c:pt idx="2220">
                  <c:v>169.81400611048213</c:v>
                </c:pt>
                <c:pt idx="2221">
                  <c:v>172.63788119829729</c:v>
                </c:pt>
                <c:pt idx="2222">
                  <c:v>173.28869139470467</c:v>
                </c:pt>
                <c:pt idx="2223">
                  <c:v>173.86166296921624</c:v>
                </c:pt>
                <c:pt idx="2224">
                  <c:v>175.90190436401491</c:v>
                </c:pt>
                <c:pt idx="2225">
                  <c:v>176.35407555949914</c:v>
                </c:pt>
                <c:pt idx="2226">
                  <c:v>176.55730855416135</c:v>
                </c:pt>
                <c:pt idx="2227">
                  <c:v>176.92055047723412</c:v>
                </c:pt>
                <c:pt idx="2228">
                  <c:v>176.28949070278119</c:v>
                </c:pt>
                <c:pt idx="2229">
                  <c:v>175.6697716889789</c:v>
                </c:pt>
                <c:pt idx="2230">
                  <c:v>176.63243690501872</c:v>
                </c:pt>
                <c:pt idx="2231">
                  <c:v>177.50364517633705</c:v>
                </c:pt>
                <c:pt idx="2232">
                  <c:v>178.16617715918485</c:v>
                </c:pt>
                <c:pt idx="2233">
                  <c:v>178.82312302631738</c:v>
                </c:pt>
                <c:pt idx="2234">
                  <c:v>175.73057133044392</c:v>
                </c:pt>
                <c:pt idx="2235">
                  <c:v>175.32907064876548</c:v>
                </c:pt>
                <c:pt idx="2236">
                  <c:v>175.43308040472442</c:v>
                </c:pt>
                <c:pt idx="2237">
                  <c:v>176.047129768926</c:v>
                </c:pt>
                <c:pt idx="2238">
                  <c:v>176.90141937186354</c:v>
                </c:pt>
                <c:pt idx="2239">
                  <c:v>177.63205020260256</c:v>
                </c:pt>
                <c:pt idx="2240">
                  <c:v>177.49264912869594</c:v>
                </c:pt>
                <c:pt idx="2241">
                  <c:v>178.56369092289563</c:v>
                </c:pt>
                <c:pt idx="2242">
                  <c:v>176.89176028622714</c:v>
                </c:pt>
                <c:pt idx="2243">
                  <c:v>177.81058763985425</c:v>
                </c:pt>
                <c:pt idx="2244">
                  <c:v>177.74839479359653</c:v>
                </c:pt>
                <c:pt idx="2245">
                  <c:v>177.63561893638953</c:v>
                </c:pt>
                <c:pt idx="2246">
                  <c:v>176.76419193791003</c:v>
                </c:pt>
                <c:pt idx="2247">
                  <c:v>175.77188706470707</c:v>
                </c:pt>
                <c:pt idx="2248">
                  <c:v>175.53554112062588</c:v>
                </c:pt>
                <c:pt idx="2249">
                  <c:v>174.47227496225099</c:v>
                </c:pt>
                <c:pt idx="2250">
                  <c:v>175.89011378315732</c:v>
                </c:pt>
                <c:pt idx="2251">
                  <c:v>176.5492928342897</c:v>
                </c:pt>
                <c:pt idx="2252">
                  <c:v>179.17207851000501</c:v>
                </c:pt>
                <c:pt idx="2253">
                  <c:v>176.15750227238425</c:v>
                </c:pt>
                <c:pt idx="2254">
                  <c:v>175.89325183074652</c:v>
                </c:pt>
                <c:pt idx="2255">
                  <c:v>177.7845404858875</c:v>
                </c:pt>
                <c:pt idx="2256">
                  <c:v>177.96418842157368</c:v>
                </c:pt>
                <c:pt idx="2257">
                  <c:v>174.10558668475252</c:v>
                </c:pt>
                <c:pt idx="2258">
                  <c:v>175.47367096045053</c:v>
                </c:pt>
                <c:pt idx="2259">
                  <c:v>176.81430932412403</c:v>
                </c:pt>
                <c:pt idx="2260">
                  <c:v>177.46733146781128</c:v>
                </c:pt>
                <c:pt idx="2261">
                  <c:v>178.19163678438858</c:v>
                </c:pt>
                <c:pt idx="2262">
                  <c:v>178.14066411604884</c:v>
                </c:pt>
                <c:pt idx="2263">
                  <c:v>178.58982348922467</c:v>
                </c:pt>
                <c:pt idx="2264">
                  <c:v>181.39349640900971</c:v>
                </c:pt>
                <c:pt idx="2265">
                  <c:v>180.71546589884537</c:v>
                </c:pt>
                <c:pt idx="2266">
                  <c:v>180.44676748055727</c:v>
                </c:pt>
                <c:pt idx="2267">
                  <c:v>179.65705356882401</c:v>
                </c:pt>
                <c:pt idx="2268">
                  <c:v>181.13949163855477</c:v>
                </c:pt>
                <c:pt idx="2269">
                  <c:v>181.46675919194155</c:v>
                </c:pt>
                <c:pt idx="2270">
                  <c:v>181.50431089807029</c:v>
                </c:pt>
                <c:pt idx="2271">
                  <c:v>181.47523002526276</c:v>
                </c:pt>
                <c:pt idx="2272">
                  <c:v>182.09974340183325</c:v>
                </c:pt>
                <c:pt idx="2273">
                  <c:v>181.25871552058533</c:v>
                </c:pt>
                <c:pt idx="2274">
                  <c:v>180.89988060061077</c:v>
                </c:pt>
                <c:pt idx="2275">
                  <c:v>181.03320801504375</c:v>
                </c:pt>
                <c:pt idx="2276">
                  <c:v>180.29447678878194</c:v>
                </c:pt>
                <c:pt idx="2277">
                  <c:v>180.14406389775999</c:v>
                </c:pt>
                <c:pt idx="2278">
                  <c:v>181.67511240367213</c:v>
                </c:pt>
                <c:pt idx="2279">
                  <c:v>179.48946773460554</c:v>
                </c:pt>
                <c:pt idx="2280">
                  <c:v>181.19286315717218</c:v>
                </c:pt>
                <c:pt idx="2281">
                  <c:v>182.23022399473427</c:v>
                </c:pt>
                <c:pt idx="2282">
                  <c:v>183.25434913066493</c:v>
                </c:pt>
                <c:pt idx="2283">
                  <c:v>183.94067661600067</c:v>
                </c:pt>
                <c:pt idx="2284">
                  <c:v>182.81640162531437</c:v>
                </c:pt>
                <c:pt idx="2285">
                  <c:v>186.7258075652208</c:v>
                </c:pt>
                <c:pt idx="2286">
                  <c:v>186.28291269607345</c:v>
                </c:pt>
                <c:pt idx="2287">
                  <c:v>184.68666132953075</c:v>
                </c:pt>
                <c:pt idx="2288">
                  <c:v>185.30876450344783</c:v>
                </c:pt>
                <c:pt idx="2289">
                  <c:v>184.96292762072332</c:v>
                </c:pt>
                <c:pt idx="2290">
                  <c:v>184.6880727890557</c:v>
                </c:pt>
                <c:pt idx="2291">
                  <c:v>183.22399790000384</c:v>
                </c:pt>
                <c:pt idx="2292">
                  <c:v>184.18001864697044</c:v>
                </c:pt>
                <c:pt idx="2293">
                  <c:v>182.73223472561617</c:v>
                </c:pt>
                <c:pt idx="2294">
                  <c:v>182.29705752427441</c:v>
                </c:pt>
                <c:pt idx="2295">
                  <c:v>182.73538656478866</c:v>
                </c:pt>
                <c:pt idx="2296">
                  <c:v>182.91810436976874</c:v>
                </c:pt>
                <c:pt idx="2297">
                  <c:v>185.84253458764564</c:v>
                </c:pt>
                <c:pt idx="2298">
                  <c:v>186.29824436984003</c:v>
                </c:pt>
                <c:pt idx="2299">
                  <c:v>187.17085397469282</c:v>
                </c:pt>
                <c:pt idx="2300">
                  <c:v>187.58019652450608</c:v>
                </c:pt>
                <c:pt idx="2301">
                  <c:v>187.47503818328812</c:v>
                </c:pt>
                <c:pt idx="2302">
                  <c:v>187.25183063789626</c:v>
                </c:pt>
                <c:pt idx="2303">
                  <c:v>187.42922045767833</c:v>
                </c:pt>
                <c:pt idx="2304">
                  <c:v>186.77453234620776</c:v>
                </c:pt>
                <c:pt idx="2305">
                  <c:v>186.26201157773767</c:v>
                </c:pt>
                <c:pt idx="2306">
                  <c:v>186.23171995888879</c:v>
                </c:pt>
                <c:pt idx="2307">
                  <c:v>186.12673806685294</c:v>
                </c:pt>
                <c:pt idx="2308">
                  <c:v>187.87277309904334</c:v>
                </c:pt>
                <c:pt idx="2309">
                  <c:v>188.10530197505611</c:v>
                </c:pt>
                <c:pt idx="2310">
                  <c:v>188.12431258778554</c:v>
                </c:pt>
                <c:pt idx="2311">
                  <c:v>189.87736593761613</c:v>
                </c:pt>
                <c:pt idx="2312">
                  <c:v>190.90888426530449</c:v>
                </c:pt>
                <c:pt idx="2313">
                  <c:v>191.62000464200625</c:v>
                </c:pt>
                <c:pt idx="2314">
                  <c:v>190.81721860718775</c:v>
                </c:pt>
                <c:pt idx="2315">
                  <c:v>190.01522130567704</c:v>
                </c:pt>
                <c:pt idx="2316">
                  <c:v>191.4070987910666</c:v>
                </c:pt>
                <c:pt idx="2317">
                  <c:v>191.92369478489306</c:v>
                </c:pt>
                <c:pt idx="2318">
                  <c:v>192.19777928446874</c:v>
                </c:pt>
                <c:pt idx="2319">
                  <c:v>192.20806981972413</c:v>
                </c:pt>
                <c:pt idx="2320">
                  <c:v>190.69421919726338</c:v>
                </c:pt>
                <c:pt idx="2321">
                  <c:v>189.73640085984511</c:v>
                </c:pt>
                <c:pt idx="2322">
                  <c:v>189.45540334021854</c:v>
                </c:pt>
                <c:pt idx="2323">
                  <c:v>190.79355878139634</c:v>
                </c:pt>
                <c:pt idx="2324">
                  <c:v>190.42009103945961</c:v>
                </c:pt>
                <c:pt idx="2325">
                  <c:v>188.89784532078053</c:v>
                </c:pt>
                <c:pt idx="2326">
                  <c:v>187.42575789852745</c:v>
                </c:pt>
                <c:pt idx="2327">
                  <c:v>185.46830059992948</c:v>
                </c:pt>
                <c:pt idx="2328">
                  <c:v>184.73448212896074</c:v>
                </c:pt>
                <c:pt idx="2329">
                  <c:v>185.17884511752561</c:v>
                </c:pt>
                <c:pt idx="2330">
                  <c:v>185.05850803395319</c:v>
                </c:pt>
                <c:pt idx="2331">
                  <c:v>185.77078333417765</c:v>
                </c:pt>
                <c:pt idx="2332">
                  <c:v>184.85335006763631</c:v>
                </c:pt>
                <c:pt idx="2333">
                  <c:v>184.19579088619486</c:v>
                </c:pt>
                <c:pt idx="2334">
                  <c:v>183.5037861846246</c:v>
                </c:pt>
                <c:pt idx="2335">
                  <c:v>182.60952719072242</c:v>
                </c:pt>
                <c:pt idx="2336">
                  <c:v>182.79385320983835</c:v>
                </c:pt>
                <c:pt idx="2337">
                  <c:v>183.60964902906142</c:v>
                </c:pt>
                <c:pt idx="2338">
                  <c:v>183.97457165582566</c:v>
                </c:pt>
                <c:pt idx="2339">
                  <c:v>186.02977269929312</c:v>
                </c:pt>
                <c:pt idx="2340">
                  <c:v>188.10978416219055</c:v>
                </c:pt>
                <c:pt idx="2341">
                  <c:v>188.37807124450251</c:v>
                </c:pt>
                <c:pt idx="2342">
                  <c:v>190.52424801641862</c:v>
                </c:pt>
                <c:pt idx="2343">
                  <c:v>190.31107550316267</c:v>
                </c:pt>
                <c:pt idx="2344">
                  <c:v>190.00834489025382</c:v>
                </c:pt>
                <c:pt idx="2345">
                  <c:v>191.11506843439139</c:v>
                </c:pt>
                <c:pt idx="2346">
                  <c:v>190.44164059007161</c:v>
                </c:pt>
                <c:pt idx="2347">
                  <c:v>189.87424205745066</c:v>
                </c:pt>
                <c:pt idx="2348">
                  <c:v>190.89559934348875</c:v>
                </c:pt>
                <c:pt idx="2349">
                  <c:v>191.27628213613437</c:v>
                </c:pt>
                <c:pt idx="2350">
                  <c:v>191.28283856957762</c:v>
                </c:pt>
                <c:pt idx="2351">
                  <c:v>193.07583248204602</c:v>
                </c:pt>
                <c:pt idx="2352">
                  <c:v>192.76459055367783</c:v>
                </c:pt>
                <c:pt idx="2353">
                  <c:v>193.67696539117523</c:v>
                </c:pt>
                <c:pt idx="2354">
                  <c:v>194.7900264620408</c:v>
                </c:pt>
                <c:pt idx="2355">
                  <c:v>194.74881205278919</c:v>
                </c:pt>
                <c:pt idx="2356">
                  <c:v>194.32295087166494</c:v>
                </c:pt>
                <c:pt idx="2357">
                  <c:v>194.42628337130449</c:v>
                </c:pt>
                <c:pt idx="2358">
                  <c:v>198.28341822491504</c:v>
                </c:pt>
                <c:pt idx="2359">
                  <c:v>198.18399892472982</c:v>
                </c:pt>
                <c:pt idx="2360">
                  <c:v>196.87355370700286</c:v>
                </c:pt>
                <c:pt idx="2361">
                  <c:v>198.40011770800191</c:v>
                </c:pt>
                <c:pt idx="2362">
                  <c:v>198.34755419472773</c:v>
                </c:pt>
                <c:pt idx="2363">
                  <c:v>195.86405876755282</c:v>
                </c:pt>
                <c:pt idx="2364">
                  <c:v>195.90494302155253</c:v>
                </c:pt>
                <c:pt idx="2365">
                  <c:v>194.34213354681188</c:v>
                </c:pt>
                <c:pt idx="2366">
                  <c:v>193.42386093428203</c:v>
                </c:pt>
                <c:pt idx="2367">
                  <c:v>193.89746751535208</c:v>
                </c:pt>
                <c:pt idx="2368">
                  <c:v>196.58333793815939</c:v>
                </c:pt>
                <c:pt idx="2369">
                  <c:v>196.39618688246577</c:v>
                </c:pt>
                <c:pt idx="2370">
                  <c:v>198.73430719725829</c:v>
                </c:pt>
                <c:pt idx="2371">
                  <c:v>198.79193926368413</c:v>
                </c:pt>
                <c:pt idx="2372">
                  <c:v>199.58241108610878</c:v>
                </c:pt>
                <c:pt idx="2373">
                  <c:v>198.10777953461621</c:v>
                </c:pt>
                <c:pt idx="2374">
                  <c:v>197.68864002270581</c:v>
                </c:pt>
                <c:pt idx="2375">
                  <c:v>197.61019349517807</c:v>
                </c:pt>
                <c:pt idx="2376">
                  <c:v>195.20879874841665</c:v>
                </c:pt>
                <c:pt idx="2377">
                  <c:v>195.38672160769326</c:v>
                </c:pt>
                <c:pt idx="2378">
                  <c:v>194.63127574341962</c:v>
                </c:pt>
                <c:pt idx="2379">
                  <c:v>195.91239627414271</c:v>
                </c:pt>
                <c:pt idx="2380">
                  <c:v>196.11115066569914</c:v>
                </c:pt>
                <c:pt idx="2381">
                  <c:v>196.28602300372268</c:v>
                </c:pt>
                <c:pt idx="2382">
                  <c:v>196.86403556546622</c:v>
                </c:pt>
                <c:pt idx="2383">
                  <c:v>199.75670307743562</c:v>
                </c:pt>
                <c:pt idx="2384">
                  <c:v>198.42151652951705</c:v>
                </c:pt>
                <c:pt idx="2385">
                  <c:v>198.71093801808274</c:v>
                </c:pt>
                <c:pt idx="2386">
                  <c:v>197.7473007964652</c:v>
                </c:pt>
                <c:pt idx="2387">
                  <c:v>196.46904664500573</c:v>
                </c:pt>
                <c:pt idx="2388">
                  <c:v>195.62320253410198</c:v>
                </c:pt>
                <c:pt idx="2389">
                  <c:v>196.51028437389868</c:v>
                </c:pt>
                <c:pt idx="2390">
                  <c:v>196.63407489059739</c:v>
                </c:pt>
                <c:pt idx="2391">
                  <c:v>199.13940488268122</c:v>
                </c:pt>
                <c:pt idx="2392">
                  <c:v>198.36243926732269</c:v>
                </c:pt>
                <c:pt idx="2393">
                  <c:v>197.93969497020601</c:v>
                </c:pt>
                <c:pt idx="2394">
                  <c:v>199.1611799071508</c:v>
                </c:pt>
                <c:pt idx="2395">
                  <c:v>198.79536410446246</c:v>
                </c:pt>
                <c:pt idx="2396">
                  <c:v>199.63775012975984</c:v>
                </c:pt>
                <c:pt idx="2397">
                  <c:v>198.45770370549471</c:v>
                </c:pt>
                <c:pt idx="2398">
                  <c:v>200.59479709936863</c:v>
                </c:pt>
                <c:pt idx="2399">
                  <c:v>204.04809946067212</c:v>
                </c:pt>
                <c:pt idx="2400">
                  <c:v>203.54355202256272</c:v>
                </c:pt>
                <c:pt idx="2401">
                  <c:v>203.15626872781613</c:v>
                </c:pt>
                <c:pt idx="2402">
                  <c:v>202.5000845598307</c:v>
                </c:pt>
                <c:pt idx="2403">
                  <c:v>202.28494786812954</c:v>
                </c:pt>
                <c:pt idx="2404">
                  <c:v>203.22190720323277</c:v>
                </c:pt>
                <c:pt idx="2405">
                  <c:v>203.41836960193788</c:v>
                </c:pt>
                <c:pt idx="2406">
                  <c:v>205.01225001541783</c:v>
                </c:pt>
                <c:pt idx="2407">
                  <c:v>205.56778849697736</c:v>
                </c:pt>
                <c:pt idx="2408">
                  <c:v>204.53793671479147</c:v>
                </c:pt>
                <c:pt idx="2409">
                  <c:v>203.37964182432177</c:v>
                </c:pt>
                <c:pt idx="2410">
                  <c:v>206.45535888903731</c:v>
                </c:pt>
                <c:pt idx="2411">
                  <c:v>208.79825825703907</c:v>
                </c:pt>
                <c:pt idx="2412">
                  <c:v>204.58350374823263</c:v>
                </c:pt>
                <c:pt idx="2413">
                  <c:v>204.80228060414552</c:v>
                </c:pt>
                <c:pt idx="2414">
                  <c:v>205.32182967184693</c:v>
                </c:pt>
                <c:pt idx="2415">
                  <c:v>205.43447232674768</c:v>
                </c:pt>
                <c:pt idx="2416">
                  <c:v>205.66766370725819</c:v>
                </c:pt>
                <c:pt idx="2417">
                  <c:v>205.03784994870327</c:v>
                </c:pt>
                <c:pt idx="2418">
                  <c:v>206.00580269373421</c:v>
                </c:pt>
                <c:pt idx="2419">
                  <c:v>207.07726700521684</c:v>
                </c:pt>
                <c:pt idx="2420">
                  <c:v>209.76982428407152</c:v>
                </c:pt>
                <c:pt idx="2421">
                  <c:v>210.35259730652382</c:v>
                </c:pt>
                <c:pt idx="2422">
                  <c:v>210.89293303495936</c:v>
                </c:pt>
                <c:pt idx="2423">
                  <c:v>212.38153823085554</c:v>
                </c:pt>
                <c:pt idx="2424">
                  <c:v>213.31919334476729</c:v>
                </c:pt>
                <c:pt idx="2425">
                  <c:v>213.22728629583924</c:v>
                </c:pt>
                <c:pt idx="2426">
                  <c:v>213.89900907055807</c:v>
                </c:pt>
                <c:pt idx="2427">
                  <c:v>215.47723567559871</c:v>
                </c:pt>
                <c:pt idx="2428">
                  <c:v>216.1204809857727</c:v>
                </c:pt>
                <c:pt idx="2429">
                  <c:v>215.89336106219193</c:v>
                </c:pt>
                <c:pt idx="2430">
                  <c:v>216.10698641685772</c:v>
                </c:pt>
                <c:pt idx="2431">
                  <c:v>217.93689618674085</c:v>
                </c:pt>
                <c:pt idx="2432">
                  <c:v>219.92916134311827</c:v>
                </c:pt>
                <c:pt idx="2433">
                  <c:v>221.76321079616062</c:v>
                </c:pt>
                <c:pt idx="2434">
                  <c:v>220.35759504127066</c:v>
                </c:pt>
                <c:pt idx="2435">
                  <c:v>219.94682602641234</c:v>
                </c:pt>
                <c:pt idx="2436">
                  <c:v>222.09607463068897</c:v>
                </c:pt>
                <c:pt idx="2437">
                  <c:v>222.6599785739254</c:v>
                </c:pt>
                <c:pt idx="2438">
                  <c:v>220.62768996991295</c:v>
                </c:pt>
                <c:pt idx="2439">
                  <c:v>221.16650060436405</c:v>
                </c:pt>
                <c:pt idx="2440">
                  <c:v>222.75621024648476</c:v>
                </c:pt>
                <c:pt idx="2441">
                  <c:v>223.07333792163868</c:v>
                </c:pt>
                <c:pt idx="2442">
                  <c:v>220.41113062960329</c:v>
                </c:pt>
                <c:pt idx="2443">
                  <c:v>220.23004043834104</c:v>
                </c:pt>
                <c:pt idx="2444">
                  <c:v>218.00352053265942</c:v>
                </c:pt>
                <c:pt idx="2445">
                  <c:v>219.28149229569314</c:v>
                </c:pt>
                <c:pt idx="2446">
                  <c:v>220.9566564467014</c:v>
                </c:pt>
                <c:pt idx="2447">
                  <c:v>220.63094404354104</c:v>
                </c:pt>
                <c:pt idx="2448">
                  <c:v>220.72523615567886</c:v>
                </c:pt>
                <c:pt idx="2449">
                  <c:v>219.97983527902738</c:v>
                </c:pt>
                <c:pt idx="2450">
                  <c:v>220.16303492510212</c:v>
                </c:pt>
                <c:pt idx="2451">
                  <c:v>220.57565860247189</c:v>
                </c:pt>
                <c:pt idx="2452">
                  <c:v>220.14330555404132</c:v>
                </c:pt>
                <c:pt idx="2453">
                  <c:v>218.21859837280857</c:v>
                </c:pt>
                <c:pt idx="2454">
                  <c:v>216.38374028826829</c:v>
                </c:pt>
                <c:pt idx="2455">
                  <c:v>216.69658990491993</c:v>
                </c:pt>
                <c:pt idx="2456">
                  <c:v>213.77512662217092</c:v>
                </c:pt>
                <c:pt idx="2457">
                  <c:v>214.76597080074427</c:v>
                </c:pt>
                <c:pt idx="2458">
                  <c:v>216.48373157213575</c:v>
                </c:pt>
                <c:pt idx="2459">
                  <c:v>215.56178200351002</c:v>
                </c:pt>
                <c:pt idx="2460">
                  <c:v>216.66059834369946</c:v>
                </c:pt>
                <c:pt idx="2461">
                  <c:v>217.60845157397964</c:v>
                </c:pt>
                <c:pt idx="2462">
                  <c:v>219.51642148425171</c:v>
                </c:pt>
                <c:pt idx="2463">
                  <c:v>219.48751785421581</c:v>
                </c:pt>
                <c:pt idx="2464">
                  <c:v>218.24320386723994</c:v>
                </c:pt>
                <c:pt idx="2465">
                  <c:v>218.97021824988761</c:v>
                </c:pt>
                <c:pt idx="2466">
                  <c:v>216.84269059657228</c:v>
                </c:pt>
                <c:pt idx="2467">
                  <c:v>219.83477370155128</c:v>
                </c:pt>
                <c:pt idx="2468">
                  <c:v>219.23902312556706</c:v>
                </c:pt>
                <c:pt idx="2469">
                  <c:v>218.63851852812036</c:v>
                </c:pt>
                <c:pt idx="2470">
                  <c:v>216.75630465127495</c:v>
                </c:pt>
                <c:pt idx="2471">
                  <c:v>217.15821163626421</c:v>
                </c:pt>
                <c:pt idx="2472">
                  <c:v>214.96079639081134</c:v>
                </c:pt>
                <c:pt idx="2473">
                  <c:v>215.2491635094716</c:v>
                </c:pt>
                <c:pt idx="2474">
                  <c:v>216.2466132202469</c:v>
                </c:pt>
                <c:pt idx="2475">
                  <c:v>215.6151253314984</c:v>
                </c:pt>
                <c:pt idx="2476">
                  <c:v>216.34725647371769</c:v>
                </c:pt>
                <c:pt idx="2477">
                  <c:v>218.1510491489733</c:v>
                </c:pt>
                <c:pt idx="2478">
                  <c:v>214.06374936548664</c:v>
                </c:pt>
                <c:pt idx="2479">
                  <c:v>214.08421786145786</c:v>
                </c:pt>
                <c:pt idx="2480">
                  <c:v>216.44430911872405</c:v>
                </c:pt>
                <c:pt idx="2481">
                  <c:v>215.51017508003594</c:v>
                </c:pt>
                <c:pt idx="2482">
                  <c:v>216.1742387809303</c:v>
                </c:pt>
                <c:pt idx="2483">
                  <c:v>216.78056897051712</c:v>
                </c:pt>
                <c:pt idx="2484">
                  <c:v>216.11473427546565</c:v>
                </c:pt>
                <c:pt idx="2485">
                  <c:v>214.30814297686678</c:v>
                </c:pt>
                <c:pt idx="2486">
                  <c:v>215.17425180408179</c:v>
                </c:pt>
                <c:pt idx="2487">
                  <c:v>216.61202615954613</c:v>
                </c:pt>
                <c:pt idx="2488">
                  <c:v>217.74366759129825</c:v>
                </c:pt>
                <c:pt idx="2489">
                  <c:v>219.82262912489765</c:v>
                </c:pt>
                <c:pt idx="2490">
                  <c:v>221.86115044365908</c:v>
                </c:pt>
                <c:pt idx="2491">
                  <c:v>222.45872554554657</c:v>
                </c:pt>
                <c:pt idx="2492">
                  <c:v>224.4142249234726</c:v>
                </c:pt>
                <c:pt idx="2493">
                  <c:v>224.81447277959393</c:v>
                </c:pt>
                <c:pt idx="2494">
                  <c:v>225.16443229391714</c:v>
                </c:pt>
                <c:pt idx="2495">
                  <c:v>224.73338000431698</c:v>
                </c:pt>
                <c:pt idx="2496">
                  <c:v>223.51353215633057</c:v>
                </c:pt>
                <c:pt idx="2497">
                  <c:v>222.25413538652703</c:v>
                </c:pt>
                <c:pt idx="2498">
                  <c:v>223.48676364402627</c:v>
                </c:pt>
                <c:pt idx="2499">
                  <c:v>222.42965841965793</c:v>
                </c:pt>
                <c:pt idx="2500">
                  <c:v>219.84259110224357</c:v>
                </c:pt>
                <c:pt idx="2501">
                  <c:v>220.76302140032095</c:v>
                </c:pt>
                <c:pt idx="2502">
                  <c:v>220.0314739726166</c:v>
                </c:pt>
                <c:pt idx="2503">
                  <c:v>220.68425516880248</c:v>
                </c:pt>
                <c:pt idx="2504">
                  <c:v>219.8725689811566</c:v>
                </c:pt>
                <c:pt idx="2505">
                  <c:v>219.18228089213156</c:v>
                </c:pt>
                <c:pt idx="2506">
                  <c:v>219.47308236968007</c:v>
                </c:pt>
                <c:pt idx="2507">
                  <c:v>216.42618524498633</c:v>
                </c:pt>
                <c:pt idx="2508">
                  <c:v>214.95504414609641</c:v>
                </c:pt>
                <c:pt idx="2509">
                  <c:v>215.11899747483483</c:v>
                </c:pt>
                <c:pt idx="2510">
                  <c:v>213.70564990226478</c:v>
                </c:pt>
                <c:pt idx="2511">
                  <c:v>215.93666147495409</c:v>
                </c:pt>
                <c:pt idx="2512">
                  <c:v>215.4643194561518</c:v>
                </c:pt>
                <c:pt idx="2513">
                  <c:v>214.61108307710583</c:v>
                </c:pt>
                <c:pt idx="2514">
                  <c:v>212.53173596647932</c:v>
                </c:pt>
                <c:pt idx="2515">
                  <c:v>212.85054801539829</c:v>
                </c:pt>
                <c:pt idx="2516">
                  <c:v>211.94458739911738</c:v>
                </c:pt>
                <c:pt idx="2517">
                  <c:v>212.6767883324701</c:v>
                </c:pt>
                <c:pt idx="2518">
                  <c:v>209.83300868223293</c:v>
                </c:pt>
                <c:pt idx="2519">
                  <c:v>209.27585489925511</c:v>
                </c:pt>
                <c:pt idx="2520">
                  <c:v>210.62892853744304</c:v>
                </c:pt>
                <c:pt idx="2521">
                  <c:v>207.71193627600297</c:v>
                </c:pt>
                <c:pt idx="2522">
                  <c:v>207.578800677754</c:v>
                </c:pt>
                <c:pt idx="2523">
                  <c:v>208.40328321500817</c:v>
                </c:pt>
                <c:pt idx="2524">
                  <c:v>207.98904585817525</c:v>
                </c:pt>
                <c:pt idx="2525">
                  <c:v>209.51717837957997</c:v>
                </c:pt>
                <c:pt idx="2526">
                  <c:v>210.85737660442305</c:v>
                </c:pt>
                <c:pt idx="2527">
                  <c:v>211.28919479579983</c:v>
                </c:pt>
                <c:pt idx="2528">
                  <c:v>210.37263014806831</c:v>
                </c:pt>
                <c:pt idx="2529">
                  <c:v>211.26131655475629</c:v>
                </c:pt>
                <c:pt idx="2530">
                  <c:v>212.49906332316382</c:v>
                </c:pt>
                <c:pt idx="2531">
                  <c:v>218.42471260198104</c:v>
                </c:pt>
                <c:pt idx="2532">
                  <c:v>215.03244931042491</c:v>
                </c:pt>
                <c:pt idx="2533">
                  <c:v>215.75315825018279</c:v>
                </c:pt>
                <c:pt idx="2534">
                  <c:v>217.86676244479492</c:v>
                </c:pt>
                <c:pt idx="2535">
                  <c:v>216.44601087418405</c:v>
                </c:pt>
                <c:pt idx="2536">
                  <c:v>217.28691758468898</c:v>
                </c:pt>
                <c:pt idx="2537">
                  <c:v>215.85996097686521</c:v>
                </c:pt>
                <c:pt idx="2538">
                  <c:v>217.94712232586414</c:v>
                </c:pt>
                <c:pt idx="2539">
                  <c:v>219.946543981519</c:v>
                </c:pt>
                <c:pt idx="2540">
                  <c:v>219.57800465613735</c:v>
                </c:pt>
                <c:pt idx="2541">
                  <c:v>221.90276249295201</c:v>
                </c:pt>
                <c:pt idx="2542">
                  <c:v>225.13857472952228</c:v>
                </c:pt>
                <c:pt idx="2543">
                  <c:v>226.23059142275278</c:v>
                </c:pt>
                <c:pt idx="2544">
                  <c:v>228.57550558593718</c:v>
                </c:pt>
                <c:pt idx="2545">
                  <c:v>225.82443013029993</c:v>
                </c:pt>
                <c:pt idx="2546">
                  <c:v>226.57077974314305</c:v>
                </c:pt>
                <c:pt idx="2547">
                  <c:v>228.61975371749318</c:v>
                </c:pt>
                <c:pt idx="2548">
                  <c:v>226.13711619397137</c:v>
                </c:pt>
                <c:pt idx="2549">
                  <c:v>228.89648339077254</c:v>
                </c:pt>
                <c:pt idx="2550">
                  <c:v>228.49114247432945</c:v>
                </c:pt>
                <c:pt idx="2551">
                  <c:v>232.63701977275079</c:v>
                </c:pt>
                <c:pt idx="2552">
                  <c:v>228.46690150360573</c:v>
                </c:pt>
                <c:pt idx="2553">
                  <c:v>229.27744192260081</c:v>
                </c:pt>
                <c:pt idx="2554">
                  <c:v>232.47520037998407</c:v>
                </c:pt>
                <c:pt idx="2555">
                  <c:v>235.03310938420071</c:v>
                </c:pt>
                <c:pt idx="2556">
                  <c:v>230.46146482947941</c:v>
                </c:pt>
                <c:pt idx="2557">
                  <c:v>231.67624232795706</c:v>
                </c:pt>
                <c:pt idx="2558">
                  <c:v>232.06332205495718</c:v>
                </c:pt>
                <c:pt idx="2559">
                  <c:v>231.52647975224806</c:v>
                </c:pt>
                <c:pt idx="2560">
                  <c:v>230.25157353928742</c:v>
                </c:pt>
                <c:pt idx="2561">
                  <c:v>228.13781201733252</c:v>
                </c:pt>
                <c:pt idx="2562">
                  <c:v>223.0622644412006</c:v>
                </c:pt>
                <c:pt idx="2563">
                  <c:v>222.35007729562273</c:v>
                </c:pt>
                <c:pt idx="2564">
                  <c:v>222.8470688116785</c:v>
                </c:pt>
                <c:pt idx="2565">
                  <c:v>226.31028783413521</c:v>
                </c:pt>
                <c:pt idx="2566">
                  <c:v>223.60521452579621</c:v>
                </c:pt>
                <c:pt idx="2567">
                  <c:v>223.7910676732366</c:v>
                </c:pt>
                <c:pt idx="2568">
                  <c:v>223.27453939201848</c:v>
                </c:pt>
                <c:pt idx="2569">
                  <c:v>222.69834804485853</c:v>
                </c:pt>
                <c:pt idx="2570">
                  <c:v>224.17452529167127</c:v>
                </c:pt>
                <c:pt idx="2571">
                  <c:v>221.44048604356857</c:v>
                </c:pt>
                <c:pt idx="2572">
                  <c:v>224.81409607794299</c:v>
                </c:pt>
                <c:pt idx="2573">
                  <c:v>227.06598561468078</c:v>
                </c:pt>
                <c:pt idx="2574">
                  <c:v>226.20775302302133</c:v>
                </c:pt>
                <c:pt idx="2575">
                  <c:v>230.39515321265688</c:v>
                </c:pt>
                <c:pt idx="2576">
                  <c:v>230.72436415696194</c:v>
                </c:pt>
                <c:pt idx="2577">
                  <c:v>229.35414900322388</c:v>
                </c:pt>
                <c:pt idx="2578">
                  <c:v>231.57474640839627</c:v>
                </c:pt>
                <c:pt idx="2579">
                  <c:v>221.70569538391507</c:v>
                </c:pt>
                <c:pt idx="2580">
                  <c:v>219.51547682384455</c:v>
                </c:pt>
                <c:pt idx="2581">
                  <c:v>216.4431551696558</c:v>
                </c:pt>
                <c:pt idx="2582">
                  <c:v>225.87746291487997</c:v>
                </c:pt>
                <c:pt idx="2583">
                  <c:v>226.85746176520431</c:v>
                </c:pt>
                <c:pt idx="2584">
                  <c:v>230.21197853006308</c:v>
                </c:pt>
                <c:pt idx="2585">
                  <c:v>233.84270191248814</c:v>
                </c:pt>
                <c:pt idx="2586">
                  <c:v>232.38486087315295</c:v>
                </c:pt>
                <c:pt idx="2587">
                  <c:v>229.49286493395937</c:v>
                </c:pt>
                <c:pt idx="2588">
                  <c:v>233.79703529782938</c:v>
                </c:pt>
                <c:pt idx="2589">
                  <c:v>231.78125767122839</c:v>
                </c:pt>
                <c:pt idx="2590">
                  <c:v>235.76511863840045</c:v>
                </c:pt>
                <c:pt idx="2591">
                  <c:v>234.60940697509707</c:v>
                </c:pt>
                <c:pt idx="2592">
                  <c:v>232.07955670168323</c:v>
                </c:pt>
                <c:pt idx="2593">
                  <c:v>231.43560360588489</c:v>
                </c:pt>
                <c:pt idx="2594">
                  <c:v>230.93757878281053</c:v>
                </c:pt>
                <c:pt idx="2595">
                  <c:v>232.81521161251899</c:v>
                </c:pt>
                <c:pt idx="2596">
                  <c:v>235.37977035932045</c:v>
                </c:pt>
                <c:pt idx="2597">
                  <c:v>233.6680362202622</c:v>
                </c:pt>
                <c:pt idx="2598">
                  <c:v>235.01233728625905</c:v>
                </c:pt>
                <c:pt idx="2599">
                  <c:v>235.48542664558028</c:v>
                </c:pt>
                <c:pt idx="2600">
                  <c:v>234.9890383991538</c:v>
                </c:pt>
                <c:pt idx="2601">
                  <c:v>235.88124882810052</c:v>
                </c:pt>
                <c:pt idx="2602">
                  <c:v>233.71396719003533</c:v>
                </c:pt>
                <c:pt idx="2603">
                  <c:v>231.8426366656908</c:v>
                </c:pt>
                <c:pt idx="2604">
                  <c:v>230.4407396334222</c:v>
                </c:pt>
                <c:pt idx="2605">
                  <c:v>227.57544420311388</c:v>
                </c:pt>
                <c:pt idx="2606">
                  <c:v>227.68008539705039</c:v>
                </c:pt>
                <c:pt idx="2607">
                  <c:v>232.41570956343554</c:v>
                </c:pt>
                <c:pt idx="2608">
                  <c:v>234.78480303450331</c:v>
                </c:pt>
                <c:pt idx="2609">
                  <c:v>235.69497277888505</c:v>
                </c:pt>
                <c:pt idx="2610">
                  <c:v>235.93098509366195</c:v>
                </c:pt>
                <c:pt idx="2611">
                  <c:v>234.56984076244549</c:v>
                </c:pt>
                <c:pt idx="2612">
                  <c:v>233.75477642450005</c:v>
                </c:pt>
                <c:pt idx="2613">
                  <c:v>235.35937971876513</c:v>
                </c:pt>
                <c:pt idx="2614">
                  <c:v>237.2363396138866</c:v>
                </c:pt>
                <c:pt idx="2615">
                  <c:v>236.124444312338</c:v>
                </c:pt>
                <c:pt idx="2616">
                  <c:v>236.88811421590378</c:v>
                </c:pt>
                <c:pt idx="2617">
                  <c:v>239.3180710513669</c:v>
                </c:pt>
                <c:pt idx="2618">
                  <c:v>239.57294889274019</c:v>
                </c:pt>
                <c:pt idx="2619">
                  <c:v>238.700945080433</c:v>
                </c:pt>
                <c:pt idx="2620">
                  <c:v>237.28047175219965</c:v>
                </c:pt>
                <c:pt idx="2621">
                  <c:v>235.41094286346831</c:v>
                </c:pt>
                <c:pt idx="2622">
                  <c:v>235.44067116689877</c:v>
                </c:pt>
                <c:pt idx="2623">
                  <c:v>235.41019877434661</c:v>
                </c:pt>
                <c:pt idx="2624">
                  <c:v>235.94571624583708</c:v>
                </c:pt>
                <c:pt idx="2625">
                  <c:v>235.25949972152733</c:v>
                </c:pt>
                <c:pt idx="2626">
                  <c:v>236.27217490992362</c:v>
                </c:pt>
                <c:pt idx="2627">
                  <c:v>233.63313335021226</c:v>
                </c:pt>
                <c:pt idx="2628">
                  <c:v>233.23257039547028</c:v>
                </c:pt>
                <c:pt idx="2629">
                  <c:v>231.31694258700074</c:v>
                </c:pt>
                <c:pt idx="2630">
                  <c:v>231.610676713944</c:v>
                </c:pt>
                <c:pt idx="2631">
                  <c:v>233.16309127585819</c:v>
                </c:pt>
                <c:pt idx="2632">
                  <c:v>235.7581450276858</c:v>
                </c:pt>
                <c:pt idx="2633">
                  <c:v>235.90916172560773</c:v>
                </c:pt>
                <c:pt idx="2634">
                  <c:v>232.84586105711455</c:v>
                </c:pt>
                <c:pt idx="2635">
                  <c:v>232.25932551901553</c:v>
                </c:pt>
                <c:pt idx="2636">
                  <c:v>233.96788473484776</c:v>
                </c:pt>
                <c:pt idx="2637">
                  <c:v>234.88202945749842</c:v>
                </c:pt>
                <c:pt idx="2638">
                  <c:v>236.74972862554145</c:v>
                </c:pt>
                <c:pt idx="2639">
                  <c:v>236.5634143205628</c:v>
                </c:pt>
                <c:pt idx="2640">
                  <c:v>237.31612372363841</c:v>
                </c:pt>
                <c:pt idx="2641">
                  <c:v>237.90802280703784</c:v>
                </c:pt>
                <c:pt idx="2642">
                  <c:v>234.51255631349258</c:v>
                </c:pt>
                <c:pt idx="2643">
                  <c:v>231.93502733504593</c:v>
                </c:pt>
                <c:pt idx="2644">
                  <c:v>231.81304789834374</c:v>
                </c:pt>
                <c:pt idx="2645">
                  <c:v>230.6995113602855</c:v>
                </c:pt>
                <c:pt idx="2646">
                  <c:v>231.2928469384135</c:v>
                </c:pt>
                <c:pt idx="2647">
                  <c:v>230.06151466520453</c:v>
                </c:pt>
                <c:pt idx="2648">
                  <c:v>230.67318319133662</c:v>
                </c:pt>
                <c:pt idx="2649">
                  <c:v>233.16911850768895</c:v>
                </c:pt>
                <c:pt idx="2650">
                  <c:v>232.33455540748326</c:v>
                </c:pt>
                <c:pt idx="2651">
                  <c:v>233.04950108581522</c:v>
                </c:pt>
                <c:pt idx="2652">
                  <c:v>233.72434022541165</c:v>
                </c:pt>
                <c:pt idx="2653">
                  <c:v>233.04375660551437</c:v>
                </c:pt>
                <c:pt idx="2654">
                  <c:v>233.29407860072868</c:v>
                </c:pt>
                <c:pt idx="2655">
                  <c:v>233.93882342903399</c:v>
                </c:pt>
                <c:pt idx="2656">
                  <c:v>231.56087711252022</c:v>
                </c:pt>
                <c:pt idx="2657">
                  <c:v>233.93513849353525</c:v>
                </c:pt>
                <c:pt idx="2658">
                  <c:v>230.96558876351801</c:v>
                </c:pt>
                <c:pt idx="2659">
                  <c:v>229.20962664701261</c:v>
                </c:pt>
                <c:pt idx="2660">
                  <c:v>229.79403260350671</c:v>
                </c:pt>
                <c:pt idx="2661">
                  <c:v>230.69580033107007</c:v>
                </c:pt>
                <c:pt idx="2662">
                  <c:v>229.85411122426419</c:v>
                </c:pt>
                <c:pt idx="2663">
                  <c:v>233.62375769923537</c:v>
                </c:pt>
                <c:pt idx="2664">
                  <c:v>235.25585344896251</c:v>
                </c:pt>
                <c:pt idx="2665">
                  <c:v>236.80219045448231</c:v>
                </c:pt>
                <c:pt idx="2666">
                  <c:v>237.58076787318132</c:v>
                </c:pt>
                <c:pt idx="2667">
                  <c:v>237.66959100242278</c:v>
                </c:pt>
                <c:pt idx="2668">
                  <c:v>236.55198244635082</c:v>
                </c:pt>
                <c:pt idx="2669">
                  <c:v>234.99401726687918</c:v>
                </c:pt>
                <c:pt idx="2670">
                  <c:v>235.65925914944339</c:v>
                </c:pt>
                <c:pt idx="2671">
                  <c:v>235.56822749507495</c:v>
                </c:pt>
                <c:pt idx="2672">
                  <c:v>238.15294787203806</c:v>
                </c:pt>
                <c:pt idx="2673">
                  <c:v>240.41469626279022</c:v>
                </c:pt>
                <c:pt idx="2674">
                  <c:v>237.58059829006393</c:v>
                </c:pt>
                <c:pt idx="2675">
                  <c:v>236.22885977455081</c:v>
                </c:pt>
                <c:pt idx="2676">
                  <c:v>232.79311620887077</c:v>
                </c:pt>
                <c:pt idx="2677">
                  <c:v>232.2596087645226</c:v>
                </c:pt>
                <c:pt idx="2678">
                  <c:v>232.18644433858466</c:v>
                </c:pt>
                <c:pt idx="2679">
                  <c:v>231.47998373606617</c:v>
                </c:pt>
                <c:pt idx="2680">
                  <c:v>233.35619019364705</c:v>
                </c:pt>
                <c:pt idx="2681">
                  <c:v>234.43366651076516</c:v>
                </c:pt>
                <c:pt idx="2682">
                  <c:v>234.55255399741347</c:v>
                </c:pt>
                <c:pt idx="2683">
                  <c:v>234.55395997520935</c:v>
                </c:pt>
                <c:pt idx="2684">
                  <c:v>234.68644526249122</c:v>
                </c:pt>
                <c:pt idx="2685">
                  <c:v>234.69607405693199</c:v>
                </c:pt>
                <c:pt idx="2686">
                  <c:v>235.94843661522634</c:v>
                </c:pt>
                <c:pt idx="2687">
                  <c:v>234.05171864800943</c:v>
                </c:pt>
                <c:pt idx="2688">
                  <c:v>236.06339772336898</c:v>
                </c:pt>
                <c:pt idx="2689">
                  <c:v>236.00308383410749</c:v>
                </c:pt>
                <c:pt idx="2690">
                  <c:v>233.67118293653493</c:v>
                </c:pt>
                <c:pt idx="2691">
                  <c:v>234.64857037430698</c:v>
                </c:pt>
                <c:pt idx="2692">
                  <c:v>236.95246397346901</c:v>
                </c:pt>
                <c:pt idx="2693">
                  <c:v>234.30374757700696</c:v>
                </c:pt>
                <c:pt idx="2694">
                  <c:v>234.01817891956625</c:v>
                </c:pt>
                <c:pt idx="2695">
                  <c:v>232.63432181729965</c:v>
                </c:pt>
                <c:pt idx="2696">
                  <c:v>233.68762125503869</c:v>
                </c:pt>
                <c:pt idx="2697">
                  <c:v>234.18918509863229</c:v>
                </c:pt>
                <c:pt idx="2698">
                  <c:v>232.79568434312137</c:v>
                </c:pt>
                <c:pt idx="2699">
                  <c:v>233.43809623210802</c:v>
                </c:pt>
                <c:pt idx="2700">
                  <c:v>233.7354293280541</c:v>
                </c:pt>
                <c:pt idx="2701">
                  <c:v>234.00992065279038</c:v>
                </c:pt>
                <c:pt idx="2702">
                  <c:v>234.05481410215867</c:v>
                </c:pt>
                <c:pt idx="2703">
                  <c:v>232.04590800199833</c:v>
                </c:pt>
                <c:pt idx="2704">
                  <c:v>232.41681047601253</c:v>
                </c:pt>
                <c:pt idx="2705">
                  <c:v>231.21132066992405</c:v>
                </c:pt>
                <c:pt idx="2706">
                  <c:v>233.81892569205073</c:v>
                </c:pt>
                <c:pt idx="2707">
                  <c:v>231.88822197532551</c:v>
                </c:pt>
                <c:pt idx="2708">
                  <c:v>232.17701997001333</c:v>
                </c:pt>
                <c:pt idx="2709">
                  <c:v>233.87578426413145</c:v>
                </c:pt>
                <c:pt idx="2710">
                  <c:v>231.91943999385546</c:v>
                </c:pt>
                <c:pt idx="2711">
                  <c:v>236.68185403803096</c:v>
                </c:pt>
                <c:pt idx="2712">
                  <c:v>236.37955642086888</c:v>
                </c:pt>
                <c:pt idx="2713">
                  <c:v>235.78731309014273</c:v>
                </c:pt>
                <c:pt idx="2714">
                  <c:v>238.48285110645313</c:v>
                </c:pt>
                <c:pt idx="2715">
                  <c:v>238.02182832625687</c:v>
                </c:pt>
                <c:pt idx="2716">
                  <c:v>237.55955058039939</c:v>
                </c:pt>
                <c:pt idx="2717">
                  <c:v>239.1328231937249</c:v>
                </c:pt>
                <c:pt idx="2718">
                  <c:v>237.86304754338093</c:v>
                </c:pt>
                <c:pt idx="2719">
                  <c:v>237.18914201637764</c:v>
                </c:pt>
                <c:pt idx="2720">
                  <c:v>236.12847235704049</c:v>
                </c:pt>
                <c:pt idx="2721">
                  <c:v>233.79242288832683</c:v>
                </c:pt>
                <c:pt idx="2722">
                  <c:v>228.73003199579929</c:v>
                </c:pt>
                <c:pt idx="2723">
                  <c:v>227.43885894111162</c:v>
                </c:pt>
                <c:pt idx="2724">
                  <c:v>226.34673442898404</c:v>
                </c:pt>
                <c:pt idx="2725">
                  <c:v>224.89465312261592</c:v>
                </c:pt>
                <c:pt idx="2726">
                  <c:v>226.0156196615151</c:v>
                </c:pt>
                <c:pt idx="2727">
                  <c:v>225.48721383749012</c:v>
                </c:pt>
                <c:pt idx="2728">
                  <c:v>225.74927214780914</c:v>
                </c:pt>
                <c:pt idx="2729">
                  <c:v>229.40162121184159</c:v>
                </c:pt>
                <c:pt idx="2730">
                  <c:v>228.45812761310259</c:v>
                </c:pt>
                <c:pt idx="2731">
                  <c:v>231.85436599230891</c:v>
                </c:pt>
                <c:pt idx="2732">
                  <c:v>230.90012432926321</c:v>
                </c:pt>
                <c:pt idx="2733">
                  <c:v>230.33089943618353</c:v>
                </c:pt>
                <c:pt idx="2734">
                  <c:v>230.44037710257629</c:v>
                </c:pt>
                <c:pt idx="2735">
                  <c:v>229.45036823400295</c:v>
                </c:pt>
                <c:pt idx="2736">
                  <c:v>230.17635839463048</c:v>
                </c:pt>
                <c:pt idx="2737">
                  <c:v>229.31178408740192</c:v>
                </c:pt>
                <c:pt idx="2738">
                  <c:v>232.55471397010518</c:v>
                </c:pt>
                <c:pt idx="2739">
                  <c:v>234.05591388914942</c:v>
                </c:pt>
                <c:pt idx="2740">
                  <c:v>231.18933375117737</c:v>
                </c:pt>
                <c:pt idx="2741">
                  <c:v>234.69475942638371</c:v>
                </c:pt>
                <c:pt idx="2742">
                  <c:v>236.59658164575953</c:v>
                </c:pt>
                <c:pt idx="2743">
                  <c:v>237.9578443848558</c:v>
                </c:pt>
                <c:pt idx="2744">
                  <c:v>237.19070491917145</c:v>
                </c:pt>
                <c:pt idx="2745">
                  <c:v>235.68791571254025</c:v>
                </c:pt>
                <c:pt idx="2746">
                  <c:v>236.17349693087516</c:v>
                </c:pt>
                <c:pt idx="2747">
                  <c:v>234.94280369300938</c:v>
                </c:pt>
                <c:pt idx="2748">
                  <c:v>233.71084812634737</c:v>
                </c:pt>
                <c:pt idx="2749">
                  <c:v>231.95128929380155</c:v>
                </c:pt>
                <c:pt idx="2750">
                  <c:v>232.64630777224312</c:v>
                </c:pt>
                <c:pt idx="2751">
                  <c:v>232.47181974428204</c:v>
                </c:pt>
                <c:pt idx="2752">
                  <c:v>232.87255244865992</c:v>
                </c:pt>
                <c:pt idx="2753">
                  <c:v>235.63489178702727</c:v>
                </c:pt>
                <c:pt idx="2754">
                  <c:v>237.32982153043051</c:v>
                </c:pt>
                <c:pt idx="2755">
                  <c:v>236.2351636704073</c:v>
                </c:pt>
                <c:pt idx="2756">
                  <c:v>236.82347579075659</c:v>
                </c:pt>
                <c:pt idx="2757">
                  <c:v>235.80564629449717</c:v>
                </c:pt>
                <c:pt idx="2758">
                  <c:v>234.99867753473751</c:v>
                </c:pt>
                <c:pt idx="2759">
                  <c:v>234.53147052845216</c:v>
                </c:pt>
                <c:pt idx="2760">
                  <c:v>233.65463951561065</c:v>
                </c:pt>
                <c:pt idx="2761">
                  <c:v>234.90412111245359</c:v>
                </c:pt>
                <c:pt idx="2762">
                  <c:v>234.11541236334259</c:v>
                </c:pt>
                <c:pt idx="2763">
                  <c:v>234.99610185360669</c:v>
                </c:pt>
                <c:pt idx="2764">
                  <c:v>234.40329307091548</c:v>
                </c:pt>
                <c:pt idx="2765">
                  <c:v>232.90557855257583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8A3-4532-A8F3-10ED1F453770}"/>
            </c:ext>
          </c:extLst>
        </c:ser>
        <c:ser>
          <c:idx val="2"/>
          <c:order val="2"/>
          <c:tx>
            <c:strRef>
              <c:f>Inmobiliario!$AT$8</c:f>
              <c:strCache>
                <c:ptCount val="1"/>
                <c:pt idx="0">
                  <c:v>Inmobiliario</c:v>
                </c:pt>
              </c:strCache>
            </c:strRef>
          </c:tx>
          <c:spPr>
            <a:ln w="28575" cap="rnd">
              <a:solidFill>
                <a:srgbClr val="00B050">
                  <a:alpha val="80000"/>
                </a:srgbClr>
              </a:solidFill>
              <a:round/>
            </a:ln>
            <a:effectLst/>
          </c:spPr>
          <c:marker>
            <c:symbol val="none"/>
          </c:marker>
          <c:cat>
            <c:numRef>
              <c:f>'Consumo Básico'!$A$9:$A$2774</c:f>
              <c:numCache>
                <c:formatCode>m/d/yyyy</c:formatCode>
                <c:ptCount val="2766"/>
                <c:pt idx="0">
                  <c:v>42006</c:v>
                </c:pt>
                <c:pt idx="1">
                  <c:v>42009</c:v>
                </c:pt>
                <c:pt idx="2">
                  <c:v>42010</c:v>
                </c:pt>
                <c:pt idx="3">
                  <c:v>42011</c:v>
                </c:pt>
                <c:pt idx="4">
                  <c:v>42012</c:v>
                </c:pt>
                <c:pt idx="5">
                  <c:v>42013</c:v>
                </c:pt>
                <c:pt idx="6">
                  <c:v>42016</c:v>
                </c:pt>
                <c:pt idx="7">
                  <c:v>42017</c:v>
                </c:pt>
                <c:pt idx="8">
                  <c:v>42018</c:v>
                </c:pt>
                <c:pt idx="9">
                  <c:v>42019</c:v>
                </c:pt>
                <c:pt idx="10">
                  <c:v>42020</c:v>
                </c:pt>
                <c:pt idx="11">
                  <c:v>42024</c:v>
                </c:pt>
                <c:pt idx="12">
                  <c:v>42025</c:v>
                </c:pt>
                <c:pt idx="13">
                  <c:v>42026</c:v>
                </c:pt>
                <c:pt idx="14">
                  <c:v>42027</c:v>
                </c:pt>
                <c:pt idx="15">
                  <c:v>42030</c:v>
                </c:pt>
                <c:pt idx="16">
                  <c:v>42031</c:v>
                </c:pt>
                <c:pt idx="17">
                  <c:v>42032</c:v>
                </c:pt>
                <c:pt idx="18">
                  <c:v>42033</c:v>
                </c:pt>
                <c:pt idx="19">
                  <c:v>42034</c:v>
                </c:pt>
                <c:pt idx="20">
                  <c:v>42037</c:v>
                </c:pt>
                <c:pt idx="21">
                  <c:v>42038</c:v>
                </c:pt>
                <c:pt idx="22">
                  <c:v>42039</c:v>
                </c:pt>
                <c:pt idx="23">
                  <c:v>42040</c:v>
                </c:pt>
                <c:pt idx="24">
                  <c:v>42041</c:v>
                </c:pt>
                <c:pt idx="25">
                  <c:v>42044</c:v>
                </c:pt>
                <c:pt idx="26">
                  <c:v>42045</c:v>
                </c:pt>
                <c:pt idx="27">
                  <c:v>42046</c:v>
                </c:pt>
                <c:pt idx="28">
                  <c:v>42047</c:v>
                </c:pt>
                <c:pt idx="29">
                  <c:v>42048</c:v>
                </c:pt>
                <c:pt idx="30">
                  <c:v>42052</c:v>
                </c:pt>
                <c:pt idx="31">
                  <c:v>42053</c:v>
                </c:pt>
                <c:pt idx="32">
                  <c:v>42054</c:v>
                </c:pt>
                <c:pt idx="33">
                  <c:v>42055</c:v>
                </c:pt>
                <c:pt idx="34">
                  <c:v>42058</c:v>
                </c:pt>
                <c:pt idx="35">
                  <c:v>42059</c:v>
                </c:pt>
                <c:pt idx="36">
                  <c:v>42060</c:v>
                </c:pt>
                <c:pt idx="37">
                  <c:v>42061</c:v>
                </c:pt>
                <c:pt idx="38">
                  <c:v>42062</c:v>
                </c:pt>
                <c:pt idx="39">
                  <c:v>42065</c:v>
                </c:pt>
                <c:pt idx="40">
                  <c:v>42066</c:v>
                </c:pt>
                <c:pt idx="41">
                  <c:v>42067</c:v>
                </c:pt>
                <c:pt idx="42">
                  <c:v>42068</c:v>
                </c:pt>
                <c:pt idx="43">
                  <c:v>42069</c:v>
                </c:pt>
                <c:pt idx="44">
                  <c:v>42072</c:v>
                </c:pt>
                <c:pt idx="45">
                  <c:v>42073</c:v>
                </c:pt>
                <c:pt idx="46">
                  <c:v>42074</c:v>
                </c:pt>
                <c:pt idx="47">
                  <c:v>42075</c:v>
                </c:pt>
                <c:pt idx="48">
                  <c:v>42076</c:v>
                </c:pt>
                <c:pt idx="49">
                  <c:v>42079</c:v>
                </c:pt>
                <c:pt idx="50">
                  <c:v>42080</c:v>
                </c:pt>
                <c:pt idx="51">
                  <c:v>42081</c:v>
                </c:pt>
                <c:pt idx="52">
                  <c:v>42082</c:v>
                </c:pt>
                <c:pt idx="53">
                  <c:v>42083</c:v>
                </c:pt>
                <c:pt idx="54">
                  <c:v>42086</c:v>
                </c:pt>
                <c:pt idx="55">
                  <c:v>42087</c:v>
                </c:pt>
                <c:pt idx="56">
                  <c:v>42088</c:v>
                </c:pt>
                <c:pt idx="57">
                  <c:v>42089</c:v>
                </c:pt>
                <c:pt idx="58">
                  <c:v>42090</c:v>
                </c:pt>
                <c:pt idx="59">
                  <c:v>42093</c:v>
                </c:pt>
                <c:pt idx="60">
                  <c:v>42094</c:v>
                </c:pt>
                <c:pt idx="61">
                  <c:v>42095</c:v>
                </c:pt>
                <c:pt idx="62">
                  <c:v>42096</c:v>
                </c:pt>
                <c:pt idx="63">
                  <c:v>42100</c:v>
                </c:pt>
                <c:pt idx="64">
                  <c:v>42101</c:v>
                </c:pt>
                <c:pt idx="65">
                  <c:v>42102</c:v>
                </c:pt>
                <c:pt idx="66">
                  <c:v>42103</c:v>
                </c:pt>
                <c:pt idx="67">
                  <c:v>42104</c:v>
                </c:pt>
                <c:pt idx="68">
                  <c:v>42107</c:v>
                </c:pt>
                <c:pt idx="69">
                  <c:v>42108</c:v>
                </c:pt>
                <c:pt idx="70">
                  <c:v>42109</c:v>
                </c:pt>
                <c:pt idx="71">
                  <c:v>42110</c:v>
                </c:pt>
                <c:pt idx="72">
                  <c:v>42111</c:v>
                </c:pt>
                <c:pt idx="73">
                  <c:v>42114</c:v>
                </c:pt>
                <c:pt idx="74">
                  <c:v>42115</c:v>
                </c:pt>
                <c:pt idx="75">
                  <c:v>42116</c:v>
                </c:pt>
                <c:pt idx="76">
                  <c:v>42117</c:v>
                </c:pt>
                <c:pt idx="77">
                  <c:v>42118</c:v>
                </c:pt>
                <c:pt idx="78">
                  <c:v>42121</c:v>
                </c:pt>
                <c:pt idx="79">
                  <c:v>42122</c:v>
                </c:pt>
                <c:pt idx="80">
                  <c:v>42123</c:v>
                </c:pt>
                <c:pt idx="81">
                  <c:v>42124</c:v>
                </c:pt>
                <c:pt idx="82">
                  <c:v>42125</c:v>
                </c:pt>
                <c:pt idx="83">
                  <c:v>42128</c:v>
                </c:pt>
                <c:pt idx="84">
                  <c:v>42129</c:v>
                </c:pt>
                <c:pt idx="85">
                  <c:v>42130</c:v>
                </c:pt>
                <c:pt idx="86">
                  <c:v>42131</c:v>
                </c:pt>
                <c:pt idx="87">
                  <c:v>42132</c:v>
                </c:pt>
                <c:pt idx="88">
                  <c:v>42135</c:v>
                </c:pt>
                <c:pt idx="89">
                  <c:v>42136</c:v>
                </c:pt>
                <c:pt idx="90">
                  <c:v>42137</c:v>
                </c:pt>
                <c:pt idx="91">
                  <c:v>42138</c:v>
                </c:pt>
                <c:pt idx="92">
                  <c:v>42139</c:v>
                </c:pt>
                <c:pt idx="93">
                  <c:v>42142</c:v>
                </c:pt>
                <c:pt idx="94">
                  <c:v>42143</c:v>
                </c:pt>
                <c:pt idx="95">
                  <c:v>42144</c:v>
                </c:pt>
                <c:pt idx="96">
                  <c:v>42145</c:v>
                </c:pt>
                <c:pt idx="97">
                  <c:v>42146</c:v>
                </c:pt>
                <c:pt idx="98">
                  <c:v>42150</c:v>
                </c:pt>
                <c:pt idx="99">
                  <c:v>42151</c:v>
                </c:pt>
                <c:pt idx="100">
                  <c:v>42152</c:v>
                </c:pt>
                <c:pt idx="101">
                  <c:v>42153</c:v>
                </c:pt>
                <c:pt idx="102">
                  <c:v>42156</c:v>
                </c:pt>
                <c:pt idx="103">
                  <c:v>42157</c:v>
                </c:pt>
                <c:pt idx="104">
                  <c:v>42158</c:v>
                </c:pt>
                <c:pt idx="105">
                  <c:v>42159</c:v>
                </c:pt>
                <c:pt idx="106">
                  <c:v>42160</c:v>
                </c:pt>
                <c:pt idx="107">
                  <c:v>42163</c:v>
                </c:pt>
                <c:pt idx="108">
                  <c:v>42164</c:v>
                </c:pt>
                <c:pt idx="109">
                  <c:v>42165</c:v>
                </c:pt>
                <c:pt idx="110">
                  <c:v>42166</c:v>
                </c:pt>
                <c:pt idx="111">
                  <c:v>42167</c:v>
                </c:pt>
                <c:pt idx="112">
                  <c:v>42170</c:v>
                </c:pt>
                <c:pt idx="113">
                  <c:v>42171</c:v>
                </c:pt>
                <c:pt idx="114">
                  <c:v>42172</c:v>
                </c:pt>
                <c:pt idx="115">
                  <c:v>42173</c:v>
                </c:pt>
                <c:pt idx="116">
                  <c:v>42174</c:v>
                </c:pt>
                <c:pt idx="117">
                  <c:v>42177</c:v>
                </c:pt>
                <c:pt idx="118">
                  <c:v>42178</c:v>
                </c:pt>
                <c:pt idx="119">
                  <c:v>42179</c:v>
                </c:pt>
                <c:pt idx="120">
                  <c:v>42180</c:v>
                </c:pt>
                <c:pt idx="121">
                  <c:v>42181</c:v>
                </c:pt>
                <c:pt idx="122">
                  <c:v>42184</c:v>
                </c:pt>
                <c:pt idx="123">
                  <c:v>42185</c:v>
                </c:pt>
                <c:pt idx="124">
                  <c:v>42186</c:v>
                </c:pt>
                <c:pt idx="125">
                  <c:v>42187</c:v>
                </c:pt>
                <c:pt idx="126">
                  <c:v>42191</c:v>
                </c:pt>
                <c:pt idx="127">
                  <c:v>42192</c:v>
                </c:pt>
                <c:pt idx="128">
                  <c:v>42193</c:v>
                </c:pt>
                <c:pt idx="129">
                  <c:v>42194</c:v>
                </c:pt>
                <c:pt idx="130">
                  <c:v>42195</c:v>
                </c:pt>
                <c:pt idx="131">
                  <c:v>42198</c:v>
                </c:pt>
                <c:pt idx="132">
                  <c:v>42199</c:v>
                </c:pt>
                <c:pt idx="133">
                  <c:v>42200</c:v>
                </c:pt>
                <c:pt idx="134">
                  <c:v>42201</c:v>
                </c:pt>
                <c:pt idx="135">
                  <c:v>42202</c:v>
                </c:pt>
                <c:pt idx="136">
                  <c:v>42205</c:v>
                </c:pt>
                <c:pt idx="137">
                  <c:v>42206</c:v>
                </c:pt>
                <c:pt idx="138">
                  <c:v>42207</c:v>
                </c:pt>
                <c:pt idx="139">
                  <c:v>42208</c:v>
                </c:pt>
                <c:pt idx="140">
                  <c:v>42209</c:v>
                </c:pt>
                <c:pt idx="141">
                  <c:v>42212</c:v>
                </c:pt>
                <c:pt idx="142">
                  <c:v>42213</c:v>
                </c:pt>
                <c:pt idx="143">
                  <c:v>42214</c:v>
                </c:pt>
                <c:pt idx="144">
                  <c:v>42215</c:v>
                </c:pt>
                <c:pt idx="145">
                  <c:v>42216</c:v>
                </c:pt>
                <c:pt idx="146">
                  <c:v>42219</c:v>
                </c:pt>
                <c:pt idx="147">
                  <c:v>42220</c:v>
                </c:pt>
                <c:pt idx="148">
                  <c:v>42221</c:v>
                </c:pt>
                <c:pt idx="149">
                  <c:v>42222</c:v>
                </c:pt>
                <c:pt idx="150">
                  <c:v>42223</c:v>
                </c:pt>
                <c:pt idx="151">
                  <c:v>42226</c:v>
                </c:pt>
                <c:pt idx="152">
                  <c:v>42227</c:v>
                </c:pt>
                <c:pt idx="153">
                  <c:v>42228</c:v>
                </c:pt>
                <c:pt idx="154">
                  <c:v>42229</c:v>
                </c:pt>
                <c:pt idx="155">
                  <c:v>42230</c:v>
                </c:pt>
                <c:pt idx="156">
                  <c:v>42233</c:v>
                </c:pt>
                <c:pt idx="157">
                  <c:v>42234</c:v>
                </c:pt>
                <c:pt idx="158">
                  <c:v>42235</c:v>
                </c:pt>
                <c:pt idx="159">
                  <c:v>42236</c:v>
                </c:pt>
                <c:pt idx="160">
                  <c:v>42237</c:v>
                </c:pt>
                <c:pt idx="161">
                  <c:v>42240</c:v>
                </c:pt>
                <c:pt idx="162">
                  <c:v>42241</c:v>
                </c:pt>
                <c:pt idx="163">
                  <c:v>42242</c:v>
                </c:pt>
                <c:pt idx="164">
                  <c:v>42243</c:v>
                </c:pt>
                <c:pt idx="165">
                  <c:v>42244</c:v>
                </c:pt>
                <c:pt idx="166">
                  <c:v>42247</c:v>
                </c:pt>
                <c:pt idx="167">
                  <c:v>42248</c:v>
                </c:pt>
                <c:pt idx="168">
                  <c:v>42249</c:v>
                </c:pt>
                <c:pt idx="169">
                  <c:v>42250</c:v>
                </c:pt>
                <c:pt idx="170">
                  <c:v>42251</c:v>
                </c:pt>
                <c:pt idx="171">
                  <c:v>42255</c:v>
                </c:pt>
                <c:pt idx="172">
                  <c:v>42256</c:v>
                </c:pt>
                <c:pt idx="173">
                  <c:v>42257</c:v>
                </c:pt>
                <c:pt idx="174">
                  <c:v>42258</c:v>
                </c:pt>
                <c:pt idx="175">
                  <c:v>42261</c:v>
                </c:pt>
                <c:pt idx="176">
                  <c:v>42262</c:v>
                </c:pt>
                <c:pt idx="177">
                  <c:v>42263</c:v>
                </c:pt>
                <c:pt idx="178">
                  <c:v>42264</c:v>
                </c:pt>
                <c:pt idx="179">
                  <c:v>42265</c:v>
                </c:pt>
                <c:pt idx="180">
                  <c:v>42268</c:v>
                </c:pt>
                <c:pt idx="181">
                  <c:v>42269</c:v>
                </c:pt>
                <c:pt idx="182">
                  <c:v>42270</c:v>
                </c:pt>
                <c:pt idx="183">
                  <c:v>42271</c:v>
                </c:pt>
                <c:pt idx="184">
                  <c:v>42272</c:v>
                </c:pt>
                <c:pt idx="185">
                  <c:v>42275</c:v>
                </c:pt>
                <c:pt idx="186">
                  <c:v>42276</c:v>
                </c:pt>
                <c:pt idx="187">
                  <c:v>42277</c:v>
                </c:pt>
                <c:pt idx="188">
                  <c:v>42278</c:v>
                </c:pt>
                <c:pt idx="189">
                  <c:v>42279</c:v>
                </c:pt>
                <c:pt idx="190">
                  <c:v>42282</c:v>
                </c:pt>
                <c:pt idx="191">
                  <c:v>42283</c:v>
                </c:pt>
                <c:pt idx="192">
                  <c:v>42284</c:v>
                </c:pt>
                <c:pt idx="193">
                  <c:v>42285</c:v>
                </c:pt>
                <c:pt idx="194">
                  <c:v>42286</c:v>
                </c:pt>
                <c:pt idx="195">
                  <c:v>42289</c:v>
                </c:pt>
                <c:pt idx="196">
                  <c:v>42290</c:v>
                </c:pt>
                <c:pt idx="197">
                  <c:v>42291</c:v>
                </c:pt>
                <c:pt idx="198">
                  <c:v>42292</c:v>
                </c:pt>
                <c:pt idx="199">
                  <c:v>42293</c:v>
                </c:pt>
                <c:pt idx="200">
                  <c:v>42296</c:v>
                </c:pt>
                <c:pt idx="201">
                  <c:v>42297</c:v>
                </c:pt>
                <c:pt idx="202">
                  <c:v>42298</c:v>
                </c:pt>
                <c:pt idx="203">
                  <c:v>42299</c:v>
                </c:pt>
                <c:pt idx="204">
                  <c:v>42300</c:v>
                </c:pt>
                <c:pt idx="205">
                  <c:v>42303</c:v>
                </c:pt>
                <c:pt idx="206">
                  <c:v>42304</c:v>
                </c:pt>
                <c:pt idx="207">
                  <c:v>42305</c:v>
                </c:pt>
                <c:pt idx="208">
                  <c:v>42306</c:v>
                </c:pt>
                <c:pt idx="209">
                  <c:v>42307</c:v>
                </c:pt>
                <c:pt idx="210">
                  <c:v>42310</c:v>
                </c:pt>
                <c:pt idx="211">
                  <c:v>42311</c:v>
                </c:pt>
                <c:pt idx="212">
                  <c:v>42312</c:v>
                </c:pt>
                <c:pt idx="213">
                  <c:v>42313</c:v>
                </c:pt>
                <c:pt idx="214">
                  <c:v>42314</c:v>
                </c:pt>
                <c:pt idx="215">
                  <c:v>42317</c:v>
                </c:pt>
                <c:pt idx="216">
                  <c:v>42318</c:v>
                </c:pt>
                <c:pt idx="217">
                  <c:v>42319</c:v>
                </c:pt>
                <c:pt idx="218">
                  <c:v>42320</c:v>
                </c:pt>
                <c:pt idx="219">
                  <c:v>42321</c:v>
                </c:pt>
                <c:pt idx="220">
                  <c:v>42324</c:v>
                </c:pt>
                <c:pt idx="221">
                  <c:v>42325</c:v>
                </c:pt>
                <c:pt idx="222">
                  <c:v>42326</c:v>
                </c:pt>
                <c:pt idx="223">
                  <c:v>42327</c:v>
                </c:pt>
                <c:pt idx="224">
                  <c:v>42328</c:v>
                </c:pt>
                <c:pt idx="225">
                  <c:v>42331</c:v>
                </c:pt>
                <c:pt idx="226">
                  <c:v>42332</c:v>
                </c:pt>
                <c:pt idx="227">
                  <c:v>42333</c:v>
                </c:pt>
                <c:pt idx="228">
                  <c:v>42335</c:v>
                </c:pt>
                <c:pt idx="229">
                  <c:v>42338</c:v>
                </c:pt>
                <c:pt idx="230">
                  <c:v>42339</c:v>
                </c:pt>
                <c:pt idx="231">
                  <c:v>42340</c:v>
                </c:pt>
                <c:pt idx="232">
                  <c:v>42341</c:v>
                </c:pt>
                <c:pt idx="233">
                  <c:v>42342</c:v>
                </c:pt>
                <c:pt idx="234">
                  <c:v>42345</c:v>
                </c:pt>
                <c:pt idx="235">
                  <c:v>42346</c:v>
                </c:pt>
                <c:pt idx="236">
                  <c:v>42347</c:v>
                </c:pt>
                <c:pt idx="237">
                  <c:v>42348</c:v>
                </c:pt>
                <c:pt idx="238">
                  <c:v>42349</c:v>
                </c:pt>
                <c:pt idx="239">
                  <c:v>42352</c:v>
                </c:pt>
                <c:pt idx="240">
                  <c:v>42353</c:v>
                </c:pt>
                <c:pt idx="241">
                  <c:v>42354</c:v>
                </c:pt>
                <c:pt idx="242">
                  <c:v>42355</c:v>
                </c:pt>
                <c:pt idx="243">
                  <c:v>42356</c:v>
                </c:pt>
                <c:pt idx="244">
                  <c:v>42359</c:v>
                </c:pt>
                <c:pt idx="245">
                  <c:v>42360</c:v>
                </c:pt>
                <c:pt idx="246">
                  <c:v>42361</c:v>
                </c:pt>
                <c:pt idx="247">
                  <c:v>42362</c:v>
                </c:pt>
                <c:pt idx="248">
                  <c:v>42366</c:v>
                </c:pt>
                <c:pt idx="249">
                  <c:v>42367</c:v>
                </c:pt>
                <c:pt idx="250">
                  <c:v>42368</c:v>
                </c:pt>
                <c:pt idx="251">
                  <c:v>42369</c:v>
                </c:pt>
                <c:pt idx="252">
                  <c:v>42373</c:v>
                </c:pt>
                <c:pt idx="253">
                  <c:v>42374</c:v>
                </c:pt>
                <c:pt idx="254">
                  <c:v>42375</c:v>
                </c:pt>
                <c:pt idx="255">
                  <c:v>42376</c:v>
                </c:pt>
                <c:pt idx="256">
                  <c:v>42377</c:v>
                </c:pt>
                <c:pt idx="257">
                  <c:v>42380</c:v>
                </c:pt>
                <c:pt idx="258">
                  <c:v>42381</c:v>
                </c:pt>
                <c:pt idx="259">
                  <c:v>42382</c:v>
                </c:pt>
                <c:pt idx="260">
                  <c:v>42383</c:v>
                </c:pt>
                <c:pt idx="261">
                  <c:v>42384</c:v>
                </c:pt>
                <c:pt idx="262">
                  <c:v>42388</c:v>
                </c:pt>
                <c:pt idx="263">
                  <c:v>42389</c:v>
                </c:pt>
                <c:pt idx="264">
                  <c:v>42390</c:v>
                </c:pt>
                <c:pt idx="265">
                  <c:v>42391</c:v>
                </c:pt>
                <c:pt idx="266">
                  <c:v>42394</c:v>
                </c:pt>
                <c:pt idx="267">
                  <c:v>42395</c:v>
                </c:pt>
                <c:pt idx="268">
                  <c:v>42396</c:v>
                </c:pt>
                <c:pt idx="269">
                  <c:v>42397</c:v>
                </c:pt>
                <c:pt idx="270">
                  <c:v>42398</c:v>
                </c:pt>
                <c:pt idx="271">
                  <c:v>42401</c:v>
                </c:pt>
                <c:pt idx="272">
                  <c:v>42402</c:v>
                </c:pt>
                <c:pt idx="273">
                  <c:v>42403</c:v>
                </c:pt>
                <c:pt idx="274">
                  <c:v>42404</c:v>
                </c:pt>
                <c:pt idx="275">
                  <c:v>42405</c:v>
                </c:pt>
                <c:pt idx="276">
                  <c:v>42408</c:v>
                </c:pt>
                <c:pt idx="277">
                  <c:v>42409</c:v>
                </c:pt>
                <c:pt idx="278">
                  <c:v>42410</c:v>
                </c:pt>
                <c:pt idx="279">
                  <c:v>42411</c:v>
                </c:pt>
                <c:pt idx="280">
                  <c:v>42412</c:v>
                </c:pt>
                <c:pt idx="281">
                  <c:v>42416</c:v>
                </c:pt>
                <c:pt idx="282">
                  <c:v>42417</c:v>
                </c:pt>
                <c:pt idx="283">
                  <c:v>42418</c:v>
                </c:pt>
                <c:pt idx="284">
                  <c:v>42419</c:v>
                </c:pt>
                <c:pt idx="285">
                  <c:v>42422</c:v>
                </c:pt>
                <c:pt idx="286">
                  <c:v>42423</c:v>
                </c:pt>
                <c:pt idx="287">
                  <c:v>42424</c:v>
                </c:pt>
                <c:pt idx="288">
                  <c:v>42425</c:v>
                </c:pt>
                <c:pt idx="289">
                  <c:v>42426</c:v>
                </c:pt>
                <c:pt idx="290">
                  <c:v>42429</c:v>
                </c:pt>
                <c:pt idx="291">
                  <c:v>42430</c:v>
                </c:pt>
                <c:pt idx="292">
                  <c:v>42431</c:v>
                </c:pt>
                <c:pt idx="293">
                  <c:v>42432</c:v>
                </c:pt>
                <c:pt idx="294">
                  <c:v>42433</c:v>
                </c:pt>
                <c:pt idx="295">
                  <c:v>42436</c:v>
                </c:pt>
                <c:pt idx="296">
                  <c:v>42437</c:v>
                </c:pt>
                <c:pt idx="297">
                  <c:v>42438</c:v>
                </c:pt>
                <c:pt idx="298">
                  <c:v>42439</c:v>
                </c:pt>
                <c:pt idx="299">
                  <c:v>42440</c:v>
                </c:pt>
                <c:pt idx="300">
                  <c:v>42443</c:v>
                </c:pt>
                <c:pt idx="301">
                  <c:v>42444</c:v>
                </c:pt>
                <c:pt idx="302">
                  <c:v>42445</c:v>
                </c:pt>
                <c:pt idx="303">
                  <c:v>42446</c:v>
                </c:pt>
                <c:pt idx="304">
                  <c:v>42447</c:v>
                </c:pt>
                <c:pt idx="305">
                  <c:v>42450</c:v>
                </c:pt>
                <c:pt idx="306">
                  <c:v>42451</c:v>
                </c:pt>
                <c:pt idx="307">
                  <c:v>42452</c:v>
                </c:pt>
                <c:pt idx="308">
                  <c:v>42453</c:v>
                </c:pt>
                <c:pt idx="309">
                  <c:v>42457</c:v>
                </c:pt>
                <c:pt idx="310">
                  <c:v>42458</c:v>
                </c:pt>
                <c:pt idx="311">
                  <c:v>42459</c:v>
                </c:pt>
                <c:pt idx="312">
                  <c:v>42460</c:v>
                </c:pt>
                <c:pt idx="313">
                  <c:v>42461</c:v>
                </c:pt>
                <c:pt idx="314">
                  <c:v>42464</c:v>
                </c:pt>
                <c:pt idx="315">
                  <c:v>42465</c:v>
                </c:pt>
                <c:pt idx="316">
                  <c:v>42466</c:v>
                </c:pt>
                <c:pt idx="317">
                  <c:v>42467</c:v>
                </c:pt>
                <c:pt idx="318">
                  <c:v>42468</c:v>
                </c:pt>
                <c:pt idx="319">
                  <c:v>42471</c:v>
                </c:pt>
                <c:pt idx="320">
                  <c:v>42472</c:v>
                </c:pt>
                <c:pt idx="321">
                  <c:v>42473</c:v>
                </c:pt>
                <c:pt idx="322">
                  <c:v>42474</c:v>
                </c:pt>
                <c:pt idx="323">
                  <c:v>42475</c:v>
                </c:pt>
                <c:pt idx="324">
                  <c:v>42478</c:v>
                </c:pt>
                <c:pt idx="325">
                  <c:v>42479</c:v>
                </c:pt>
                <c:pt idx="326">
                  <c:v>42480</c:v>
                </c:pt>
                <c:pt idx="327">
                  <c:v>42481</c:v>
                </c:pt>
                <c:pt idx="328">
                  <c:v>42482</c:v>
                </c:pt>
                <c:pt idx="329">
                  <c:v>42485</c:v>
                </c:pt>
                <c:pt idx="330">
                  <c:v>42486</c:v>
                </c:pt>
                <c:pt idx="331">
                  <c:v>42487</c:v>
                </c:pt>
                <c:pt idx="332">
                  <c:v>42488</c:v>
                </c:pt>
                <c:pt idx="333">
                  <c:v>42489</c:v>
                </c:pt>
                <c:pt idx="334">
                  <c:v>42492</c:v>
                </c:pt>
                <c:pt idx="335">
                  <c:v>42493</c:v>
                </c:pt>
                <c:pt idx="336">
                  <c:v>42494</c:v>
                </c:pt>
                <c:pt idx="337">
                  <c:v>42495</c:v>
                </c:pt>
                <c:pt idx="338">
                  <c:v>42496</c:v>
                </c:pt>
                <c:pt idx="339">
                  <c:v>42499</c:v>
                </c:pt>
                <c:pt idx="340">
                  <c:v>42500</c:v>
                </c:pt>
                <c:pt idx="341">
                  <c:v>42501</c:v>
                </c:pt>
                <c:pt idx="342">
                  <c:v>42502</c:v>
                </c:pt>
                <c:pt idx="343">
                  <c:v>42503</c:v>
                </c:pt>
                <c:pt idx="344">
                  <c:v>42506</c:v>
                </c:pt>
                <c:pt idx="345">
                  <c:v>42507</c:v>
                </c:pt>
                <c:pt idx="346">
                  <c:v>42508</c:v>
                </c:pt>
                <c:pt idx="347">
                  <c:v>42509</c:v>
                </c:pt>
                <c:pt idx="348">
                  <c:v>42510</c:v>
                </c:pt>
                <c:pt idx="349">
                  <c:v>42513</c:v>
                </c:pt>
                <c:pt idx="350">
                  <c:v>42514</c:v>
                </c:pt>
                <c:pt idx="351">
                  <c:v>42515</c:v>
                </c:pt>
                <c:pt idx="352">
                  <c:v>42516</c:v>
                </c:pt>
                <c:pt idx="353">
                  <c:v>42517</c:v>
                </c:pt>
                <c:pt idx="354">
                  <c:v>42521</c:v>
                </c:pt>
                <c:pt idx="355">
                  <c:v>42522</c:v>
                </c:pt>
                <c:pt idx="356">
                  <c:v>42523</c:v>
                </c:pt>
                <c:pt idx="357">
                  <c:v>42524</c:v>
                </c:pt>
                <c:pt idx="358">
                  <c:v>42527</c:v>
                </c:pt>
                <c:pt idx="359">
                  <c:v>42528</c:v>
                </c:pt>
                <c:pt idx="360">
                  <c:v>42529</c:v>
                </c:pt>
                <c:pt idx="361">
                  <c:v>42530</c:v>
                </c:pt>
                <c:pt idx="362">
                  <c:v>42531</c:v>
                </c:pt>
                <c:pt idx="363">
                  <c:v>42534</c:v>
                </c:pt>
                <c:pt idx="364">
                  <c:v>42535</c:v>
                </c:pt>
                <c:pt idx="365">
                  <c:v>42536</c:v>
                </c:pt>
                <c:pt idx="366">
                  <c:v>42537</c:v>
                </c:pt>
                <c:pt idx="367">
                  <c:v>42538</c:v>
                </c:pt>
                <c:pt idx="368">
                  <c:v>42541</c:v>
                </c:pt>
                <c:pt idx="369">
                  <c:v>42542</c:v>
                </c:pt>
                <c:pt idx="370">
                  <c:v>42543</c:v>
                </c:pt>
                <c:pt idx="371">
                  <c:v>42544</c:v>
                </c:pt>
                <c:pt idx="372">
                  <c:v>42545</c:v>
                </c:pt>
                <c:pt idx="373">
                  <c:v>42548</c:v>
                </c:pt>
                <c:pt idx="374">
                  <c:v>42549</c:v>
                </c:pt>
                <c:pt idx="375">
                  <c:v>42550</c:v>
                </c:pt>
                <c:pt idx="376">
                  <c:v>42551</c:v>
                </c:pt>
                <c:pt idx="377">
                  <c:v>42552</c:v>
                </c:pt>
                <c:pt idx="378">
                  <c:v>42556</c:v>
                </c:pt>
                <c:pt idx="379">
                  <c:v>42557</c:v>
                </c:pt>
                <c:pt idx="380">
                  <c:v>42558</c:v>
                </c:pt>
                <c:pt idx="381">
                  <c:v>42559</c:v>
                </c:pt>
                <c:pt idx="382">
                  <c:v>42562</c:v>
                </c:pt>
                <c:pt idx="383">
                  <c:v>42563</c:v>
                </c:pt>
                <c:pt idx="384">
                  <c:v>42564</c:v>
                </c:pt>
                <c:pt idx="385">
                  <c:v>42565</c:v>
                </c:pt>
                <c:pt idx="386">
                  <c:v>42566</c:v>
                </c:pt>
                <c:pt idx="387">
                  <c:v>42569</c:v>
                </c:pt>
                <c:pt idx="388">
                  <c:v>42570</c:v>
                </c:pt>
                <c:pt idx="389">
                  <c:v>42571</c:v>
                </c:pt>
                <c:pt idx="390">
                  <c:v>42572</c:v>
                </c:pt>
                <c:pt idx="391">
                  <c:v>42573</c:v>
                </c:pt>
                <c:pt idx="392">
                  <c:v>42576</c:v>
                </c:pt>
                <c:pt idx="393">
                  <c:v>42577</c:v>
                </c:pt>
                <c:pt idx="394">
                  <c:v>42578</c:v>
                </c:pt>
                <c:pt idx="395">
                  <c:v>42579</c:v>
                </c:pt>
                <c:pt idx="396">
                  <c:v>42580</c:v>
                </c:pt>
                <c:pt idx="397">
                  <c:v>42583</c:v>
                </c:pt>
                <c:pt idx="398">
                  <c:v>42584</c:v>
                </c:pt>
                <c:pt idx="399">
                  <c:v>42585</c:v>
                </c:pt>
                <c:pt idx="400">
                  <c:v>42586</c:v>
                </c:pt>
                <c:pt idx="401">
                  <c:v>42587</c:v>
                </c:pt>
                <c:pt idx="402">
                  <c:v>42590</c:v>
                </c:pt>
                <c:pt idx="403">
                  <c:v>42591</c:v>
                </c:pt>
                <c:pt idx="404">
                  <c:v>42592</c:v>
                </c:pt>
                <c:pt idx="405">
                  <c:v>42593</c:v>
                </c:pt>
                <c:pt idx="406">
                  <c:v>42594</c:v>
                </c:pt>
                <c:pt idx="407">
                  <c:v>42597</c:v>
                </c:pt>
                <c:pt idx="408">
                  <c:v>42598</c:v>
                </c:pt>
                <c:pt idx="409">
                  <c:v>42599</c:v>
                </c:pt>
                <c:pt idx="410">
                  <c:v>42600</c:v>
                </c:pt>
                <c:pt idx="411">
                  <c:v>42601</c:v>
                </c:pt>
                <c:pt idx="412">
                  <c:v>42604</c:v>
                </c:pt>
                <c:pt idx="413">
                  <c:v>42605</c:v>
                </c:pt>
                <c:pt idx="414">
                  <c:v>42606</c:v>
                </c:pt>
                <c:pt idx="415">
                  <c:v>42607</c:v>
                </c:pt>
                <c:pt idx="416">
                  <c:v>42608</c:v>
                </c:pt>
                <c:pt idx="417">
                  <c:v>42611</c:v>
                </c:pt>
                <c:pt idx="418">
                  <c:v>42612</c:v>
                </c:pt>
                <c:pt idx="419">
                  <c:v>42613</c:v>
                </c:pt>
                <c:pt idx="420">
                  <c:v>42614</c:v>
                </c:pt>
                <c:pt idx="421">
                  <c:v>42615</c:v>
                </c:pt>
                <c:pt idx="422">
                  <c:v>42619</c:v>
                </c:pt>
                <c:pt idx="423">
                  <c:v>42620</c:v>
                </c:pt>
                <c:pt idx="424">
                  <c:v>42621</c:v>
                </c:pt>
                <c:pt idx="425">
                  <c:v>42622</c:v>
                </c:pt>
                <c:pt idx="426">
                  <c:v>42625</c:v>
                </c:pt>
                <c:pt idx="427">
                  <c:v>42626</c:v>
                </c:pt>
                <c:pt idx="428">
                  <c:v>42627</c:v>
                </c:pt>
                <c:pt idx="429">
                  <c:v>42628</c:v>
                </c:pt>
                <c:pt idx="430">
                  <c:v>42629</c:v>
                </c:pt>
                <c:pt idx="431">
                  <c:v>42632</c:v>
                </c:pt>
                <c:pt idx="432">
                  <c:v>42633</c:v>
                </c:pt>
                <c:pt idx="433">
                  <c:v>42634</c:v>
                </c:pt>
                <c:pt idx="434">
                  <c:v>42635</c:v>
                </c:pt>
                <c:pt idx="435">
                  <c:v>42636</c:v>
                </c:pt>
                <c:pt idx="436">
                  <c:v>42639</c:v>
                </c:pt>
                <c:pt idx="437">
                  <c:v>42640</c:v>
                </c:pt>
                <c:pt idx="438">
                  <c:v>42641</c:v>
                </c:pt>
                <c:pt idx="439">
                  <c:v>42642</c:v>
                </c:pt>
                <c:pt idx="440">
                  <c:v>42643</c:v>
                </c:pt>
                <c:pt idx="441">
                  <c:v>42646</c:v>
                </c:pt>
                <c:pt idx="442">
                  <c:v>42647</c:v>
                </c:pt>
                <c:pt idx="443">
                  <c:v>42648</c:v>
                </c:pt>
                <c:pt idx="444">
                  <c:v>42649</c:v>
                </c:pt>
                <c:pt idx="445">
                  <c:v>42650</c:v>
                </c:pt>
                <c:pt idx="446">
                  <c:v>42653</c:v>
                </c:pt>
                <c:pt idx="447">
                  <c:v>42654</c:v>
                </c:pt>
                <c:pt idx="448">
                  <c:v>42655</c:v>
                </c:pt>
                <c:pt idx="449">
                  <c:v>42656</c:v>
                </c:pt>
                <c:pt idx="450">
                  <c:v>42657</c:v>
                </c:pt>
                <c:pt idx="451">
                  <c:v>42660</c:v>
                </c:pt>
                <c:pt idx="452">
                  <c:v>42661</c:v>
                </c:pt>
                <c:pt idx="453">
                  <c:v>42662</c:v>
                </c:pt>
                <c:pt idx="454">
                  <c:v>42663</c:v>
                </c:pt>
                <c:pt idx="455">
                  <c:v>42664</c:v>
                </c:pt>
                <c:pt idx="456">
                  <c:v>42667</c:v>
                </c:pt>
                <c:pt idx="457">
                  <c:v>42668</c:v>
                </c:pt>
                <c:pt idx="458">
                  <c:v>42669</c:v>
                </c:pt>
                <c:pt idx="459">
                  <c:v>42670</c:v>
                </c:pt>
                <c:pt idx="460">
                  <c:v>42671</c:v>
                </c:pt>
                <c:pt idx="461">
                  <c:v>42674</c:v>
                </c:pt>
                <c:pt idx="462">
                  <c:v>42675</c:v>
                </c:pt>
                <c:pt idx="463">
                  <c:v>42676</c:v>
                </c:pt>
                <c:pt idx="464">
                  <c:v>42677</c:v>
                </c:pt>
                <c:pt idx="465">
                  <c:v>42678</c:v>
                </c:pt>
                <c:pt idx="466">
                  <c:v>42681</c:v>
                </c:pt>
                <c:pt idx="467">
                  <c:v>42682</c:v>
                </c:pt>
                <c:pt idx="468">
                  <c:v>42683</c:v>
                </c:pt>
                <c:pt idx="469">
                  <c:v>42684</c:v>
                </c:pt>
                <c:pt idx="470">
                  <c:v>42685</c:v>
                </c:pt>
                <c:pt idx="471">
                  <c:v>42688</c:v>
                </c:pt>
                <c:pt idx="472">
                  <c:v>42689</c:v>
                </c:pt>
                <c:pt idx="473">
                  <c:v>42690</c:v>
                </c:pt>
                <c:pt idx="474">
                  <c:v>42691</c:v>
                </c:pt>
                <c:pt idx="475">
                  <c:v>42692</c:v>
                </c:pt>
                <c:pt idx="476">
                  <c:v>42695</c:v>
                </c:pt>
                <c:pt idx="477">
                  <c:v>42696</c:v>
                </c:pt>
                <c:pt idx="478">
                  <c:v>42697</c:v>
                </c:pt>
                <c:pt idx="479">
                  <c:v>42699</c:v>
                </c:pt>
                <c:pt idx="480">
                  <c:v>42702</c:v>
                </c:pt>
                <c:pt idx="481">
                  <c:v>42703</c:v>
                </c:pt>
                <c:pt idx="482">
                  <c:v>42704</c:v>
                </c:pt>
                <c:pt idx="483">
                  <c:v>42705</c:v>
                </c:pt>
                <c:pt idx="484">
                  <c:v>42706</c:v>
                </c:pt>
                <c:pt idx="485">
                  <c:v>42709</c:v>
                </c:pt>
                <c:pt idx="486">
                  <c:v>42710</c:v>
                </c:pt>
                <c:pt idx="487">
                  <c:v>42711</c:v>
                </c:pt>
                <c:pt idx="488">
                  <c:v>42712</c:v>
                </c:pt>
                <c:pt idx="489">
                  <c:v>42713</c:v>
                </c:pt>
                <c:pt idx="490">
                  <c:v>42716</c:v>
                </c:pt>
                <c:pt idx="491">
                  <c:v>42717</c:v>
                </c:pt>
                <c:pt idx="492">
                  <c:v>42718</c:v>
                </c:pt>
                <c:pt idx="493">
                  <c:v>42719</c:v>
                </c:pt>
                <c:pt idx="494">
                  <c:v>42720</c:v>
                </c:pt>
                <c:pt idx="495">
                  <c:v>42723</c:v>
                </c:pt>
                <c:pt idx="496">
                  <c:v>42724</c:v>
                </c:pt>
                <c:pt idx="497">
                  <c:v>42725</c:v>
                </c:pt>
                <c:pt idx="498">
                  <c:v>42726</c:v>
                </c:pt>
                <c:pt idx="499">
                  <c:v>42727</c:v>
                </c:pt>
                <c:pt idx="500">
                  <c:v>42731</c:v>
                </c:pt>
                <c:pt idx="501">
                  <c:v>42732</c:v>
                </c:pt>
                <c:pt idx="502">
                  <c:v>42733</c:v>
                </c:pt>
                <c:pt idx="503">
                  <c:v>42734</c:v>
                </c:pt>
                <c:pt idx="504">
                  <c:v>42738</c:v>
                </c:pt>
                <c:pt idx="505">
                  <c:v>42739</c:v>
                </c:pt>
                <c:pt idx="506">
                  <c:v>42740</c:v>
                </c:pt>
                <c:pt idx="507">
                  <c:v>42741</c:v>
                </c:pt>
                <c:pt idx="508">
                  <c:v>42744</c:v>
                </c:pt>
                <c:pt idx="509">
                  <c:v>42745</c:v>
                </c:pt>
                <c:pt idx="510">
                  <c:v>42746</c:v>
                </c:pt>
                <c:pt idx="511">
                  <c:v>42747</c:v>
                </c:pt>
                <c:pt idx="512">
                  <c:v>42748</c:v>
                </c:pt>
                <c:pt idx="513">
                  <c:v>42752</c:v>
                </c:pt>
                <c:pt idx="514">
                  <c:v>42753</c:v>
                </c:pt>
                <c:pt idx="515">
                  <c:v>42754</c:v>
                </c:pt>
                <c:pt idx="516">
                  <c:v>42755</c:v>
                </c:pt>
                <c:pt idx="517">
                  <c:v>42758</c:v>
                </c:pt>
                <c:pt idx="518">
                  <c:v>42759</c:v>
                </c:pt>
                <c:pt idx="519">
                  <c:v>42760</c:v>
                </c:pt>
                <c:pt idx="520">
                  <c:v>42761</c:v>
                </c:pt>
                <c:pt idx="521">
                  <c:v>42762</c:v>
                </c:pt>
                <c:pt idx="522">
                  <c:v>42765</c:v>
                </c:pt>
                <c:pt idx="523">
                  <c:v>42766</c:v>
                </c:pt>
                <c:pt idx="524">
                  <c:v>42767</c:v>
                </c:pt>
                <c:pt idx="525">
                  <c:v>42768</c:v>
                </c:pt>
                <c:pt idx="526">
                  <c:v>42769</c:v>
                </c:pt>
                <c:pt idx="527">
                  <c:v>42772</c:v>
                </c:pt>
                <c:pt idx="528">
                  <c:v>42773</c:v>
                </c:pt>
                <c:pt idx="529">
                  <c:v>42774</c:v>
                </c:pt>
                <c:pt idx="530">
                  <c:v>42775</c:v>
                </c:pt>
                <c:pt idx="531">
                  <c:v>42776</c:v>
                </c:pt>
                <c:pt idx="532">
                  <c:v>42779</c:v>
                </c:pt>
                <c:pt idx="533">
                  <c:v>42780</c:v>
                </c:pt>
                <c:pt idx="534">
                  <c:v>42781</c:v>
                </c:pt>
                <c:pt idx="535">
                  <c:v>42782</c:v>
                </c:pt>
                <c:pt idx="536">
                  <c:v>42783</c:v>
                </c:pt>
                <c:pt idx="537">
                  <c:v>42787</c:v>
                </c:pt>
                <c:pt idx="538">
                  <c:v>42788</c:v>
                </c:pt>
                <c:pt idx="539">
                  <c:v>42789</c:v>
                </c:pt>
                <c:pt idx="540">
                  <c:v>42790</c:v>
                </c:pt>
                <c:pt idx="541">
                  <c:v>42793</c:v>
                </c:pt>
                <c:pt idx="542">
                  <c:v>42794</c:v>
                </c:pt>
                <c:pt idx="543">
                  <c:v>42795</c:v>
                </c:pt>
                <c:pt idx="544">
                  <c:v>42796</c:v>
                </c:pt>
                <c:pt idx="545">
                  <c:v>42797</c:v>
                </c:pt>
                <c:pt idx="546">
                  <c:v>42800</c:v>
                </c:pt>
                <c:pt idx="547">
                  <c:v>42801</c:v>
                </c:pt>
                <c:pt idx="548">
                  <c:v>42802</c:v>
                </c:pt>
                <c:pt idx="549">
                  <c:v>42803</c:v>
                </c:pt>
                <c:pt idx="550">
                  <c:v>42804</c:v>
                </c:pt>
                <c:pt idx="551">
                  <c:v>42807</c:v>
                </c:pt>
                <c:pt idx="552">
                  <c:v>42808</c:v>
                </c:pt>
                <c:pt idx="553">
                  <c:v>42809</c:v>
                </c:pt>
                <c:pt idx="554">
                  <c:v>42810</c:v>
                </c:pt>
                <c:pt idx="555">
                  <c:v>42811</c:v>
                </c:pt>
                <c:pt idx="556">
                  <c:v>42814</c:v>
                </c:pt>
                <c:pt idx="557">
                  <c:v>42815</c:v>
                </c:pt>
                <c:pt idx="558">
                  <c:v>42816</c:v>
                </c:pt>
                <c:pt idx="559">
                  <c:v>42817</c:v>
                </c:pt>
                <c:pt idx="560">
                  <c:v>42818</c:v>
                </c:pt>
                <c:pt idx="561">
                  <c:v>42821</c:v>
                </c:pt>
                <c:pt idx="562">
                  <c:v>42822</c:v>
                </c:pt>
                <c:pt idx="563">
                  <c:v>42823</c:v>
                </c:pt>
                <c:pt idx="564">
                  <c:v>42824</c:v>
                </c:pt>
                <c:pt idx="565">
                  <c:v>42825</c:v>
                </c:pt>
                <c:pt idx="566">
                  <c:v>42828</c:v>
                </c:pt>
                <c:pt idx="567">
                  <c:v>42829</c:v>
                </c:pt>
                <c:pt idx="568">
                  <c:v>42830</c:v>
                </c:pt>
                <c:pt idx="569">
                  <c:v>42831</c:v>
                </c:pt>
                <c:pt idx="570">
                  <c:v>42832</c:v>
                </c:pt>
                <c:pt idx="571">
                  <c:v>42835</c:v>
                </c:pt>
                <c:pt idx="572">
                  <c:v>42836</c:v>
                </c:pt>
                <c:pt idx="573">
                  <c:v>42837</c:v>
                </c:pt>
                <c:pt idx="574">
                  <c:v>42838</c:v>
                </c:pt>
                <c:pt idx="575">
                  <c:v>42842</c:v>
                </c:pt>
                <c:pt idx="576">
                  <c:v>42843</c:v>
                </c:pt>
                <c:pt idx="577">
                  <c:v>42844</c:v>
                </c:pt>
                <c:pt idx="578">
                  <c:v>42845</c:v>
                </c:pt>
                <c:pt idx="579">
                  <c:v>42846</c:v>
                </c:pt>
                <c:pt idx="580">
                  <c:v>42849</c:v>
                </c:pt>
                <c:pt idx="581">
                  <c:v>42850</c:v>
                </c:pt>
                <c:pt idx="582">
                  <c:v>42851</c:v>
                </c:pt>
                <c:pt idx="583">
                  <c:v>42852</c:v>
                </c:pt>
                <c:pt idx="584">
                  <c:v>42853</c:v>
                </c:pt>
                <c:pt idx="585">
                  <c:v>42856</c:v>
                </c:pt>
                <c:pt idx="586">
                  <c:v>42857</c:v>
                </c:pt>
                <c:pt idx="587">
                  <c:v>42858</c:v>
                </c:pt>
                <c:pt idx="588">
                  <c:v>42859</c:v>
                </c:pt>
                <c:pt idx="589">
                  <c:v>42860</c:v>
                </c:pt>
                <c:pt idx="590">
                  <c:v>42863</c:v>
                </c:pt>
                <c:pt idx="591">
                  <c:v>42864</c:v>
                </c:pt>
                <c:pt idx="592">
                  <c:v>42865</c:v>
                </c:pt>
                <c:pt idx="593">
                  <c:v>42866</c:v>
                </c:pt>
                <c:pt idx="594">
                  <c:v>42867</c:v>
                </c:pt>
                <c:pt idx="595">
                  <c:v>42870</c:v>
                </c:pt>
                <c:pt idx="596">
                  <c:v>42871</c:v>
                </c:pt>
                <c:pt idx="597">
                  <c:v>42872</c:v>
                </c:pt>
                <c:pt idx="598">
                  <c:v>42873</c:v>
                </c:pt>
                <c:pt idx="599">
                  <c:v>42874</c:v>
                </c:pt>
                <c:pt idx="600">
                  <c:v>42877</c:v>
                </c:pt>
                <c:pt idx="601">
                  <c:v>42878</c:v>
                </c:pt>
                <c:pt idx="602">
                  <c:v>42879</c:v>
                </c:pt>
                <c:pt idx="603">
                  <c:v>42880</c:v>
                </c:pt>
                <c:pt idx="604">
                  <c:v>42881</c:v>
                </c:pt>
                <c:pt idx="605">
                  <c:v>42885</c:v>
                </c:pt>
                <c:pt idx="606">
                  <c:v>42886</c:v>
                </c:pt>
                <c:pt idx="607">
                  <c:v>42887</c:v>
                </c:pt>
                <c:pt idx="608">
                  <c:v>42888</c:v>
                </c:pt>
                <c:pt idx="609">
                  <c:v>42891</c:v>
                </c:pt>
                <c:pt idx="610">
                  <c:v>42892</c:v>
                </c:pt>
                <c:pt idx="611">
                  <c:v>42893</c:v>
                </c:pt>
                <c:pt idx="612">
                  <c:v>42894</c:v>
                </c:pt>
                <c:pt idx="613">
                  <c:v>42895</c:v>
                </c:pt>
                <c:pt idx="614">
                  <c:v>42898</c:v>
                </c:pt>
                <c:pt idx="615">
                  <c:v>42899</c:v>
                </c:pt>
                <c:pt idx="616">
                  <c:v>42900</c:v>
                </c:pt>
                <c:pt idx="617">
                  <c:v>42901</c:v>
                </c:pt>
                <c:pt idx="618">
                  <c:v>42902</c:v>
                </c:pt>
                <c:pt idx="619">
                  <c:v>42905</c:v>
                </c:pt>
                <c:pt idx="620">
                  <c:v>42906</c:v>
                </c:pt>
                <c:pt idx="621">
                  <c:v>42907</c:v>
                </c:pt>
                <c:pt idx="622">
                  <c:v>42908</c:v>
                </c:pt>
                <c:pt idx="623">
                  <c:v>42909</c:v>
                </c:pt>
                <c:pt idx="624">
                  <c:v>42912</c:v>
                </c:pt>
                <c:pt idx="625">
                  <c:v>42913</c:v>
                </c:pt>
                <c:pt idx="626">
                  <c:v>42914</c:v>
                </c:pt>
                <c:pt idx="627">
                  <c:v>42915</c:v>
                </c:pt>
                <c:pt idx="628">
                  <c:v>42916</c:v>
                </c:pt>
                <c:pt idx="629">
                  <c:v>42919</c:v>
                </c:pt>
                <c:pt idx="630">
                  <c:v>42921</c:v>
                </c:pt>
                <c:pt idx="631">
                  <c:v>42922</c:v>
                </c:pt>
                <c:pt idx="632">
                  <c:v>42923</c:v>
                </c:pt>
                <c:pt idx="633">
                  <c:v>42926</c:v>
                </c:pt>
                <c:pt idx="634">
                  <c:v>42927</c:v>
                </c:pt>
                <c:pt idx="635">
                  <c:v>42928</c:v>
                </c:pt>
                <c:pt idx="636">
                  <c:v>42929</c:v>
                </c:pt>
                <c:pt idx="637">
                  <c:v>42930</c:v>
                </c:pt>
                <c:pt idx="638">
                  <c:v>42933</c:v>
                </c:pt>
                <c:pt idx="639">
                  <c:v>42934</c:v>
                </c:pt>
                <c:pt idx="640">
                  <c:v>42935</c:v>
                </c:pt>
                <c:pt idx="641">
                  <c:v>42936</c:v>
                </c:pt>
                <c:pt idx="642">
                  <c:v>42937</c:v>
                </c:pt>
                <c:pt idx="643">
                  <c:v>42940</c:v>
                </c:pt>
                <c:pt idx="644">
                  <c:v>42941</c:v>
                </c:pt>
                <c:pt idx="645">
                  <c:v>42942</c:v>
                </c:pt>
                <c:pt idx="646">
                  <c:v>42943</c:v>
                </c:pt>
                <c:pt idx="647">
                  <c:v>42944</c:v>
                </c:pt>
                <c:pt idx="648">
                  <c:v>42947</c:v>
                </c:pt>
                <c:pt idx="649">
                  <c:v>42948</c:v>
                </c:pt>
                <c:pt idx="650">
                  <c:v>42949</c:v>
                </c:pt>
                <c:pt idx="651">
                  <c:v>42950</c:v>
                </c:pt>
                <c:pt idx="652">
                  <c:v>42951</c:v>
                </c:pt>
                <c:pt idx="653">
                  <c:v>42954</c:v>
                </c:pt>
                <c:pt idx="654">
                  <c:v>42955</c:v>
                </c:pt>
                <c:pt idx="655">
                  <c:v>42956</c:v>
                </c:pt>
                <c:pt idx="656">
                  <c:v>42957</c:v>
                </c:pt>
                <c:pt idx="657">
                  <c:v>42958</c:v>
                </c:pt>
                <c:pt idx="658">
                  <c:v>42961</c:v>
                </c:pt>
                <c:pt idx="659">
                  <c:v>42962</c:v>
                </c:pt>
                <c:pt idx="660">
                  <c:v>42963</c:v>
                </c:pt>
                <c:pt idx="661">
                  <c:v>42964</c:v>
                </c:pt>
                <c:pt idx="662">
                  <c:v>42965</c:v>
                </c:pt>
                <c:pt idx="663">
                  <c:v>42968</c:v>
                </c:pt>
                <c:pt idx="664">
                  <c:v>42969</c:v>
                </c:pt>
                <c:pt idx="665">
                  <c:v>42970</c:v>
                </c:pt>
                <c:pt idx="666">
                  <c:v>42971</c:v>
                </c:pt>
                <c:pt idx="667">
                  <c:v>42972</c:v>
                </c:pt>
                <c:pt idx="668">
                  <c:v>42975</c:v>
                </c:pt>
                <c:pt idx="669">
                  <c:v>42976</c:v>
                </c:pt>
                <c:pt idx="670">
                  <c:v>42977</c:v>
                </c:pt>
                <c:pt idx="671">
                  <c:v>42978</c:v>
                </c:pt>
                <c:pt idx="672">
                  <c:v>42979</c:v>
                </c:pt>
                <c:pt idx="673">
                  <c:v>42983</c:v>
                </c:pt>
                <c:pt idx="674">
                  <c:v>42984</c:v>
                </c:pt>
                <c:pt idx="675">
                  <c:v>42985</c:v>
                </c:pt>
                <c:pt idx="676">
                  <c:v>42986</c:v>
                </c:pt>
                <c:pt idx="677">
                  <c:v>42989</c:v>
                </c:pt>
                <c:pt idx="678">
                  <c:v>42990</c:v>
                </c:pt>
                <c:pt idx="679">
                  <c:v>42991</c:v>
                </c:pt>
                <c:pt idx="680">
                  <c:v>42992</c:v>
                </c:pt>
                <c:pt idx="681">
                  <c:v>42993</c:v>
                </c:pt>
                <c:pt idx="682">
                  <c:v>42996</c:v>
                </c:pt>
                <c:pt idx="683">
                  <c:v>42997</c:v>
                </c:pt>
                <c:pt idx="684">
                  <c:v>42998</c:v>
                </c:pt>
                <c:pt idx="685">
                  <c:v>42999</c:v>
                </c:pt>
                <c:pt idx="686">
                  <c:v>43000</c:v>
                </c:pt>
                <c:pt idx="687">
                  <c:v>43003</c:v>
                </c:pt>
                <c:pt idx="688">
                  <c:v>43004</c:v>
                </c:pt>
                <c:pt idx="689">
                  <c:v>43005</c:v>
                </c:pt>
                <c:pt idx="690">
                  <c:v>43006</c:v>
                </c:pt>
                <c:pt idx="691">
                  <c:v>43007</c:v>
                </c:pt>
                <c:pt idx="692">
                  <c:v>43010</c:v>
                </c:pt>
                <c:pt idx="693">
                  <c:v>43011</c:v>
                </c:pt>
                <c:pt idx="694">
                  <c:v>43012</c:v>
                </c:pt>
                <c:pt idx="695">
                  <c:v>43013</c:v>
                </c:pt>
                <c:pt idx="696">
                  <c:v>43014</c:v>
                </c:pt>
                <c:pt idx="697">
                  <c:v>43017</c:v>
                </c:pt>
                <c:pt idx="698">
                  <c:v>43018</c:v>
                </c:pt>
                <c:pt idx="699">
                  <c:v>43019</c:v>
                </c:pt>
                <c:pt idx="700">
                  <c:v>43020</c:v>
                </c:pt>
                <c:pt idx="701">
                  <c:v>43021</c:v>
                </c:pt>
                <c:pt idx="702">
                  <c:v>43024</c:v>
                </c:pt>
                <c:pt idx="703">
                  <c:v>43025</c:v>
                </c:pt>
                <c:pt idx="704">
                  <c:v>43026</c:v>
                </c:pt>
                <c:pt idx="705">
                  <c:v>43027</c:v>
                </c:pt>
                <c:pt idx="706">
                  <c:v>43028</c:v>
                </c:pt>
                <c:pt idx="707">
                  <c:v>43031</c:v>
                </c:pt>
                <c:pt idx="708">
                  <c:v>43032</c:v>
                </c:pt>
                <c:pt idx="709">
                  <c:v>43033</c:v>
                </c:pt>
                <c:pt idx="710">
                  <c:v>43034</c:v>
                </c:pt>
                <c:pt idx="711">
                  <c:v>43035</c:v>
                </c:pt>
                <c:pt idx="712">
                  <c:v>43038</c:v>
                </c:pt>
                <c:pt idx="713">
                  <c:v>43039</c:v>
                </c:pt>
                <c:pt idx="714">
                  <c:v>43040</c:v>
                </c:pt>
                <c:pt idx="715">
                  <c:v>43041</c:v>
                </c:pt>
                <c:pt idx="716">
                  <c:v>43042</c:v>
                </c:pt>
                <c:pt idx="717">
                  <c:v>43045</c:v>
                </c:pt>
                <c:pt idx="718">
                  <c:v>43046</c:v>
                </c:pt>
                <c:pt idx="719">
                  <c:v>43047</c:v>
                </c:pt>
                <c:pt idx="720">
                  <c:v>43048</c:v>
                </c:pt>
                <c:pt idx="721">
                  <c:v>43049</c:v>
                </c:pt>
                <c:pt idx="722">
                  <c:v>43052</c:v>
                </c:pt>
                <c:pt idx="723">
                  <c:v>43053</c:v>
                </c:pt>
                <c:pt idx="724">
                  <c:v>43054</c:v>
                </c:pt>
                <c:pt idx="725">
                  <c:v>43055</c:v>
                </c:pt>
                <c:pt idx="726">
                  <c:v>43056</c:v>
                </c:pt>
                <c:pt idx="727">
                  <c:v>43059</c:v>
                </c:pt>
                <c:pt idx="728">
                  <c:v>43060</c:v>
                </c:pt>
                <c:pt idx="729">
                  <c:v>43061</c:v>
                </c:pt>
                <c:pt idx="730">
                  <c:v>43063</c:v>
                </c:pt>
                <c:pt idx="731">
                  <c:v>43066</c:v>
                </c:pt>
                <c:pt idx="732">
                  <c:v>43067</c:v>
                </c:pt>
                <c:pt idx="733">
                  <c:v>43068</c:v>
                </c:pt>
                <c:pt idx="734">
                  <c:v>43069</c:v>
                </c:pt>
                <c:pt idx="735">
                  <c:v>43070</c:v>
                </c:pt>
                <c:pt idx="736">
                  <c:v>43073</c:v>
                </c:pt>
                <c:pt idx="737">
                  <c:v>43074</c:v>
                </c:pt>
                <c:pt idx="738">
                  <c:v>43075</c:v>
                </c:pt>
                <c:pt idx="739">
                  <c:v>43076</c:v>
                </c:pt>
                <c:pt idx="740">
                  <c:v>43077</c:v>
                </c:pt>
                <c:pt idx="741">
                  <c:v>43080</c:v>
                </c:pt>
                <c:pt idx="742">
                  <c:v>43081</c:v>
                </c:pt>
                <c:pt idx="743">
                  <c:v>43082</c:v>
                </c:pt>
                <c:pt idx="744">
                  <c:v>43083</c:v>
                </c:pt>
                <c:pt idx="745">
                  <c:v>43084</c:v>
                </c:pt>
                <c:pt idx="746">
                  <c:v>43087</c:v>
                </c:pt>
                <c:pt idx="747">
                  <c:v>43088</c:v>
                </c:pt>
                <c:pt idx="748">
                  <c:v>43089</c:v>
                </c:pt>
                <c:pt idx="749">
                  <c:v>43090</c:v>
                </c:pt>
                <c:pt idx="750">
                  <c:v>43091</c:v>
                </c:pt>
                <c:pt idx="751">
                  <c:v>43095</c:v>
                </c:pt>
                <c:pt idx="752">
                  <c:v>43096</c:v>
                </c:pt>
                <c:pt idx="753">
                  <c:v>43097</c:v>
                </c:pt>
                <c:pt idx="754">
                  <c:v>43098</c:v>
                </c:pt>
                <c:pt idx="755">
                  <c:v>43102</c:v>
                </c:pt>
                <c:pt idx="756">
                  <c:v>43103</c:v>
                </c:pt>
                <c:pt idx="757">
                  <c:v>43104</c:v>
                </c:pt>
                <c:pt idx="758">
                  <c:v>43105</c:v>
                </c:pt>
                <c:pt idx="759">
                  <c:v>43108</c:v>
                </c:pt>
                <c:pt idx="760">
                  <c:v>43109</c:v>
                </c:pt>
                <c:pt idx="761">
                  <c:v>43110</c:v>
                </c:pt>
                <c:pt idx="762">
                  <c:v>43111</c:v>
                </c:pt>
                <c:pt idx="763">
                  <c:v>43112</c:v>
                </c:pt>
                <c:pt idx="764">
                  <c:v>43116</c:v>
                </c:pt>
                <c:pt idx="765">
                  <c:v>43117</c:v>
                </c:pt>
                <c:pt idx="766">
                  <c:v>43118</c:v>
                </c:pt>
                <c:pt idx="767">
                  <c:v>43119</c:v>
                </c:pt>
                <c:pt idx="768">
                  <c:v>43122</c:v>
                </c:pt>
                <c:pt idx="769">
                  <c:v>43123</c:v>
                </c:pt>
                <c:pt idx="770">
                  <c:v>43124</c:v>
                </c:pt>
                <c:pt idx="771">
                  <c:v>43125</c:v>
                </c:pt>
                <c:pt idx="772">
                  <c:v>43126</c:v>
                </c:pt>
                <c:pt idx="773">
                  <c:v>43129</c:v>
                </c:pt>
                <c:pt idx="774">
                  <c:v>43130</c:v>
                </c:pt>
                <c:pt idx="775">
                  <c:v>43131</c:v>
                </c:pt>
                <c:pt idx="776">
                  <c:v>43132</c:v>
                </c:pt>
                <c:pt idx="777">
                  <c:v>43133</c:v>
                </c:pt>
                <c:pt idx="778">
                  <c:v>43136</c:v>
                </c:pt>
                <c:pt idx="779">
                  <c:v>43137</c:v>
                </c:pt>
                <c:pt idx="780">
                  <c:v>43138</c:v>
                </c:pt>
                <c:pt idx="781">
                  <c:v>43139</c:v>
                </c:pt>
                <c:pt idx="782">
                  <c:v>43140</c:v>
                </c:pt>
                <c:pt idx="783">
                  <c:v>43143</c:v>
                </c:pt>
                <c:pt idx="784">
                  <c:v>43144</c:v>
                </c:pt>
                <c:pt idx="785">
                  <c:v>43145</c:v>
                </c:pt>
                <c:pt idx="786">
                  <c:v>43146</c:v>
                </c:pt>
                <c:pt idx="787">
                  <c:v>43147</c:v>
                </c:pt>
                <c:pt idx="788">
                  <c:v>43151</c:v>
                </c:pt>
                <c:pt idx="789">
                  <c:v>43152</c:v>
                </c:pt>
                <c:pt idx="790">
                  <c:v>43153</c:v>
                </c:pt>
                <c:pt idx="791">
                  <c:v>43154</c:v>
                </c:pt>
                <c:pt idx="792">
                  <c:v>43157</c:v>
                </c:pt>
                <c:pt idx="793">
                  <c:v>43158</c:v>
                </c:pt>
                <c:pt idx="794">
                  <c:v>43159</c:v>
                </c:pt>
                <c:pt idx="795">
                  <c:v>43160</c:v>
                </c:pt>
                <c:pt idx="796">
                  <c:v>43161</c:v>
                </c:pt>
                <c:pt idx="797">
                  <c:v>43164</c:v>
                </c:pt>
                <c:pt idx="798">
                  <c:v>43165</c:v>
                </c:pt>
                <c:pt idx="799">
                  <c:v>43166</c:v>
                </c:pt>
                <c:pt idx="800">
                  <c:v>43167</c:v>
                </c:pt>
                <c:pt idx="801">
                  <c:v>43168</c:v>
                </c:pt>
                <c:pt idx="802">
                  <c:v>43171</c:v>
                </c:pt>
                <c:pt idx="803">
                  <c:v>43172</c:v>
                </c:pt>
                <c:pt idx="804">
                  <c:v>43173</c:v>
                </c:pt>
                <c:pt idx="805">
                  <c:v>43174</c:v>
                </c:pt>
                <c:pt idx="806">
                  <c:v>43175</c:v>
                </c:pt>
                <c:pt idx="807">
                  <c:v>43178</c:v>
                </c:pt>
                <c:pt idx="808">
                  <c:v>43179</c:v>
                </c:pt>
                <c:pt idx="809">
                  <c:v>43180</c:v>
                </c:pt>
                <c:pt idx="810">
                  <c:v>43181</c:v>
                </c:pt>
                <c:pt idx="811">
                  <c:v>43182</c:v>
                </c:pt>
                <c:pt idx="812">
                  <c:v>43185</c:v>
                </c:pt>
                <c:pt idx="813">
                  <c:v>43186</c:v>
                </c:pt>
                <c:pt idx="814">
                  <c:v>43187</c:v>
                </c:pt>
                <c:pt idx="815">
                  <c:v>43188</c:v>
                </c:pt>
                <c:pt idx="816">
                  <c:v>43192</c:v>
                </c:pt>
                <c:pt idx="817">
                  <c:v>43193</c:v>
                </c:pt>
                <c:pt idx="818">
                  <c:v>43194</c:v>
                </c:pt>
                <c:pt idx="819">
                  <c:v>43195</c:v>
                </c:pt>
                <c:pt idx="820">
                  <c:v>43196</c:v>
                </c:pt>
                <c:pt idx="821">
                  <c:v>43199</c:v>
                </c:pt>
                <c:pt idx="822">
                  <c:v>43200</c:v>
                </c:pt>
                <c:pt idx="823">
                  <c:v>43201</c:v>
                </c:pt>
                <c:pt idx="824">
                  <c:v>43202</c:v>
                </c:pt>
                <c:pt idx="825">
                  <c:v>43203</c:v>
                </c:pt>
                <c:pt idx="826">
                  <c:v>43206</c:v>
                </c:pt>
                <c:pt idx="827">
                  <c:v>43207</c:v>
                </c:pt>
                <c:pt idx="828">
                  <c:v>43208</c:v>
                </c:pt>
                <c:pt idx="829">
                  <c:v>43209</c:v>
                </c:pt>
                <c:pt idx="830">
                  <c:v>43210</c:v>
                </c:pt>
                <c:pt idx="831">
                  <c:v>43213</c:v>
                </c:pt>
                <c:pt idx="832">
                  <c:v>43214</c:v>
                </c:pt>
                <c:pt idx="833">
                  <c:v>43215</c:v>
                </c:pt>
                <c:pt idx="834">
                  <c:v>43216</c:v>
                </c:pt>
                <c:pt idx="835">
                  <c:v>43217</c:v>
                </c:pt>
                <c:pt idx="836">
                  <c:v>43220</c:v>
                </c:pt>
                <c:pt idx="837">
                  <c:v>43221</c:v>
                </c:pt>
                <c:pt idx="838">
                  <c:v>43222</c:v>
                </c:pt>
                <c:pt idx="839">
                  <c:v>43223</c:v>
                </c:pt>
                <c:pt idx="840">
                  <c:v>43224</c:v>
                </c:pt>
                <c:pt idx="841">
                  <c:v>43227</c:v>
                </c:pt>
                <c:pt idx="842">
                  <c:v>43228</c:v>
                </c:pt>
                <c:pt idx="843">
                  <c:v>43229</c:v>
                </c:pt>
                <c:pt idx="844">
                  <c:v>43230</c:v>
                </c:pt>
                <c:pt idx="845">
                  <c:v>43231</c:v>
                </c:pt>
                <c:pt idx="846">
                  <c:v>43234</c:v>
                </c:pt>
                <c:pt idx="847">
                  <c:v>43235</c:v>
                </c:pt>
                <c:pt idx="848">
                  <c:v>43236</c:v>
                </c:pt>
                <c:pt idx="849">
                  <c:v>43237</c:v>
                </c:pt>
                <c:pt idx="850">
                  <c:v>43238</c:v>
                </c:pt>
                <c:pt idx="851">
                  <c:v>43241</c:v>
                </c:pt>
                <c:pt idx="852">
                  <c:v>43242</c:v>
                </c:pt>
                <c:pt idx="853">
                  <c:v>43243</c:v>
                </c:pt>
                <c:pt idx="854">
                  <c:v>43244</c:v>
                </c:pt>
                <c:pt idx="855">
                  <c:v>43245</c:v>
                </c:pt>
                <c:pt idx="856">
                  <c:v>43249</c:v>
                </c:pt>
                <c:pt idx="857">
                  <c:v>43250</c:v>
                </c:pt>
                <c:pt idx="858">
                  <c:v>43251</c:v>
                </c:pt>
                <c:pt idx="859">
                  <c:v>43252</c:v>
                </c:pt>
                <c:pt idx="860">
                  <c:v>43255</c:v>
                </c:pt>
                <c:pt idx="861">
                  <c:v>43256</c:v>
                </c:pt>
                <c:pt idx="862">
                  <c:v>43257</c:v>
                </c:pt>
                <c:pt idx="863">
                  <c:v>43258</c:v>
                </c:pt>
                <c:pt idx="864">
                  <c:v>43259</c:v>
                </c:pt>
                <c:pt idx="865">
                  <c:v>43262</c:v>
                </c:pt>
                <c:pt idx="866">
                  <c:v>43263</c:v>
                </c:pt>
                <c:pt idx="867">
                  <c:v>43264</c:v>
                </c:pt>
                <c:pt idx="868">
                  <c:v>43265</c:v>
                </c:pt>
                <c:pt idx="869">
                  <c:v>43266</c:v>
                </c:pt>
                <c:pt idx="870">
                  <c:v>43269</c:v>
                </c:pt>
                <c:pt idx="871">
                  <c:v>43270</c:v>
                </c:pt>
                <c:pt idx="872">
                  <c:v>43271</c:v>
                </c:pt>
                <c:pt idx="873">
                  <c:v>43272</c:v>
                </c:pt>
                <c:pt idx="874">
                  <c:v>43273</c:v>
                </c:pt>
                <c:pt idx="875">
                  <c:v>43276</c:v>
                </c:pt>
                <c:pt idx="876">
                  <c:v>43277</c:v>
                </c:pt>
                <c:pt idx="877">
                  <c:v>43278</c:v>
                </c:pt>
                <c:pt idx="878">
                  <c:v>43279</c:v>
                </c:pt>
                <c:pt idx="879">
                  <c:v>43280</c:v>
                </c:pt>
                <c:pt idx="880">
                  <c:v>43283</c:v>
                </c:pt>
                <c:pt idx="881">
                  <c:v>43284</c:v>
                </c:pt>
                <c:pt idx="882">
                  <c:v>43286</c:v>
                </c:pt>
                <c:pt idx="883">
                  <c:v>43287</c:v>
                </c:pt>
                <c:pt idx="884">
                  <c:v>43290</c:v>
                </c:pt>
                <c:pt idx="885">
                  <c:v>43291</c:v>
                </c:pt>
                <c:pt idx="886">
                  <c:v>43292</c:v>
                </c:pt>
                <c:pt idx="887">
                  <c:v>43293</c:v>
                </c:pt>
                <c:pt idx="888">
                  <c:v>43294</c:v>
                </c:pt>
                <c:pt idx="889">
                  <c:v>43297</c:v>
                </c:pt>
                <c:pt idx="890">
                  <c:v>43298</c:v>
                </c:pt>
                <c:pt idx="891">
                  <c:v>43299</c:v>
                </c:pt>
                <c:pt idx="892">
                  <c:v>43300</c:v>
                </c:pt>
                <c:pt idx="893">
                  <c:v>43301</c:v>
                </c:pt>
                <c:pt idx="894">
                  <c:v>43304</c:v>
                </c:pt>
                <c:pt idx="895">
                  <c:v>43305</c:v>
                </c:pt>
                <c:pt idx="896">
                  <c:v>43306</c:v>
                </c:pt>
                <c:pt idx="897">
                  <c:v>43307</c:v>
                </c:pt>
                <c:pt idx="898">
                  <c:v>43308</c:v>
                </c:pt>
                <c:pt idx="899">
                  <c:v>43311</c:v>
                </c:pt>
                <c:pt idx="900">
                  <c:v>43312</c:v>
                </c:pt>
                <c:pt idx="901">
                  <c:v>43313</c:v>
                </c:pt>
                <c:pt idx="902">
                  <c:v>43314</c:v>
                </c:pt>
                <c:pt idx="903">
                  <c:v>43315</c:v>
                </c:pt>
                <c:pt idx="904">
                  <c:v>43318</c:v>
                </c:pt>
                <c:pt idx="905">
                  <c:v>43319</c:v>
                </c:pt>
                <c:pt idx="906">
                  <c:v>43320</c:v>
                </c:pt>
                <c:pt idx="907">
                  <c:v>43321</c:v>
                </c:pt>
                <c:pt idx="908">
                  <c:v>43322</c:v>
                </c:pt>
                <c:pt idx="909">
                  <c:v>43325</c:v>
                </c:pt>
                <c:pt idx="910">
                  <c:v>43326</c:v>
                </c:pt>
                <c:pt idx="911">
                  <c:v>43327</c:v>
                </c:pt>
                <c:pt idx="912">
                  <c:v>43328</c:v>
                </c:pt>
                <c:pt idx="913">
                  <c:v>43329</c:v>
                </c:pt>
                <c:pt idx="914">
                  <c:v>43332</c:v>
                </c:pt>
                <c:pt idx="915">
                  <c:v>43333</c:v>
                </c:pt>
                <c:pt idx="916">
                  <c:v>43334</c:v>
                </c:pt>
                <c:pt idx="917">
                  <c:v>43335</c:v>
                </c:pt>
                <c:pt idx="918">
                  <c:v>43336</c:v>
                </c:pt>
                <c:pt idx="919">
                  <c:v>43339</c:v>
                </c:pt>
                <c:pt idx="920">
                  <c:v>43340</c:v>
                </c:pt>
                <c:pt idx="921">
                  <c:v>43341</c:v>
                </c:pt>
                <c:pt idx="922">
                  <c:v>43342</c:v>
                </c:pt>
                <c:pt idx="923">
                  <c:v>43343</c:v>
                </c:pt>
                <c:pt idx="924">
                  <c:v>43347</c:v>
                </c:pt>
                <c:pt idx="925">
                  <c:v>43348</c:v>
                </c:pt>
                <c:pt idx="926">
                  <c:v>43349</c:v>
                </c:pt>
                <c:pt idx="927">
                  <c:v>43350</c:v>
                </c:pt>
                <c:pt idx="928">
                  <c:v>43353</c:v>
                </c:pt>
                <c:pt idx="929">
                  <c:v>43354</c:v>
                </c:pt>
                <c:pt idx="930">
                  <c:v>43355</c:v>
                </c:pt>
                <c:pt idx="931">
                  <c:v>43356</c:v>
                </c:pt>
                <c:pt idx="932">
                  <c:v>43357</c:v>
                </c:pt>
                <c:pt idx="933">
                  <c:v>43360</c:v>
                </c:pt>
                <c:pt idx="934">
                  <c:v>43361</c:v>
                </c:pt>
                <c:pt idx="935">
                  <c:v>43362</c:v>
                </c:pt>
                <c:pt idx="936">
                  <c:v>43363</c:v>
                </c:pt>
                <c:pt idx="937">
                  <c:v>43364</c:v>
                </c:pt>
                <c:pt idx="938">
                  <c:v>43367</c:v>
                </c:pt>
                <c:pt idx="939">
                  <c:v>43368</c:v>
                </c:pt>
                <c:pt idx="940">
                  <c:v>43369</c:v>
                </c:pt>
                <c:pt idx="941">
                  <c:v>43370</c:v>
                </c:pt>
                <c:pt idx="942">
                  <c:v>43371</c:v>
                </c:pt>
                <c:pt idx="943">
                  <c:v>43374</c:v>
                </c:pt>
                <c:pt idx="944">
                  <c:v>43375</c:v>
                </c:pt>
                <c:pt idx="945">
                  <c:v>43376</c:v>
                </c:pt>
                <c:pt idx="946">
                  <c:v>43377</c:v>
                </c:pt>
                <c:pt idx="947">
                  <c:v>43378</c:v>
                </c:pt>
                <c:pt idx="948">
                  <c:v>43381</c:v>
                </c:pt>
                <c:pt idx="949">
                  <c:v>43382</c:v>
                </c:pt>
                <c:pt idx="950">
                  <c:v>43383</c:v>
                </c:pt>
                <c:pt idx="951">
                  <c:v>43384</c:v>
                </c:pt>
                <c:pt idx="952">
                  <c:v>43385</c:v>
                </c:pt>
                <c:pt idx="953">
                  <c:v>43388</c:v>
                </c:pt>
                <c:pt idx="954">
                  <c:v>43389</c:v>
                </c:pt>
                <c:pt idx="955">
                  <c:v>43390</c:v>
                </c:pt>
                <c:pt idx="956">
                  <c:v>43391</c:v>
                </c:pt>
                <c:pt idx="957">
                  <c:v>43392</c:v>
                </c:pt>
                <c:pt idx="958">
                  <c:v>43395</c:v>
                </c:pt>
                <c:pt idx="959">
                  <c:v>43396</c:v>
                </c:pt>
                <c:pt idx="960">
                  <c:v>43397</c:v>
                </c:pt>
                <c:pt idx="961">
                  <c:v>43398</c:v>
                </c:pt>
                <c:pt idx="962">
                  <c:v>43399</c:v>
                </c:pt>
                <c:pt idx="963">
                  <c:v>43402</c:v>
                </c:pt>
                <c:pt idx="964">
                  <c:v>43403</c:v>
                </c:pt>
                <c:pt idx="965">
                  <c:v>43404</c:v>
                </c:pt>
                <c:pt idx="966">
                  <c:v>43405</c:v>
                </c:pt>
                <c:pt idx="967">
                  <c:v>43406</c:v>
                </c:pt>
                <c:pt idx="968">
                  <c:v>43409</c:v>
                </c:pt>
                <c:pt idx="969">
                  <c:v>43410</c:v>
                </c:pt>
                <c:pt idx="970">
                  <c:v>43411</c:v>
                </c:pt>
                <c:pt idx="971">
                  <c:v>43412</c:v>
                </c:pt>
                <c:pt idx="972">
                  <c:v>43413</c:v>
                </c:pt>
                <c:pt idx="973">
                  <c:v>43416</c:v>
                </c:pt>
                <c:pt idx="974">
                  <c:v>43417</c:v>
                </c:pt>
                <c:pt idx="975">
                  <c:v>43418</c:v>
                </c:pt>
                <c:pt idx="976">
                  <c:v>43419</c:v>
                </c:pt>
                <c:pt idx="977">
                  <c:v>43420</c:v>
                </c:pt>
                <c:pt idx="978">
                  <c:v>43423</c:v>
                </c:pt>
                <c:pt idx="979">
                  <c:v>43424</c:v>
                </c:pt>
                <c:pt idx="980">
                  <c:v>43425</c:v>
                </c:pt>
                <c:pt idx="981">
                  <c:v>43427</c:v>
                </c:pt>
                <c:pt idx="982">
                  <c:v>43430</c:v>
                </c:pt>
                <c:pt idx="983">
                  <c:v>43431</c:v>
                </c:pt>
                <c:pt idx="984">
                  <c:v>43432</c:v>
                </c:pt>
                <c:pt idx="985">
                  <c:v>43433</c:v>
                </c:pt>
                <c:pt idx="986">
                  <c:v>43434</c:v>
                </c:pt>
                <c:pt idx="987">
                  <c:v>43437</c:v>
                </c:pt>
                <c:pt idx="988">
                  <c:v>43438</c:v>
                </c:pt>
                <c:pt idx="989">
                  <c:v>43440</c:v>
                </c:pt>
                <c:pt idx="990">
                  <c:v>43441</c:v>
                </c:pt>
                <c:pt idx="991">
                  <c:v>43444</c:v>
                </c:pt>
                <c:pt idx="992">
                  <c:v>43445</c:v>
                </c:pt>
                <c:pt idx="993">
                  <c:v>43446</c:v>
                </c:pt>
                <c:pt idx="994">
                  <c:v>43447</c:v>
                </c:pt>
                <c:pt idx="995">
                  <c:v>43448</c:v>
                </c:pt>
                <c:pt idx="996">
                  <c:v>43451</c:v>
                </c:pt>
                <c:pt idx="997">
                  <c:v>43452</c:v>
                </c:pt>
                <c:pt idx="998">
                  <c:v>43453</c:v>
                </c:pt>
                <c:pt idx="999">
                  <c:v>43454</c:v>
                </c:pt>
                <c:pt idx="1000">
                  <c:v>43455</c:v>
                </c:pt>
                <c:pt idx="1001">
                  <c:v>43458</c:v>
                </c:pt>
                <c:pt idx="1002">
                  <c:v>43460</c:v>
                </c:pt>
                <c:pt idx="1003">
                  <c:v>43461</c:v>
                </c:pt>
                <c:pt idx="1004">
                  <c:v>43462</c:v>
                </c:pt>
                <c:pt idx="1005">
                  <c:v>43465</c:v>
                </c:pt>
                <c:pt idx="1006">
                  <c:v>43467</c:v>
                </c:pt>
                <c:pt idx="1007">
                  <c:v>43468</c:v>
                </c:pt>
                <c:pt idx="1008">
                  <c:v>43469</c:v>
                </c:pt>
                <c:pt idx="1009">
                  <c:v>43472</c:v>
                </c:pt>
                <c:pt idx="1010">
                  <c:v>43473</c:v>
                </c:pt>
                <c:pt idx="1011">
                  <c:v>43474</c:v>
                </c:pt>
                <c:pt idx="1012">
                  <c:v>43475</c:v>
                </c:pt>
                <c:pt idx="1013">
                  <c:v>43476</c:v>
                </c:pt>
                <c:pt idx="1014">
                  <c:v>43479</c:v>
                </c:pt>
                <c:pt idx="1015">
                  <c:v>43480</c:v>
                </c:pt>
                <c:pt idx="1016">
                  <c:v>43481</c:v>
                </c:pt>
                <c:pt idx="1017">
                  <c:v>43482</c:v>
                </c:pt>
                <c:pt idx="1018">
                  <c:v>43483</c:v>
                </c:pt>
                <c:pt idx="1019">
                  <c:v>43487</c:v>
                </c:pt>
                <c:pt idx="1020">
                  <c:v>43488</c:v>
                </c:pt>
                <c:pt idx="1021">
                  <c:v>43489</c:v>
                </c:pt>
                <c:pt idx="1022">
                  <c:v>43490</c:v>
                </c:pt>
                <c:pt idx="1023">
                  <c:v>43493</c:v>
                </c:pt>
                <c:pt idx="1024">
                  <c:v>43494</c:v>
                </c:pt>
                <c:pt idx="1025">
                  <c:v>43495</c:v>
                </c:pt>
                <c:pt idx="1026">
                  <c:v>43496</c:v>
                </c:pt>
                <c:pt idx="1027">
                  <c:v>43497</c:v>
                </c:pt>
                <c:pt idx="1028">
                  <c:v>43500</c:v>
                </c:pt>
                <c:pt idx="1029">
                  <c:v>43501</c:v>
                </c:pt>
                <c:pt idx="1030">
                  <c:v>43502</c:v>
                </c:pt>
                <c:pt idx="1031">
                  <c:v>43503</c:v>
                </c:pt>
                <c:pt idx="1032">
                  <c:v>43504</c:v>
                </c:pt>
                <c:pt idx="1033">
                  <c:v>43507</c:v>
                </c:pt>
                <c:pt idx="1034">
                  <c:v>43508</c:v>
                </c:pt>
                <c:pt idx="1035">
                  <c:v>43509</c:v>
                </c:pt>
                <c:pt idx="1036">
                  <c:v>43510</c:v>
                </c:pt>
                <c:pt idx="1037">
                  <c:v>43511</c:v>
                </c:pt>
                <c:pt idx="1038">
                  <c:v>43515</c:v>
                </c:pt>
                <c:pt idx="1039">
                  <c:v>43516</c:v>
                </c:pt>
                <c:pt idx="1040">
                  <c:v>43517</c:v>
                </c:pt>
                <c:pt idx="1041">
                  <c:v>43518</c:v>
                </c:pt>
                <c:pt idx="1042">
                  <c:v>43521</c:v>
                </c:pt>
                <c:pt idx="1043">
                  <c:v>43522</c:v>
                </c:pt>
                <c:pt idx="1044">
                  <c:v>43523</c:v>
                </c:pt>
                <c:pt idx="1045">
                  <c:v>43524</c:v>
                </c:pt>
                <c:pt idx="1046">
                  <c:v>43525</c:v>
                </c:pt>
                <c:pt idx="1047">
                  <c:v>43528</c:v>
                </c:pt>
                <c:pt idx="1048">
                  <c:v>43529</c:v>
                </c:pt>
                <c:pt idx="1049">
                  <c:v>43530</c:v>
                </c:pt>
                <c:pt idx="1050">
                  <c:v>43531</c:v>
                </c:pt>
                <c:pt idx="1051">
                  <c:v>43532</c:v>
                </c:pt>
                <c:pt idx="1052">
                  <c:v>43535</c:v>
                </c:pt>
                <c:pt idx="1053">
                  <c:v>43536</c:v>
                </c:pt>
                <c:pt idx="1054">
                  <c:v>43537</c:v>
                </c:pt>
                <c:pt idx="1055">
                  <c:v>43538</c:v>
                </c:pt>
                <c:pt idx="1056">
                  <c:v>43539</c:v>
                </c:pt>
                <c:pt idx="1057">
                  <c:v>43542</c:v>
                </c:pt>
                <c:pt idx="1058">
                  <c:v>43543</c:v>
                </c:pt>
                <c:pt idx="1059">
                  <c:v>43544</c:v>
                </c:pt>
                <c:pt idx="1060">
                  <c:v>43545</c:v>
                </c:pt>
                <c:pt idx="1061">
                  <c:v>43546</c:v>
                </c:pt>
                <c:pt idx="1062">
                  <c:v>43549</c:v>
                </c:pt>
                <c:pt idx="1063">
                  <c:v>43550</c:v>
                </c:pt>
                <c:pt idx="1064">
                  <c:v>43551</c:v>
                </c:pt>
                <c:pt idx="1065">
                  <c:v>43552</c:v>
                </c:pt>
                <c:pt idx="1066">
                  <c:v>43553</c:v>
                </c:pt>
                <c:pt idx="1067">
                  <c:v>43556</c:v>
                </c:pt>
                <c:pt idx="1068">
                  <c:v>43557</c:v>
                </c:pt>
                <c:pt idx="1069">
                  <c:v>43558</c:v>
                </c:pt>
                <c:pt idx="1070">
                  <c:v>43559</c:v>
                </c:pt>
                <c:pt idx="1071">
                  <c:v>43560</c:v>
                </c:pt>
                <c:pt idx="1072">
                  <c:v>43563</c:v>
                </c:pt>
                <c:pt idx="1073">
                  <c:v>43564</c:v>
                </c:pt>
                <c:pt idx="1074">
                  <c:v>43565</c:v>
                </c:pt>
                <c:pt idx="1075">
                  <c:v>43566</c:v>
                </c:pt>
                <c:pt idx="1076">
                  <c:v>43567</c:v>
                </c:pt>
                <c:pt idx="1077">
                  <c:v>43570</c:v>
                </c:pt>
                <c:pt idx="1078">
                  <c:v>43571</c:v>
                </c:pt>
                <c:pt idx="1079">
                  <c:v>43572</c:v>
                </c:pt>
                <c:pt idx="1080">
                  <c:v>43573</c:v>
                </c:pt>
                <c:pt idx="1081">
                  <c:v>43577</c:v>
                </c:pt>
                <c:pt idx="1082">
                  <c:v>43578</c:v>
                </c:pt>
                <c:pt idx="1083">
                  <c:v>43579</c:v>
                </c:pt>
                <c:pt idx="1084">
                  <c:v>43580</c:v>
                </c:pt>
                <c:pt idx="1085">
                  <c:v>43581</c:v>
                </c:pt>
                <c:pt idx="1086">
                  <c:v>43584</c:v>
                </c:pt>
                <c:pt idx="1087">
                  <c:v>43585</c:v>
                </c:pt>
                <c:pt idx="1088">
                  <c:v>43586</c:v>
                </c:pt>
                <c:pt idx="1089">
                  <c:v>43587</c:v>
                </c:pt>
                <c:pt idx="1090">
                  <c:v>43588</c:v>
                </c:pt>
                <c:pt idx="1091">
                  <c:v>43591</c:v>
                </c:pt>
                <c:pt idx="1092">
                  <c:v>43592</c:v>
                </c:pt>
                <c:pt idx="1093">
                  <c:v>43593</c:v>
                </c:pt>
                <c:pt idx="1094">
                  <c:v>43594</c:v>
                </c:pt>
                <c:pt idx="1095">
                  <c:v>43595</c:v>
                </c:pt>
                <c:pt idx="1096">
                  <c:v>43598</c:v>
                </c:pt>
                <c:pt idx="1097">
                  <c:v>43599</c:v>
                </c:pt>
                <c:pt idx="1098">
                  <c:v>43600</c:v>
                </c:pt>
                <c:pt idx="1099">
                  <c:v>43601</c:v>
                </c:pt>
                <c:pt idx="1100">
                  <c:v>43602</c:v>
                </c:pt>
                <c:pt idx="1101">
                  <c:v>43605</c:v>
                </c:pt>
                <c:pt idx="1102">
                  <c:v>43606</c:v>
                </c:pt>
                <c:pt idx="1103">
                  <c:v>43607</c:v>
                </c:pt>
                <c:pt idx="1104">
                  <c:v>43608</c:v>
                </c:pt>
                <c:pt idx="1105">
                  <c:v>43609</c:v>
                </c:pt>
                <c:pt idx="1106">
                  <c:v>43613</c:v>
                </c:pt>
                <c:pt idx="1107">
                  <c:v>43614</c:v>
                </c:pt>
                <c:pt idx="1108">
                  <c:v>43615</c:v>
                </c:pt>
                <c:pt idx="1109">
                  <c:v>43616</c:v>
                </c:pt>
                <c:pt idx="1110">
                  <c:v>43619</c:v>
                </c:pt>
                <c:pt idx="1111">
                  <c:v>43620</c:v>
                </c:pt>
                <c:pt idx="1112">
                  <c:v>43621</c:v>
                </c:pt>
                <c:pt idx="1113">
                  <c:v>43622</c:v>
                </c:pt>
                <c:pt idx="1114">
                  <c:v>43623</c:v>
                </c:pt>
                <c:pt idx="1115">
                  <c:v>43626</c:v>
                </c:pt>
                <c:pt idx="1116">
                  <c:v>43627</c:v>
                </c:pt>
                <c:pt idx="1117">
                  <c:v>43628</c:v>
                </c:pt>
                <c:pt idx="1118">
                  <c:v>43629</c:v>
                </c:pt>
                <c:pt idx="1119">
                  <c:v>43630</c:v>
                </c:pt>
                <c:pt idx="1120">
                  <c:v>43633</c:v>
                </c:pt>
                <c:pt idx="1121">
                  <c:v>43634</c:v>
                </c:pt>
                <c:pt idx="1122">
                  <c:v>43635</c:v>
                </c:pt>
                <c:pt idx="1123">
                  <c:v>43636</c:v>
                </c:pt>
                <c:pt idx="1124">
                  <c:v>43637</c:v>
                </c:pt>
                <c:pt idx="1125">
                  <c:v>43640</c:v>
                </c:pt>
                <c:pt idx="1126">
                  <c:v>43641</c:v>
                </c:pt>
                <c:pt idx="1127">
                  <c:v>43642</c:v>
                </c:pt>
                <c:pt idx="1128">
                  <c:v>43643</c:v>
                </c:pt>
                <c:pt idx="1129">
                  <c:v>43644</c:v>
                </c:pt>
                <c:pt idx="1130">
                  <c:v>43647</c:v>
                </c:pt>
                <c:pt idx="1131">
                  <c:v>43648</c:v>
                </c:pt>
                <c:pt idx="1132">
                  <c:v>43649</c:v>
                </c:pt>
                <c:pt idx="1133">
                  <c:v>43651</c:v>
                </c:pt>
                <c:pt idx="1134">
                  <c:v>43654</c:v>
                </c:pt>
                <c:pt idx="1135">
                  <c:v>43655</c:v>
                </c:pt>
                <c:pt idx="1136">
                  <c:v>43656</c:v>
                </c:pt>
                <c:pt idx="1137">
                  <c:v>43657</c:v>
                </c:pt>
                <c:pt idx="1138">
                  <c:v>43658</c:v>
                </c:pt>
                <c:pt idx="1139">
                  <c:v>43661</c:v>
                </c:pt>
                <c:pt idx="1140">
                  <c:v>43662</c:v>
                </c:pt>
                <c:pt idx="1141">
                  <c:v>43663</c:v>
                </c:pt>
                <c:pt idx="1142">
                  <c:v>43664</c:v>
                </c:pt>
                <c:pt idx="1143">
                  <c:v>43665</c:v>
                </c:pt>
                <c:pt idx="1144">
                  <c:v>43668</c:v>
                </c:pt>
                <c:pt idx="1145">
                  <c:v>43669</c:v>
                </c:pt>
                <c:pt idx="1146">
                  <c:v>43670</c:v>
                </c:pt>
                <c:pt idx="1147">
                  <c:v>43671</c:v>
                </c:pt>
                <c:pt idx="1148">
                  <c:v>43672</c:v>
                </c:pt>
                <c:pt idx="1149">
                  <c:v>43675</c:v>
                </c:pt>
                <c:pt idx="1150">
                  <c:v>43676</c:v>
                </c:pt>
                <c:pt idx="1151">
                  <c:v>43677</c:v>
                </c:pt>
                <c:pt idx="1152">
                  <c:v>43678</c:v>
                </c:pt>
                <c:pt idx="1153">
                  <c:v>43679</c:v>
                </c:pt>
                <c:pt idx="1154">
                  <c:v>43682</c:v>
                </c:pt>
                <c:pt idx="1155">
                  <c:v>43683</c:v>
                </c:pt>
                <c:pt idx="1156">
                  <c:v>43684</c:v>
                </c:pt>
                <c:pt idx="1157">
                  <c:v>43685</c:v>
                </c:pt>
                <c:pt idx="1158">
                  <c:v>43686</c:v>
                </c:pt>
                <c:pt idx="1159">
                  <c:v>43689</c:v>
                </c:pt>
                <c:pt idx="1160">
                  <c:v>43690</c:v>
                </c:pt>
                <c:pt idx="1161">
                  <c:v>43691</c:v>
                </c:pt>
                <c:pt idx="1162">
                  <c:v>43692</c:v>
                </c:pt>
                <c:pt idx="1163">
                  <c:v>43693</c:v>
                </c:pt>
                <c:pt idx="1164">
                  <c:v>43696</c:v>
                </c:pt>
                <c:pt idx="1165">
                  <c:v>43697</c:v>
                </c:pt>
                <c:pt idx="1166">
                  <c:v>43698</c:v>
                </c:pt>
                <c:pt idx="1167">
                  <c:v>43699</c:v>
                </c:pt>
                <c:pt idx="1168">
                  <c:v>43700</c:v>
                </c:pt>
                <c:pt idx="1169">
                  <c:v>43703</c:v>
                </c:pt>
                <c:pt idx="1170">
                  <c:v>43704</c:v>
                </c:pt>
                <c:pt idx="1171">
                  <c:v>43705</c:v>
                </c:pt>
                <c:pt idx="1172">
                  <c:v>43706</c:v>
                </c:pt>
                <c:pt idx="1173">
                  <c:v>43707</c:v>
                </c:pt>
                <c:pt idx="1174">
                  <c:v>43711</c:v>
                </c:pt>
                <c:pt idx="1175">
                  <c:v>43712</c:v>
                </c:pt>
                <c:pt idx="1176">
                  <c:v>43713</c:v>
                </c:pt>
                <c:pt idx="1177">
                  <c:v>43714</c:v>
                </c:pt>
                <c:pt idx="1178">
                  <c:v>43717</c:v>
                </c:pt>
                <c:pt idx="1179">
                  <c:v>43718</c:v>
                </c:pt>
                <c:pt idx="1180">
                  <c:v>43719</c:v>
                </c:pt>
                <c:pt idx="1181">
                  <c:v>43720</c:v>
                </c:pt>
                <c:pt idx="1182">
                  <c:v>43721</c:v>
                </c:pt>
                <c:pt idx="1183">
                  <c:v>43724</c:v>
                </c:pt>
                <c:pt idx="1184">
                  <c:v>43725</c:v>
                </c:pt>
                <c:pt idx="1185">
                  <c:v>43726</c:v>
                </c:pt>
                <c:pt idx="1186">
                  <c:v>43727</c:v>
                </c:pt>
                <c:pt idx="1187">
                  <c:v>43728</c:v>
                </c:pt>
                <c:pt idx="1188">
                  <c:v>43731</c:v>
                </c:pt>
                <c:pt idx="1189">
                  <c:v>43732</c:v>
                </c:pt>
                <c:pt idx="1190">
                  <c:v>43733</c:v>
                </c:pt>
                <c:pt idx="1191">
                  <c:v>43734</c:v>
                </c:pt>
                <c:pt idx="1192">
                  <c:v>43735</c:v>
                </c:pt>
                <c:pt idx="1193">
                  <c:v>43738</c:v>
                </c:pt>
                <c:pt idx="1194">
                  <c:v>43739</c:v>
                </c:pt>
                <c:pt idx="1195">
                  <c:v>43740</c:v>
                </c:pt>
                <c:pt idx="1196">
                  <c:v>43741</c:v>
                </c:pt>
                <c:pt idx="1197">
                  <c:v>43742</c:v>
                </c:pt>
                <c:pt idx="1198">
                  <c:v>43745</c:v>
                </c:pt>
                <c:pt idx="1199">
                  <c:v>43746</c:v>
                </c:pt>
                <c:pt idx="1200">
                  <c:v>43747</c:v>
                </c:pt>
                <c:pt idx="1201">
                  <c:v>43748</c:v>
                </c:pt>
                <c:pt idx="1202">
                  <c:v>43749</c:v>
                </c:pt>
                <c:pt idx="1203">
                  <c:v>43752</c:v>
                </c:pt>
                <c:pt idx="1204">
                  <c:v>43753</c:v>
                </c:pt>
                <c:pt idx="1205">
                  <c:v>43754</c:v>
                </c:pt>
                <c:pt idx="1206">
                  <c:v>43755</c:v>
                </c:pt>
                <c:pt idx="1207">
                  <c:v>43756</c:v>
                </c:pt>
                <c:pt idx="1208">
                  <c:v>43759</c:v>
                </c:pt>
                <c:pt idx="1209">
                  <c:v>43760</c:v>
                </c:pt>
                <c:pt idx="1210">
                  <c:v>43761</c:v>
                </c:pt>
                <c:pt idx="1211">
                  <c:v>43762</c:v>
                </c:pt>
                <c:pt idx="1212">
                  <c:v>43763</c:v>
                </c:pt>
                <c:pt idx="1213">
                  <c:v>43766</c:v>
                </c:pt>
                <c:pt idx="1214">
                  <c:v>43767</c:v>
                </c:pt>
                <c:pt idx="1215">
                  <c:v>43768</c:v>
                </c:pt>
                <c:pt idx="1216">
                  <c:v>43769</c:v>
                </c:pt>
                <c:pt idx="1217">
                  <c:v>43770</c:v>
                </c:pt>
                <c:pt idx="1218">
                  <c:v>43773</c:v>
                </c:pt>
                <c:pt idx="1219">
                  <c:v>43774</c:v>
                </c:pt>
                <c:pt idx="1220">
                  <c:v>43775</c:v>
                </c:pt>
                <c:pt idx="1221">
                  <c:v>43776</c:v>
                </c:pt>
                <c:pt idx="1222">
                  <c:v>43777</c:v>
                </c:pt>
                <c:pt idx="1223">
                  <c:v>43780</c:v>
                </c:pt>
                <c:pt idx="1224">
                  <c:v>43781</c:v>
                </c:pt>
                <c:pt idx="1225">
                  <c:v>43782</c:v>
                </c:pt>
                <c:pt idx="1226">
                  <c:v>43783</c:v>
                </c:pt>
                <c:pt idx="1227">
                  <c:v>43784</c:v>
                </c:pt>
                <c:pt idx="1228">
                  <c:v>43787</c:v>
                </c:pt>
                <c:pt idx="1229">
                  <c:v>43788</c:v>
                </c:pt>
                <c:pt idx="1230">
                  <c:v>43789</c:v>
                </c:pt>
                <c:pt idx="1231">
                  <c:v>43790</c:v>
                </c:pt>
                <c:pt idx="1232">
                  <c:v>43791</c:v>
                </c:pt>
                <c:pt idx="1233">
                  <c:v>43794</c:v>
                </c:pt>
                <c:pt idx="1234">
                  <c:v>43795</c:v>
                </c:pt>
                <c:pt idx="1235">
                  <c:v>43796</c:v>
                </c:pt>
                <c:pt idx="1236">
                  <c:v>43798</c:v>
                </c:pt>
                <c:pt idx="1237">
                  <c:v>43801</c:v>
                </c:pt>
                <c:pt idx="1238">
                  <c:v>43802</c:v>
                </c:pt>
                <c:pt idx="1239">
                  <c:v>43803</c:v>
                </c:pt>
                <c:pt idx="1240">
                  <c:v>43804</c:v>
                </c:pt>
                <c:pt idx="1241">
                  <c:v>43805</c:v>
                </c:pt>
                <c:pt idx="1242">
                  <c:v>43808</c:v>
                </c:pt>
                <c:pt idx="1243">
                  <c:v>43809</c:v>
                </c:pt>
                <c:pt idx="1244">
                  <c:v>43810</c:v>
                </c:pt>
                <c:pt idx="1245">
                  <c:v>43811</c:v>
                </c:pt>
                <c:pt idx="1246">
                  <c:v>43812</c:v>
                </c:pt>
                <c:pt idx="1247">
                  <c:v>43815</c:v>
                </c:pt>
                <c:pt idx="1248">
                  <c:v>43816</c:v>
                </c:pt>
                <c:pt idx="1249">
                  <c:v>43817</c:v>
                </c:pt>
                <c:pt idx="1250">
                  <c:v>43818</c:v>
                </c:pt>
                <c:pt idx="1251">
                  <c:v>43819</c:v>
                </c:pt>
                <c:pt idx="1252">
                  <c:v>43822</c:v>
                </c:pt>
                <c:pt idx="1253">
                  <c:v>43823</c:v>
                </c:pt>
                <c:pt idx="1254">
                  <c:v>43825</c:v>
                </c:pt>
                <c:pt idx="1255">
                  <c:v>43826</c:v>
                </c:pt>
                <c:pt idx="1256">
                  <c:v>43829</c:v>
                </c:pt>
                <c:pt idx="1257">
                  <c:v>43830</c:v>
                </c:pt>
                <c:pt idx="1258">
                  <c:v>43832</c:v>
                </c:pt>
                <c:pt idx="1259">
                  <c:v>43833</c:v>
                </c:pt>
                <c:pt idx="1260">
                  <c:v>43836</c:v>
                </c:pt>
                <c:pt idx="1261">
                  <c:v>43837</c:v>
                </c:pt>
                <c:pt idx="1262">
                  <c:v>43838</c:v>
                </c:pt>
                <c:pt idx="1263">
                  <c:v>43839</c:v>
                </c:pt>
                <c:pt idx="1264">
                  <c:v>43840</c:v>
                </c:pt>
                <c:pt idx="1265">
                  <c:v>43843</c:v>
                </c:pt>
                <c:pt idx="1266">
                  <c:v>43844</c:v>
                </c:pt>
                <c:pt idx="1267">
                  <c:v>43845</c:v>
                </c:pt>
                <c:pt idx="1268">
                  <c:v>43846</c:v>
                </c:pt>
                <c:pt idx="1269">
                  <c:v>43847</c:v>
                </c:pt>
                <c:pt idx="1270">
                  <c:v>43851</c:v>
                </c:pt>
                <c:pt idx="1271">
                  <c:v>43852</c:v>
                </c:pt>
                <c:pt idx="1272">
                  <c:v>43853</c:v>
                </c:pt>
                <c:pt idx="1273">
                  <c:v>43854</c:v>
                </c:pt>
                <c:pt idx="1274">
                  <c:v>43857</c:v>
                </c:pt>
                <c:pt idx="1275">
                  <c:v>43858</c:v>
                </c:pt>
                <c:pt idx="1276">
                  <c:v>43859</c:v>
                </c:pt>
                <c:pt idx="1277">
                  <c:v>43860</c:v>
                </c:pt>
                <c:pt idx="1278">
                  <c:v>43861</c:v>
                </c:pt>
                <c:pt idx="1279">
                  <c:v>43864</c:v>
                </c:pt>
                <c:pt idx="1280">
                  <c:v>43865</c:v>
                </c:pt>
                <c:pt idx="1281">
                  <c:v>43866</c:v>
                </c:pt>
                <c:pt idx="1282">
                  <c:v>43867</c:v>
                </c:pt>
                <c:pt idx="1283">
                  <c:v>43868</c:v>
                </c:pt>
                <c:pt idx="1284">
                  <c:v>43871</c:v>
                </c:pt>
                <c:pt idx="1285">
                  <c:v>43872</c:v>
                </c:pt>
                <c:pt idx="1286">
                  <c:v>43873</c:v>
                </c:pt>
                <c:pt idx="1287">
                  <c:v>43874</c:v>
                </c:pt>
                <c:pt idx="1288">
                  <c:v>43875</c:v>
                </c:pt>
                <c:pt idx="1289">
                  <c:v>43879</c:v>
                </c:pt>
                <c:pt idx="1290">
                  <c:v>43880</c:v>
                </c:pt>
                <c:pt idx="1291">
                  <c:v>43881</c:v>
                </c:pt>
                <c:pt idx="1292">
                  <c:v>43882</c:v>
                </c:pt>
                <c:pt idx="1293">
                  <c:v>43885</c:v>
                </c:pt>
                <c:pt idx="1294">
                  <c:v>43886</c:v>
                </c:pt>
                <c:pt idx="1295">
                  <c:v>43887</c:v>
                </c:pt>
                <c:pt idx="1296">
                  <c:v>43888</c:v>
                </c:pt>
                <c:pt idx="1297">
                  <c:v>43889</c:v>
                </c:pt>
                <c:pt idx="1298">
                  <c:v>43892</c:v>
                </c:pt>
                <c:pt idx="1299">
                  <c:v>43893</c:v>
                </c:pt>
                <c:pt idx="1300">
                  <c:v>43894</c:v>
                </c:pt>
                <c:pt idx="1301">
                  <c:v>43895</c:v>
                </c:pt>
                <c:pt idx="1302">
                  <c:v>43896</c:v>
                </c:pt>
                <c:pt idx="1303">
                  <c:v>43899</c:v>
                </c:pt>
                <c:pt idx="1304">
                  <c:v>43900</c:v>
                </c:pt>
                <c:pt idx="1305">
                  <c:v>43901</c:v>
                </c:pt>
                <c:pt idx="1306">
                  <c:v>43902</c:v>
                </c:pt>
                <c:pt idx="1307">
                  <c:v>43903</c:v>
                </c:pt>
                <c:pt idx="1308">
                  <c:v>43906</c:v>
                </c:pt>
                <c:pt idx="1309">
                  <c:v>43907</c:v>
                </c:pt>
                <c:pt idx="1310">
                  <c:v>43908</c:v>
                </c:pt>
                <c:pt idx="1311">
                  <c:v>43909</c:v>
                </c:pt>
                <c:pt idx="1312">
                  <c:v>43910</c:v>
                </c:pt>
                <c:pt idx="1313">
                  <c:v>43913</c:v>
                </c:pt>
                <c:pt idx="1314">
                  <c:v>43914</c:v>
                </c:pt>
                <c:pt idx="1315">
                  <c:v>43915</c:v>
                </c:pt>
                <c:pt idx="1316">
                  <c:v>43916</c:v>
                </c:pt>
                <c:pt idx="1317">
                  <c:v>43917</c:v>
                </c:pt>
                <c:pt idx="1318">
                  <c:v>43920</c:v>
                </c:pt>
                <c:pt idx="1319">
                  <c:v>43921</c:v>
                </c:pt>
                <c:pt idx="1320">
                  <c:v>43922</c:v>
                </c:pt>
                <c:pt idx="1321">
                  <c:v>43923</c:v>
                </c:pt>
                <c:pt idx="1322">
                  <c:v>43924</c:v>
                </c:pt>
                <c:pt idx="1323">
                  <c:v>43927</c:v>
                </c:pt>
                <c:pt idx="1324">
                  <c:v>43928</c:v>
                </c:pt>
                <c:pt idx="1325">
                  <c:v>43929</c:v>
                </c:pt>
                <c:pt idx="1326">
                  <c:v>43930</c:v>
                </c:pt>
                <c:pt idx="1327">
                  <c:v>43934</c:v>
                </c:pt>
                <c:pt idx="1328">
                  <c:v>43935</c:v>
                </c:pt>
                <c:pt idx="1329">
                  <c:v>43936</c:v>
                </c:pt>
                <c:pt idx="1330">
                  <c:v>43937</c:v>
                </c:pt>
                <c:pt idx="1331">
                  <c:v>43938</c:v>
                </c:pt>
                <c:pt idx="1332">
                  <c:v>43941</c:v>
                </c:pt>
                <c:pt idx="1333">
                  <c:v>43942</c:v>
                </c:pt>
                <c:pt idx="1334">
                  <c:v>43943</c:v>
                </c:pt>
                <c:pt idx="1335">
                  <c:v>43944</c:v>
                </c:pt>
                <c:pt idx="1336">
                  <c:v>43945</c:v>
                </c:pt>
                <c:pt idx="1337">
                  <c:v>43948</c:v>
                </c:pt>
                <c:pt idx="1338">
                  <c:v>43949</c:v>
                </c:pt>
                <c:pt idx="1339">
                  <c:v>43950</c:v>
                </c:pt>
                <c:pt idx="1340">
                  <c:v>43951</c:v>
                </c:pt>
                <c:pt idx="1341">
                  <c:v>43952</c:v>
                </c:pt>
                <c:pt idx="1342">
                  <c:v>43955</c:v>
                </c:pt>
                <c:pt idx="1343">
                  <c:v>43956</c:v>
                </c:pt>
                <c:pt idx="1344">
                  <c:v>43957</c:v>
                </c:pt>
                <c:pt idx="1345">
                  <c:v>43958</c:v>
                </c:pt>
                <c:pt idx="1346">
                  <c:v>43959</c:v>
                </c:pt>
                <c:pt idx="1347">
                  <c:v>43962</c:v>
                </c:pt>
                <c:pt idx="1348">
                  <c:v>43963</c:v>
                </c:pt>
                <c:pt idx="1349">
                  <c:v>43964</c:v>
                </c:pt>
                <c:pt idx="1350">
                  <c:v>43965</c:v>
                </c:pt>
                <c:pt idx="1351">
                  <c:v>43966</c:v>
                </c:pt>
                <c:pt idx="1352">
                  <c:v>43969</c:v>
                </c:pt>
                <c:pt idx="1353">
                  <c:v>43970</c:v>
                </c:pt>
                <c:pt idx="1354">
                  <c:v>43971</c:v>
                </c:pt>
                <c:pt idx="1355">
                  <c:v>43972</c:v>
                </c:pt>
                <c:pt idx="1356">
                  <c:v>43973</c:v>
                </c:pt>
                <c:pt idx="1357">
                  <c:v>43977</c:v>
                </c:pt>
                <c:pt idx="1358">
                  <c:v>43978</c:v>
                </c:pt>
                <c:pt idx="1359">
                  <c:v>43979</c:v>
                </c:pt>
                <c:pt idx="1360">
                  <c:v>43980</c:v>
                </c:pt>
                <c:pt idx="1361">
                  <c:v>43983</c:v>
                </c:pt>
                <c:pt idx="1362">
                  <c:v>43984</c:v>
                </c:pt>
                <c:pt idx="1363">
                  <c:v>43985</c:v>
                </c:pt>
                <c:pt idx="1364">
                  <c:v>43986</c:v>
                </c:pt>
                <c:pt idx="1365">
                  <c:v>43987</c:v>
                </c:pt>
                <c:pt idx="1366">
                  <c:v>43990</c:v>
                </c:pt>
                <c:pt idx="1367">
                  <c:v>43991</c:v>
                </c:pt>
                <c:pt idx="1368">
                  <c:v>43992</c:v>
                </c:pt>
                <c:pt idx="1369">
                  <c:v>43993</c:v>
                </c:pt>
                <c:pt idx="1370">
                  <c:v>43994</c:v>
                </c:pt>
                <c:pt idx="1371">
                  <c:v>43997</c:v>
                </c:pt>
                <c:pt idx="1372">
                  <c:v>43998</c:v>
                </c:pt>
                <c:pt idx="1373">
                  <c:v>43999</c:v>
                </c:pt>
                <c:pt idx="1374">
                  <c:v>44000</c:v>
                </c:pt>
                <c:pt idx="1375">
                  <c:v>44001</c:v>
                </c:pt>
                <c:pt idx="1376">
                  <c:v>44004</c:v>
                </c:pt>
                <c:pt idx="1377">
                  <c:v>44005</c:v>
                </c:pt>
                <c:pt idx="1378">
                  <c:v>44006</c:v>
                </c:pt>
                <c:pt idx="1379">
                  <c:v>44007</c:v>
                </c:pt>
                <c:pt idx="1380">
                  <c:v>44008</c:v>
                </c:pt>
                <c:pt idx="1381">
                  <c:v>44011</c:v>
                </c:pt>
                <c:pt idx="1382">
                  <c:v>44012</c:v>
                </c:pt>
                <c:pt idx="1383">
                  <c:v>44013</c:v>
                </c:pt>
                <c:pt idx="1384">
                  <c:v>44014</c:v>
                </c:pt>
                <c:pt idx="1385">
                  <c:v>44018</c:v>
                </c:pt>
                <c:pt idx="1386">
                  <c:v>44019</c:v>
                </c:pt>
                <c:pt idx="1387">
                  <c:v>44020</c:v>
                </c:pt>
                <c:pt idx="1388">
                  <c:v>44021</c:v>
                </c:pt>
                <c:pt idx="1389">
                  <c:v>44022</c:v>
                </c:pt>
                <c:pt idx="1390">
                  <c:v>44025</c:v>
                </c:pt>
                <c:pt idx="1391">
                  <c:v>44026</c:v>
                </c:pt>
                <c:pt idx="1392">
                  <c:v>44027</c:v>
                </c:pt>
                <c:pt idx="1393">
                  <c:v>44028</c:v>
                </c:pt>
                <c:pt idx="1394">
                  <c:v>44029</c:v>
                </c:pt>
                <c:pt idx="1395">
                  <c:v>44032</c:v>
                </c:pt>
                <c:pt idx="1396">
                  <c:v>44033</c:v>
                </c:pt>
                <c:pt idx="1397">
                  <c:v>44034</c:v>
                </c:pt>
                <c:pt idx="1398">
                  <c:v>44035</c:v>
                </c:pt>
                <c:pt idx="1399">
                  <c:v>44036</c:v>
                </c:pt>
                <c:pt idx="1400">
                  <c:v>44039</c:v>
                </c:pt>
                <c:pt idx="1401">
                  <c:v>44040</c:v>
                </c:pt>
                <c:pt idx="1402">
                  <c:v>44041</c:v>
                </c:pt>
                <c:pt idx="1403">
                  <c:v>44042</c:v>
                </c:pt>
                <c:pt idx="1404">
                  <c:v>44043</c:v>
                </c:pt>
                <c:pt idx="1405">
                  <c:v>44046</c:v>
                </c:pt>
                <c:pt idx="1406">
                  <c:v>44047</c:v>
                </c:pt>
                <c:pt idx="1407">
                  <c:v>44048</c:v>
                </c:pt>
                <c:pt idx="1408">
                  <c:v>44049</c:v>
                </c:pt>
                <c:pt idx="1409">
                  <c:v>44050</c:v>
                </c:pt>
                <c:pt idx="1410">
                  <c:v>44053</c:v>
                </c:pt>
                <c:pt idx="1411">
                  <c:v>44054</c:v>
                </c:pt>
                <c:pt idx="1412">
                  <c:v>44055</c:v>
                </c:pt>
                <c:pt idx="1413">
                  <c:v>44056</c:v>
                </c:pt>
                <c:pt idx="1414">
                  <c:v>44057</c:v>
                </c:pt>
                <c:pt idx="1415">
                  <c:v>44060</c:v>
                </c:pt>
                <c:pt idx="1416">
                  <c:v>44061</c:v>
                </c:pt>
                <c:pt idx="1417">
                  <c:v>44062</c:v>
                </c:pt>
                <c:pt idx="1418">
                  <c:v>44063</c:v>
                </c:pt>
                <c:pt idx="1419">
                  <c:v>44064</c:v>
                </c:pt>
                <c:pt idx="1420">
                  <c:v>44067</c:v>
                </c:pt>
                <c:pt idx="1421">
                  <c:v>44068</c:v>
                </c:pt>
                <c:pt idx="1422">
                  <c:v>44069</c:v>
                </c:pt>
                <c:pt idx="1423">
                  <c:v>44070</c:v>
                </c:pt>
                <c:pt idx="1424">
                  <c:v>44071</c:v>
                </c:pt>
                <c:pt idx="1425">
                  <c:v>44074</c:v>
                </c:pt>
                <c:pt idx="1426">
                  <c:v>44075</c:v>
                </c:pt>
                <c:pt idx="1427">
                  <c:v>44076</c:v>
                </c:pt>
                <c:pt idx="1428">
                  <c:v>44077</c:v>
                </c:pt>
                <c:pt idx="1429">
                  <c:v>44078</c:v>
                </c:pt>
                <c:pt idx="1430">
                  <c:v>44082</c:v>
                </c:pt>
                <c:pt idx="1431">
                  <c:v>44083</c:v>
                </c:pt>
                <c:pt idx="1432">
                  <c:v>44084</c:v>
                </c:pt>
                <c:pt idx="1433">
                  <c:v>44085</c:v>
                </c:pt>
                <c:pt idx="1434">
                  <c:v>44088</c:v>
                </c:pt>
                <c:pt idx="1435">
                  <c:v>44089</c:v>
                </c:pt>
                <c:pt idx="1436">
                  <c:v>44090</c:v>
                </c:pt>
                <c:pt idx="1437">
                  <c:v>44091</c:v>
                </c:pt>
                <c:pt idx="1438">
                  <c:v>44092</c:v>
                </c:pt>
                <c:pt idx="1439">
                  <c:v>44095</c:v>
                </c:pt>
                <c:pt idx="1440">
                  <c:v>44096</c:v>
                </c:pt>
                <c:pt idx="1441">
                  <c:v>44097</c:v>
                </c:pt>
                <c:pt idx="1442">
                  <c:v>44098</c:v>
                </c:pt>
                <c:pt idx="1443">
                  <c:v>44099</c:v>
                </c:pt>
                <c:pt idx="1444">
                  <c:v>44102</c:v>
                </c:pt>
                <c:pt idx="1445">
                  <c:v>44103</c:v>
                </c:pt>
                <c:pt idx="1446">
                  <c:v>44104</c:v>
                </c:pt>
                <c:pt idx="1447">
                  <c:v>44105</c:v>
                </c:pt>
                <c:pt idx="1448">
                  <c:v>44106</c:v>
                </c:pt>
                <c:pt idx="1449">
                  <c:v>44109</c:v>
                </c:pt>
                <c:pt idx="1450">
                  <c:v>44110</c:v>
                </c:pt>
                <c:pt idx="1451">
                  <c:v>44111</c:v>
                </c:pt>
                <c:pt idx="1452">
                  <c:v>44112</c:v>
                </c:pt>
                <c:pt idx="1453">
                  <c:v>44113</c:v>
                </c:pt>
                <c:pt idx="1454">
                  <c:v>44116</c:v>
                </c:pt>
                <c:pt idx="1455">
                  <c:v>44117</c:v>
                </c:pt>
                <c:pt idx="1456">
                  <c:v>44118</c:v>
                </c:pt>
                <c:pt idx="1457">
                  <c:v>44119</c:v>
                </c:pt>
                <c:pt idx="1458">
                  <c:v>44120</c:v>
                </c:pt>
                <c:pt idx="1459">
                  <c:v>44123</c:v>
                </c:pt>
                <c:pt idx="1460">
                  <c:v>44124</c:v>
                </c:pt>
                <c:pt idx="1461">
                  <c:v>44125</c:v>
                </c:pt>
                <c:pt idx="1462">
                  <c:v>44126</c:v>
                </c:pt>
                <c:pt idx="1463">
                  <c:v>44127</c:v>
                </c:pt>
                <c:pt idx="1464">
                  <c:v>44130</c:v>
                </c:pt>
                <c:pt idx="1465">
                  <c:v>44131</c:v>
                </c:pt>
                <c:pt idx="1466">
                  <c:v>44132</c:v>
                </c:pt>
                <c:pt idx="1467">
                  <c:v>44133</c:v>
                </c:pt>
                <c:pt idx="1468">
                  <c:v>44134</c:v>
                </c:pt>
                <c:pt idx="1469">
                  <c:v>44137</c:v>
                </c:pt>
                <c:pt idx="1470">
                  <c:v>44138</c:v>
                </c:pt>
                <c:pt idx="1471">
                  <c:v>44139</c:v>
                </c:pt>
                <c:pt idx="1472">
                  <c:v>44140</c:v>
                </c:pt>
                <c:pt idx="1473">
                  <c:v>44141</c:v>
                </c:pt>
                <c:pt idx="1474">
                  <c:v>44144</c:v>
                </c:pt>
                <c:pt idx="1475">
                  <c:v>44145</c:v>
                </c:pt>
                <c:pt idx="1476">
                  <c:v>44146</c:v>
                </c:pt>
                <c:pt idx="1477">
                  <c:v>44147</c:v>
                </c:pt>
                <c:pt idx="1478">
                  <c:v>44148</c:v>
                </c:pt>
                <c:pt idx="1479">
                  <c:v>44151</c:v>
                </c:pt>
                <c:pt idx="1480">
                  <c:v>44152</c:v>
                </c:pt>
                <c:pt idx="1481">
                  <c:v>44153</c:v>
                </c:pt>
                <c:pt idx="1482">
                  <c:v>44154</c:v>
                </c:pt>
                <c:pt idx="1483">
                  <c:v>44155</c:v>
                </c:pt>
                <c:pt idx="1484">
                  <c:v>44158</c:v>
                </c:pt>
                <c:pt idx="1485">
                  <c:v>44159</c:v>
                </c:pt>
                <c:pt idx="1486">
                  <c:v>44160</c:v>
                </c:pt>
                <c:pt idx="1487">
                  <c:v>44162</c:v>
                </c:pt>
                <c:pt idx="1488">
                  <c:v>44165</c:v>
                </c:pt>
                <c:pt idx="1489">
                  <c:v>44166</c:v>
                </c:pt>
                <c:pt idx="1490">
                  <c:v>44167</c:v>
                </c:pt>
                <c:pt idx="1491">
                  <c:v>44168</c:v>
                </c:pt>
                <c:pt idx="1492">
                  <c:v>44169</c:v>
                </c:pt>
                <c:pt idx="1493">
                  <c:v>44172</c:v>
                </c:pt>
                <c:pt idx="1494">
                  <c:v>44173</c:v>
                </c:pt>
                <c:pt idx="1495">
                  <c:v>44174</c:v>
                </c:pt>
                <c:pt idx="1496">
                  <c:v>44175</c:v>
                </c:pt>
                <c:pt idx="1497">
                  <c:v>44176</c:v>
                </c:pt>
                <c:pt idx="1498">
                  <c:v>44179</c:v>
                </c:pt>
                <c:pt idx="1499">
                  <c:v>44180</c:v>
                </c:pt>
                <c:pt idx="1500">
                  <c:v>44181</c:v>
                </c:pt>
                <c:pt idx="1501">
                  <c:v>44182</c:v>
                </c:pt>
                <c:pt idx="1502">
                  <c:v>44183</c:v>
                </c:pt>
                <c:pt idx="1503">
                  <c:v>44186</c:v>
                </c:pt>
                <c:pt idx="1504">
                  <c:v>44187</c:v>
                </c:pt>
                <c:pt idx="1505">
                  <c:v>44188</c:v>
                </c:pt>
                <c:pt idx="1506">
                  <c:v>44189</c:v>
                </c:pt>
                <c:pt idx="1507">
                  <c:v>44193</c:v>
                </c:pt>
                <c:pt idx="1508">
                  <c:v>44194</c:v>
                </c:pt>
                <c:pt idx="1509">
                  <c:v>44195</c:v>
                </c:pt>
                <c:pt idx="1510">
                  <c:v>44196</c:v>
                </c:pt>
                <c:pt idx="1511">
                  <c:v>44200</c:v>
                </c:pt>
                <c:pt idx="1512">
                  <c:v>44201</c:v>
                </c:pt>
                <c:pt idx="1513">
                  <c:v>44202</c:v>
                </c:pt>
                <c:pt idx="1514">
                  <c:v>44203</c:v>
                </c:pt>
                <c:pt idx="1515">
                  <c:v>44204</c:v>
                </c:pt>
                <c:pt idx="1516">
                  <c:v>44207</c:v>
                </c:pt>
                <c:pt idx="1517">
                  <c:v>44208</c:v>
                </c:pt>
                <c:pt idx="1518">
                  <c:v>44209</c:v>
                </c:pt>
                <c:pt idx="1519">
                  <c:v>44210</c:v>
                </c:pt>
                <c:pt idx="1520">
                  <c:v>44211</c:v>
                </c:pt>
                <c:pt idx="1521">
                  <c:v>44215</c:v>
                </c:pt>
                <c:pt idx="1522">
                  <c:v>44216</c:v>
                </c:pt>
                <c:pt idx="1523">
                  <c:v>44217</c:v>
                </c:pt>
                <c:pt idx="1524">
                  <c:v>44218</c:v>
                </c:pt>
                <c:pt idx="1525">
                  <c:v>44221</c:v>
                </c:pt>
                <c:pt idx="1526">
                  <c:v>44222</c:v>
                </c:pt>
                <c:pt idx="1527">
                  <c:v>44223</c:v>
                </c:pt>
                <c:pt idx="1528">
                  <c:v>44224</c:v>
                </c:pt>
                <c:pt idx="1529">
                  <c:v>44225</c:v>
                </c:pt>
                <c:pt idx="1530">
                  <c:v>44228</c:v>
                </c:pt>
                <c:pt idx="1531">
                  <c:v>44229</c:v>
                </c:pt>
                <c:pt idx="1532">
                  <c:v>44230</c:v>
                </c:pt>
                <c:pt idx="1533">
                  <c:v>44231</c:v>
                </c:pt>
                <c:pt idx="1534">
                  <c:v>44232</c:v>
                </c:pt>
                <c:pt idx="1535">
                  <c:v>44235</c:v>
                </c:pt>
                <c:pt idx="1536">
                  <c:v>44236</c:v>
                </c:pt>
                <c:pt idx="1537">
                  <c:v>44237</c:v>
                </c:pt>
                <c:pt idx="1538">
                  <c:v>44238</c:v>
                </c:pt>
                <c:pt idx="1539">
                  <c:v>44239</c:v>
                </c:pt>
                <c:pt idx="1540">
                  <c:v>44243</c:v>
                </c:pt>
                <c:pt idx="1541">
                  <c:v>44244</c:v>
                </c:pt>
                <c:pt idx="1542">
                  <c:v>44245</c:v>
                </c:pt>
                <c:pt idx="1543">
                  <c:v>44246</c:v>
                </c:pt>
                <c:pt idx="1544">
                  <c:v>44249</c:v>
                </c:pt>
                <c:pt idx="1545">
                  <c:v>44250</c:v>
                </c:pt>
                <c:pt idx="1546">
                  <c:v>44251</c:v>
                </c:pt>
                <c:pt idx="1547">
                  <c:v>44252</c:v>
                </c:pt>
                <c:pt idx="1548">
                  <c:v>44253</c:v>
                </c:pt>
                <c:pt idx="1549">
                  <c:v>44256</c:v>
                </c:pt>
                <c:pt idx="1550">
                  <c:v>44257</c:v>
                </c:pt>
                <c:pt idx="1551">
                  <c:v>44258</c:v>
                </c:pt>
                <c:pt idx="1552">
                  <c:v>44259</c:v>
                </c:pt>
                <c:pt idx="1553">
                  <c:v>44260</c:v>
                </c:pt>
                <c:pt idx="1554">
                  <c:v>44263</c:v>
                </c:pt>
                <c:pt idx="1555">
                  <c:v>44264</c:v>
                </c:pt>
                <c:pt idx="1556">
                  <c:v>44265</c:v>
                </c:pt>
                <c:pt idx="1557">
                  <c:v>44266</c:v>
                </c:pt>
                <c:pt idx="1558">
                  <c:v>44267</c:v>
                </c:pt>
                <c:pt idx="1559">
                  <c:v>44270</c:v>
                </c:pt>
                <c:pt idx="1560">
                  <c:v>44271</c:v>
                </c:pt>
                <c:pt idx="1561">
                  <c:v>44272</c:v>
                </c:pt>
                <c:pt idx="1562">
                  <c:v>44273</c:v>
                </c:pt>
                <c:pt idx="1563">
                  <c:v>44274</c:v>
                </c:pt>
                <c:pt idx="1564">
                  <c:v>44277</c:v>
                </c:pt>
                <c:pt idx="1565">
                  <c:v>44278</c:v>
                </c:pt>
                <c:pt idx="1566">
                  <c:v>44279</c:v>
                </c:pt>
                <c:pt idx="1567">
                  <c:v>44280</c:v>
                </c:pt>
                <c:pt idx="1568">
                  <c:v>44281</c:v>
                </c:pt>
                <c:pt idx="1569">
                  <c:v>44284</c:v>
                </c:pt>
                <c:pt idx="1570">
                  <c:v>44285</c:v>
                </c:pt>
                <c:pt idx="1571">
                  <c:v>44286</c:v>
                </c:pt>
                <c:pt idx="1572">
                  <c:v>44287</c:v>
                </c:pt>
                <c:pt idx="1573">
                  <c:v>44291</c:v>
                </c:pt>
                <c:pt idx="1574">
                  <c:v>44292</c:v>
                </c:pt>
                <c:pt idx="1575">
                  <c:v>44293</c:v>
                </c:pt>
                <c:pt idx="1576">
                  <c:v>44294</c:v>
                </c:pt>
                <c:pt idx="1577">
                  <c:v>44295</c:v>
                </c:pt>
                <c:pt idx="1578">
                  <c:v>44298</c:v>
                </c:pt>
                <c:pt idx="1579">
                  <c:v>44299</c:v>
                </c:pt>
                <c:pt idx="1580">
                  <c:v>44300</c:v>
                </c:pt>
                <c:pt idx="1581">
                  <c:v>44301</c:v>
                </c:pt>
                <c:pt idx="1582">
                  <c:v>44302</c:v>
                </c:pt>
                <c:pt idx="1583">
                  <c:v>44305</c:v>
                </c:pt>
                <c:pt idx="1584">
                  <c:v>44306</c:v>
                </c:pt>
                <c:pt idx="1585">
                  <c:v>44307</c:v>
                </c:pt>
                <c:pt idx="1586">
                  <c:v>44308</c:v>
                </c:pt>
                <c:pt idx="1587">
                  <c:v>44309</c:v>
                </c:pt>
                <c:pt idx="1588">
                  <c:v>44312</c:v>
                </c:pt>
                <c:pt idx="1589">
                  <c:v>44313</c:v>
                </c:pt>
                <c:pt idx="1590">
                  <c:v>44314</c:v>
                </c:pt>
                <c:pt idx="1591">
                  <c:v>44315</c:v>
                </c:pt>
                <c:pt idx="1592">
                  <c:v>44316</c:v>
                </c:pt>
                <c:pt idx="1593">
                  <c:v>44319</c:v>
                </c:pt>
                <c:pt idx="1594">
                  <c:v>44320</c:v>
                </c:pt>
                <c:pt idx="1595">
                  <c:v>44321</c:v>
                </c:pt>
                <c:pt idx="1596">
                  <c:v>44322</c:v>
                </c:pt>
                <c:pt idx="1597">
                  <c:v>44323</c:v>
                </c:pt>
                <c:pt idx="1598">
                  <c:v>44326</c:v>
                </c:pt>
                <c:pt idx="1599">
                  <c:v>44327</c:v>
                </c:pt>
                <c:pt idx="1600">
                  <c:v>44328</c:v>
                </c:pt>
                <c:pt idx="1601">
                  <c:v>44329</c:v>
                </c:pt>
                <c:pt idx="1602">
                  <c:v>44330</c:v>
                </c:pt>
                <c:pt idx="1603">
                  <c:v>44333</c:v>
                </c:pt>
                <c:pt idx="1604">
                  <c:v>44334</c:v>
                </c:pt>
                <c:pt idx="1605">
                  <c:v>44335</c:v>
                </c:pt>
                <c:pt idx="1606">
                  <c:v>44336</c:v>
                </c:pt>
                <c:pt idx="1607">
                  <c:v>44337</c:v>
                </c:pt>
                <c:pt idx="1608">
                  <c:v>44340</c:v>
                </c:pt>
                <c:pt idx="1609">
                  <c:v>44341</c:v>
                </c:pt>
                <c:pt idx="1610">
                  <c:v>44342</c:v>
                </c:pt>
                <c:pt idx="1611">
                  <c:v>44343</c:v>
                </c:pt>
                <c:pt idx="1612">
                  <c:v>44344</c:v>
                </c:pt>
                <c:pt idx="1613">
                  <c:v>44348</c:v>
                </c:pt>
                <c:pt idx="1614">
                  <c:v>44349</c:v>
                </c:pt>
                <c:pt idx="1615">
                  <c:v>44350</c:v>
                </c:pt>
                <c:pt idx="1616">
                  <c:v>44351</c:v>
                </c:pt>
                <c:pt idx="1617">
                  <c:v>44354</c:v>
                </c:pt>
                <c:pt idx="1618">
                  <c:v>44355</c:v>
                </c:pt>
                <c:pt idx="1619">
                  <c:v>44356</c:v>
                </c:pt>
                <c:pt idx="1620">
                  <c:v>44357</c:v>
                </c:pt>
                <c:pt idx="1621">
                  <c:v>44358</c:v>
                </c:pt>
                <c:pt idx="1622">
                  <c:v>44361</c:v>
                </c:pt>
                <c:pt idx="1623">
                  <c:v>44362</c:v>
                </c:pt>
                <c:pt idx="1624">
                  <c:v>44363</c:v>
                </c:pt>
                <c:pt idx="1625">
                  <c:v>44364</c:v>
                </c:pt>
                <c:pt idx="1626">
                  <c:v>44365</c:v>
                </c:pt>
                <c:pt idx="1627">
                  <c:v>44368</c:v>
                </c:pt>
                <c:pt idx="1628">
                  <c:v>44369</c:v>
                </c:pt>
                <c:pt idx="1629">
                  <c:v>44370</c:v>
                </c:pt>
                <c:pt idx="1630">
                  <c:v>44371</c:v>
                </c:pt>
                <c:pt idx="1631">
                  <c:v>44372</c:v>
                </c:pt>
                <c:pt idx="1632">
                  <c:v>44375</c:v>
                </c:pt>
                <c:pt idx="1633">
                  <c:v>44376</c:v>
                </c:pt>
                <c:pt idx="1634">
                  <c:v>44377</c:v>
                </c:pt>
                <c:pt idx="1635">
                  <c:v>44378</c:v>
                </c:pt>
                <c:pt idx="1636">
                  <c:v>44379</c:v>
                </c:pt>
                <c:pt idx="1637">
                  <c:v>44383</c:v>
                </c:pt>
                <c:pt idx="1638">
                  <c:v>44384</c:v>
                </c:pt>
                <c:pt idx="1639">
                  <c:v>44385</c:v>
                </c:pt>
                <c:pt idx="1640">
                  <c:v>44386</c:v>
                </c:pt>
                <c:pt idx="1641">
                  <c:v>44389</c:v>
                </c:pt>
                <c:pt idx="1642">
                  <c:v>44390</c:v>
                </c:pt>
                <c:pt idx="1643">
                  <c:v>44391</c:v>
                </c:pt>
                <c:pt idx="1644">
                  <c:v>44392</c:v>
                </c:pt>
                <c:pt idx="1645">
                  <c:v>44393</c:v>
                </c:pt>
                <c:pt idx="1646">
                  <c:v>44396</c:v>
                </c:pt>
                <c:pt idx="1647">
                  <c:v>44397</c:v>
                </c:pt>
                <c:pt idx="1648">
                  <c:v>44398</c:v>
                </c:pt>
                <c:pt idx="1649">
                  <c:v>44399</c:v>
                </c:pt>
                <c:pt idx="1650">
                  <c:v>44400</c:v>
                </c:pt>
                <c:pt idx="1651">
                  <c:v>44403</c:v>
                </c:pt>
                <c:pt idx="1652">
                  <c:v>44404</c:v>
                </c:pt>
                <c:pt idx="1653">
                  <c:v>44405</c:v>
                </c:pt>
                <c:pt idx="1654">
                  <c:v>44406</c:v>
                </c:pt>
                <c:pt idx="1655">
                  <c:v>44407</c:v>
                </c:pt>
                <c:pt idx="1656">
                  <c:v>44410</c:v>
                </c:pt>
                <c:pt idx="1657">
                  <c:v>44411</c:v>
                </c:pt>
                <c:pt idx="1658">
                  <c:v>44412</c:v>
                </c:pt>
                <c:pt idx="1659">
                  <c:v>44413</c:v>
                </c:pt>
                <c:pt idx="1660">
                  <c:v>44414</c:v>
                </c:pt>
                <c:pt idx="1661">
                  <c:v>44417</c:v>
                </c:pt>
                <c:pt idx="1662">
                  <c:v>44418</c:v>
                </c:pt>
                <c:pt idx="1663">
                  <c:v>44419</c:v>
                </c:pt>
                <c:pt idx="1664">
                  <c:v>44420</c:v>
                </c:pt>
                <c:pt idx="1665">
                  <c:v>44421</c:v>
                </c:pt>
                <c:pt idx="1666">
                  <c:v>44424</c:v>
                </c:pt>
                <c:pt idx="1667">
                  <c:v>44425</c:v>
                </c:pt>
                <c:pt idx="1668">
                  <c:v>44426</c:v>
                </c:pt>
                <c:pt idx="1669">
                  <c:v>44427</c:v>
                </c:pt>
                <c:pt idx="1670">
                  <c:v>44428</c:v>
                </c:pt>
                <c:pt idx="1671">
                  <c:v>44431</c:v>
                </c:pt>
                <c:pt idx="1672">
                  <c:v>44432</c:v>
                </c:pt>
                <c:pt idx="1673">
                  <c:v>44433</c:v>
                </c:pt>
                <c:pt idx="1674">
                  <c:v>44434</c:v>
                </c:pt>
                <c:pt idx="1675">
                  <c:v>44435</c:v>
                </c:pt>
                <c:pt idx="1676">
                  <c:v>44438</c:v>
                </c:pt>
                <c:pt idx="1677">
                  <c:v>44439</c:v>
                </c:pt>
                <c:pt idx="1678">
                  <c:v>44440</c:v>
                </c:pt>
                <c:pt idx="1679">
                  <c:v>44441</c:v>
                </c:pt>
                <c:pt idx="1680">
                  <c:v>44442</c:v>
                </c:pt>
                <c:pt idx="1681">
                  <c:v>44446</c:v>
                </c:pt>
                <c:pt idx="1682">
                  <c:v>44447</c:v>
                </c:pt>
                <c:pt idx="1683">
                  <c:v>44448</c:v>
                </c:pt>
                <c:pt idx="1684">
                  <c:v>44449</c:v>
                </c:pt>
                <c:pt idx="1685">
                  <c:v>44452</c:v>
                </c:pt>
                <c:pt idx="1686">
                  <c:v>44453</c:v>
                </c:pt>
                <c:pt idx="1687">
                  <c:v>44454</c:v>
                </c:pt>
                <c:pt idx="1688">
                  <c:v>44455</c:v>
                </c:pt>
                <c:pt idx="1689">
                  <c:v>44456</c:v>
                </c:pt>
                <c:pt idx="1690">
                  <c:v>44459</c:v>
                </c:pt>
                <c:pt idx="1691">
                  <c:v>44460</c:v>
                </c:pt>
                <c:pt idx="1692">
                  <c:v>44461</c:v>
                </c:pt>
                <c:pt idx="1693">
                  <c:v>44462</c:v>
                </c:pt>
                <c:pt idx="1694">
                  <c:v>44463</c:v>
                </c:pt>
                <c:pt idx="1695">
                  <c:v>44466</c:v>
                </c:pt>
                <c:pt idx="1696">
                  <c:v>44467</c:v>
                </c:pt>
                <c:pt idx="1697">
                  <c:v>44468</c:v>
                </c:pt>
                <c:pt idx="1698">
                  <c:v>44469</c:v>
                </c:pt>
                <c:pt idx="1699">
                  <c:v>44470</c:v>
                </c:pt>
                <c:pt idx="1700">
                  <c:v>44473</c:v>
                </c:pt>
                <c:pt idx="1701">
                  <c:v>44474</c:v>
                </c:pt>
                <c:pt idx="1702">
                  <c:v>44475</c:v>
                </c:pt>
                <c:pt idx="1703">
                  <c:v>44476</c:v>
                </c:pt>
                <c:pt idx="1704">
                  <c:v>44477</c:v>
                </c:pt>
                <c:pt idx="1705">
                  <c:v>44480</c:v>
                </c:pt>
                <c:pt idx="1706">
                  <c:v>44481</c:v>
                </c:pt>
                <c:pt idx="1707">
                  <c:v>44482</c:v>
                </c:pt>
                <c:pt idx="1708">
                  <c:v>44483</c:v>
                </c:pt>
                <c:pt idx="1709">
                  <c:v>44484</c:v>
                </c:pt>
                <c:pt idx="1710">
                  <c:v>44487</c:v>
                </c:pt>
                <c:pt idx="1711">
                  <c:v>44488</c:v>
                </c:pt>
                <c:pt idx="1712">
                  <c:v>44489</c:v>
                </c:pt>
                <c:pt idx="1713">
                  <c:v>44490</c:v>
                </c:pt>
                <c:pt idx="1714">
                  <c:v>44491</c:v>
                </c:pt>
                <c:pt idx="1715">
                  <c:v>44494</c:v>
                </c:pt>
                <c:pt idx="1716">
                  <c:v>44495</c:v>
                </c:pt>
                <c:pt idx="1717">
                  <c:v>44496</c:v>
                </c:pt>
                <c:pt idx="1718">
                  <c:v>44497</c:v>
                </c:pt>
                <c:pt idx="1719">
                  <c:v>44498</c:v>
                </c:pt>
                <c:pt idx="1720">
                  <c:v>44501</c:v>
                </c:pt>
                <c:pt idx="1721">
                  <c:v>44502</c:v>
                </c:pt>
                <c:pt idx="1722">
                  <c:v>44503</c:v>
                </c:pt>
                <c:pt idx="1723">
                  <c:v>44504</c:v>
                </c:pt>
                <c:pt idx="1724">
                  <c:v>44505</c:v>
                </c:pt>
                <c:pt idx="1725">
                  <c:v>44508</c:v>
                </c:pt>
                <c:pt idx="1726">
                  <c:v>44509</c:v>
                </c:pt>
                <c:pt idx="1727">
                  <c:v>44510</c:v>
                </c:pt>
                <c:pt idx="1728">
                  <c:v>44511</c:v>
                </c:pt>
                <c:pt idx="1729">
                  <c:v>44512</c:v>
                </c:pt>
                <c:pt idx="1730">
                  <c:v>44515</c:v>
                </c:pt>
                <c:pt idx="1731">
                  <c:v>44516</c:v>
                </c:pt>
                <c:pt idx="1732">
                  <c:v>44517</c:v>
                </c:pt>
                <c:pt idx="1733">
                  <c:v>44518</c:v>
                </c:pt>
                <c:pt idx="1734">
                  <c:v>44519</c:v>
                </c:pt>
                <c:pt idx="1735">
                  <c:v>44522</c:v>
                </c:pt>
                <c:pt idx="1736">
                  <c:v>44523</c:v>
                </c:pt>
                <c:pt idx="1737">
                  <c:v>44524</c:v>
                </c:pt>
                <c:pt idx="1738">
                  <c:v>44526</c:v>
                </c:pt>
                <c:pt idx="1739">
                  <c:v>44529</c:v>
                </c:pt>
                <c:pt idx="1740">
                  <c:v>44530</c:v>
                </c:pt>
                <c:pt idx="1741">
                  <c:v>44531</c:v>
                </c:pt>
                <c:pt idx="1742">
                  <c:v>44532</c:v>
                </c:pt>
                <c:pt idx="1743">
                  <c:v>44533</c:v>
                </c:pt>
                <c:pt idx="1744">
                  <c:v>44536</c:v>
                </c:pt>
                <c:pt idx="1745">
                  <c:v>44537</c:v>
                </c:pt>
                <c:pt idx="1746">
                  <c:v>44538</c:v>
                </c:pt>
                <c:pt idx="1747">
                  <c:v>44539</c:v>
                </c:pt>
                <c:pt idx="1748">
                  <c:v>44540</c:v>
                </c:pt>
                <c:pt idx="1749">
                  <c:v>44543</c:v>
                </c:pt>
                <c:pt idx="1750">
                  <c:v>44544</c:v>
                </c:pt>
                <c:pt idx="1751">
                  <c:v>44545</c:v>
                </c:pt>
                <c:pt idx="1752">
                  <c:v>44546</c:v>
                </c:pt>
                <c:pt idx="1753">
                  <c:v>44547</c:v>
                </c:pt>
                <c:pt idx="1754">
                  <c:v>44550</c:v>
                </c:pt>
                <c:pt idx="1755">
                  <c:v>44551</c:v>
                </c:pt>
                <c:pt idx="1756">
                  <c:v>44552</c:v>
                </c:pt>
                <c:pt idx="1757">
                  <c:v>44553</c:v>
                </c:pt>
                <c:pt idx="1758">
                  <c:v>44557</c:v>
                </c:pt>
                <c:pt idx="1759">
                  <c:v>44558</c:v>
                </c:pt>
                <c:pt idx="1760">
                  <c:v>44559</c:v>
                </c:pt>
                <c:pt idx="1761">
                  <c:v>44560</c:v>
                </c:pt>
                <c:pt idx="1762">
                  <c:v>44561</c:v>
                </c:pt>
                <c:pt idx="1763">
                  <c:v>44564</c:v>
                </c:pt>
                <c:pt idx="1764">
                  <c:v>44565</c:v>
                </c:pt>
                <c:pt idx="1765">
                  <c:v>44566</c:v>
                </c:pt>
                <c:pt idx="1766">
                  <c:v>44567</c:v>
                </c:pt>
                <c:pt idx="1767">
                  <c:v>44568</c:v>
                </c:pt>
                <c:pt idx="1768">
                  <c:v>44571</c:v>
                </c:pt>
                <c:pt idx="1769">
                  <c:v>44572</c:v>
                </c:pt>
                <c:pt idx="1770">
                  <c:v>44573</c:v>
                </c:pt>
                <c:pt idx="1771">
                  <c:v>44574</c:v>
                </c:pt>
                <c:pt idx="1772">
                  <c:v>44575</c:v>
                </c:pt>
                <c:pt idx="1773">
                  <c:v>44579</c:v>
                </c:pt>
                <c:pt idx="1774">
                  <c:v>44580</c:v>
                </c:pt>
                <c:pt idx="1775">
                  <c:v>44581</c:v>
                </c:pt>
                <c:pt idx="1776">
                  <c:v>44582</c:v>
                </c:pt>
                <c:pt idx="1777">
                  <c:v>44585</c:v>
                </c:pt>
                <c:pt idx="1778">
                  <c:v>44586</c:v>
                </c:pt>
                <c:pt idx="1779">
                  <c:v>44587</c:v>
                </c:pt>
                <c:pt idx="1780">
                  <c:v>44588</c:v>
                </c:pt>
                <c:pt idx="1781">
                  <c:v>44589</c:v>
                </c:pt>
                <c:pt idx="1782">
                  <c:v>44592</c:v>
                </c:pt>
                <c:pt idx="1783">
                  <c:v>44593</c:v>
                </c:pt>
                <c:pt idx="1784">
                  <c:v>44594</c:v>
                </c:pt>
                <c:pt idx="1785">
                  <c:v>44595</c:v>
                </c:pt>
                <c:pt idx="1786">
                  <c:v>44596</c:v>
                </c:pt>
                <c:pt idx="1787">
                  <c:v>44599</c:v>
                </c:pt>
                <c:pt idx="1788">
                  <c:v>44600</c:v>
                </c:pt>
                <c:pt idx="1789">
                  <c:v>44601</c:v>
                </c:pt>
                <c:pt idx="1790">
                  <c:v>44602</c:v>
                </c:pt>
                <c:pt idx="1791">
                  <c:v>44603</c:v>
                </c:pt>
                <c:pt idx="1792">
                  <c:v>44606</c:v>
                </c:pt>
                <c:pt idx="1793">
                  <c:v>44607</c:v>
                </c:pt>
                <c:pt idx="1794">
                  <c:v>44608</c:v>
                </c:pt>
                <c:pt idx="1795">
                  <c:v>44609</c:v>
                </c:pt>
                <c:pt idx="1796">
                  <c:v>44610</c:v>
                </c:pt>
                <c:pt idx="1797">
                  <c:v>44614</c:v>
                </c:pt>
                <c:pt idx="1798">
                  <c:v>44615</c:v>
                </c:pt>
                <c:pt idx="1799">
                  <c:v>44616</c:v>
                </c:pt>
                <c:pt idx="1800">
                  <c:v>44617</c:v>
                </c:pt>
                <c:pt idx="1801">
                  <c:v>44620</c:v>
                </c:pt>
                <c:pt idx="1802">
                  <c:v>44621</c:v>
                </c:pt>
                <c:pt idx="1803">
                  <c:v>44622</c:v>
                </c:pt>
                <c:pt idx="1804">
                  <c:v>44623</c:v>
                </c:pt>
                <c:pt idx="1805">
                  <c:v>44624</c:v>
                </c:pt>
                <c:pt idx="1806">
                  <c:v>44627</c:v>
                </c:pt>
                <c:pt idx="1807">
                  <c:v>44628</c:v>
                </c:pt>
                <c:pt idx="1808">
                  <c:v>44629</c:v>
                </c:pt>
                <c:pt idx="1809">
                  <c:v>44630</c:v>
                </c:pt>
                <c:pt idx="1810">
                  <c:v>44631</c:v>
                </c:pt>
                <c:pt idx="1811">
                  <c:v>44634</c:v>
                </c:pt>
                <c:pt idx="1812">
                  <c:v>44635</c:v>
                </c:pt>
                <c:pt idx="1813">
                  <c:v>44636</c:v>
                </c:pt>
                <c:pt idx="1814">
                  <c:v>44637</c:v>
                </c:pt>
                <c:pt idx="1815">
                  <c:v>44638</c:v>
                </c:pt>
                <c:pt idx="1816">
                  <c:v>44641</c:v>
                </c:pt>
                <c:pt idx="1817">
                  <c:v>44642</c:v>
                </c:pt>
                <c:pt idx="1818">
                  <c:v>44643</c:v>
                </c:pt>
                <c:pt idx="1819">
                  <c:v>44644</c:v>
                </c:pt>
                <c:pt idx="1820">
                  <c:v>44645</c:v>
                </c:pt>
                <c:pt idx="1821">
                  <c:v>44648</c:v>
                </c:pt>
                <c:pt idx="1822">
                  <c:v>44649</c:v>
                </c:pt>
                <c:pt idx="1823">
                  <c:v>44650</c:v>
                </c:pt>
                <c:pt idx="1824">
                  <c:v>44651</c:v>
                </c:pt>
                <c:pt idx="1825">
                  <c:v>44652</c:v>
                </c:pt>
                <c:pt idx="1826">
                  <c:v>44655</c:v>
                </c:pt>
                <c:pt idx="1827">
                  <c:v>44656</c:v>
                </c:pt>
                <c:pt idx="1828">
                  <c:v>44657</c:v>
                </c:pt>
                <c:pt idx="1829">
                  <c:v>44658</c:v>
                </c:pt>
                <c:pt idx="1830">
                  <c:v>44659</c:v>
                </c:pt>
                <c:pt idx="1831">
                  <c:v>44662</c:v>
                </c:pt>
                <c:pt idx="1832">
                  <c:v>44663</c:v>
                </c:pt>
                <c:pt idx="1833">
                  <c:v>44664</c:v>
                </c:pt>
                <c:pt idx="1834">
                  <c:v>44665</c:v>
                </c:pt>
                <c:pt idx="1835">
                  <c:v>44669</c:v>
                </c:pt>
                <c:pt idx="1836">
                  <c:v>44670</c:v>
                </c:pt>
                <c:pt idx="1837">
                  <c:v>44671</c:v>
                </c:pt>
                <c:pt idx="1838">
                  <c:v>44672</c:v>
                </c:pt>
                <c:pt idx="1839">
                  <c:v>44673</c:v>
                </c:pt>
                <c:pt idx="1840">
                  <c:v>44676</c:v>
                </c:pt>
                <c:pt idx="1841">
                  <c:v>44677</c:v>
                </c:pt>
                <c:pt idx="1842">
                  <c:v>44678</c:v>
                </c:pt>
                <c:pt idx="1843">
                  <c:v>44679</c:v>
                </c:pt>
                <c:pt idx="1844">
                  <c:v>44680</c:v>
                </c:pt>
                <c:pt idx="1845">
                  <c:v>44683</c:v>
                </c:pt>
                <c:pt idx="1846">
                  <c:v>44684</c:v>
                </c:pt>
                <c:pt idx="1847">
                  <c:v>44685</c:v>
                </c:pt>
                <c:pt idx="1848">
                  <c:v>44686</c:v>
                </c:pt>
                <c:pt idx="1849">
                  <c:v>44687</c:v>
                </c:pt>
                <c:pt idx="1850">
                  <c:v>44690</c:v>
                </c:pt>
                <c:pt idx="1851">
                  <c:v>44691</c:v>
                </c:pt>
                <c:pt idx="1852">
                  <c:v>44692</c:v>
                </c:pt>
                <c:pt idx="1853">
                  <c:v>44693</c:v>
                </c:pt>
                <c:pt idx="1854">
                  <c:v>44694</c:v>
                </c:pt>
                <c:pt idx="1855">
                  <c:v>44697</c:v>
                </c:pt>
                <c:pt idx="1856">
                  <c:v>44698</c:v>
                </c:pt>
                <c:pt idx="1857">
                  <c:v>44699</c:v>
                </c:pt>
                <c:pt idx="1858">
                  <c:v>44700</c:v>
                </c:pt>
                <c:pt idx="1859">
                  <c:v>44701</c:v>
                </c:pt>
                <c:pt idx="1860">
                  <c:v>44704</c:v>
                </c:pt>
                <c:pt idx="1861">
                  <c:v>44705</c:v>
                </c:pt>
                <c:pt idx="1862">
                  <c:v>44706</c:v>
                </c:pt>
                <c:pt idx="1863">
                  <c:v>44707</c:v>
                </c:pt>
                <c:pt idx="1864">
                  <c:v>44708</c:v>
                </c:pt>
                <c:pt idx="1865">
                  <c:v>44712</c:v>
                </c:pt>
                <c:pt idx="1866">
                  <c:v>44713</c:v>
                </c:pt>
                <c:pt idx="1867">
                  <c:v>44714</c:v>
                </c:pt>
                <c:pt idx="1868">
                  <c:v>44715</c:v>
                </c:pt>
                <c:pt idx="1869">
                  <c:v>44718</c:v>
                </c:pt>
                <c:pt idx="1870">
                  <c:v>44719</c:v>
                </c:pt>
                <c:pt idx="1871">
                  <c:v>44720</c:v>
                </c:pt>
                <c:pt idx="1872">
                  <c:v>44721</c:v>
                </c:pt>
                <c:pt idx="1873">
                  <c:v>44722</c:v>
                </c:pt>
                <c:pt idx="1874">
                  <c:v>44725</c:v>
                </c:pt>
                <c:pt idx="1875">
                  <c:v>44726</c:v>
                </c:pt>
                <c:pt idx="1876">
                  <c:v>44727</c:v>
                </c:pt>
                <c:pt idx="1877">
                  <c:v>44728</c:v>
                </c:pt>
                <c:pt idx="1878">
                  <c:v>44729</c:v>
                </c:pt>
                <c:pt idx="1879">
                  <c:v>44733</c:v>
                </c:pt>
                <c:pt idx="1880">
                  <c:v>44734</c:v>
                </c:pt>
                <c:pt idx="1881">
                  <c:v>44735</c:v>
                </c:pt>
                <c:pt idx="1882">
                  <c:v>44736</c:v>
                </c:pt>
                <c:pt idx="1883">
                  <c:v>44739</c:v>
                </c:pt>
                <c:pt idx="1884">
                  <c:v>44740</c:v>
                </c:pt>
                <c:pt idx="1885">
                  <c:v>44741</c:v>
                </c:pt>
                <c:pt idx="1886">
                  <c:v>44742</c:v>
                </c:pt>
                <c:pt idx="1887">
                  <c:v>44743</c:v>
                </c:pt>
                <c:pt idx="1888">
                  <c:v>44747</c:v>
                </c:pt>
                <c:pt idx="1889">
                  <c:v>44748</c:v>
                </c:pt>
                <c:pt idx="1890">
                  <c:v>44749</c:v>
                </c:pt>
                <c:pt idx="1891">
                  <c:v>44750</c:v>
                </c:pt>
                <c:pt idx="1892">
                  <c:v>44753</c:v>
                </c:pt>
                <c:pt idx="1893">
                  <c:v>44754</c:v>
                </c:pt>
                <c:pt idx="1894">
                  <c:v>44755</c:v>
                </c:pt>
                <c:pt idx="1895">
                  <c:v>44756</c:v>
                </c:pt>
                <c:pt idx="1896">
                  <c:v>44757</c:v>
                </c:pt>
                <c:pt idx="1897">
                  <c:v>44760</c:v>
                </c:pt>
                <c:pt idx="1898">
                  <c:v>44761</c:v>
                </c:pt>
                <c:pt idx="1899">
                  <c:v>44762</c:v>
                </c:pt>
                <c:pt idx="1900">
                  <c:v>44763</c:v>
                </c:pt>
                <c:pt idx="1901">
                  <c:v>44764</c:v>
                </c:pt>
                <c:pt idx="1902">
                  <c:v>44767</c:v>
                </c:pt>
                <c:pt idx="1903">
                  <c:v>44768</c:v>
                </c:pt>
                <c:pt idx="1904">
                  <c:v>44769</c:v>
                </c:pt>
                <c:pt idx="1905">
                  <c:v>44770</c:v>
                </c:pt>
                <c:pt idx="1906">
                  <c:v>44771</c:v>
                </c:pt>
                <c:pt idx="1907">
                  <c:v>44774</c:v>
                </c:pt>
                <c:pt idx="1908">
                  <c:v>44775</c:v>
                </c:pt>
                <c:pt idx="1909">
                  <c:v>44776</c:v>
                </c:pt>
                <c:pt idx="1910">
                  <c:v>44777</c:v>
                </c:pt>
                <c:pt idx="1911">
                  <c:v>44778</c:v>
                </c:pt>
                <c:pt idx="1912">
                  <c:v>44781</c:v>
                </c:pt>
                <c:pt idx="1913">
                  <c:v>44782</c:v>
                </c:pt>
                <c:pt idx="1914">
                  <c:v>44783</c:v>
                </c:pt>
                <c:pt idx="1915">
                  <c:v>44784</c:v>
                </c:pt>
                <c:pt idx="1916">
                  <c:v>44785</c:v>
                </c:pt>
                <c:pt idx="1917">
                  <c:v>44788</c:v>
                </c:pt>
                <c:pt idx="1918">
                  <c:v>44789</c:v>
                </c:pt>
                <c:pt idx="1919">
                  <c:v>44790</c:v>
                </c:pt>
                <c:pt idx="1920">
                  <c:v>44791</c:v>
                </c:pt>
                <c:pt idx="1921">
                  <c:v>44792</c:v>
                </c:pt>
                <c:pt idx="1922">
                  <c:v>44795</c:v>
                </c:pt>
                <c:pt idx="1923">
                  <c:v>44796</c:v>
                </c:pt>
                <c:pt idx="1924">
                  <c:v>44797</c:v>
                </c:pt>
                <c:pt idx="1925">
                  <c:v>44798</c:v>
                </c:pt>
                <c:pt idx="1926">
                  <c:v>44799</c:v>
                </c:pt>
                <c:pt idx="1927">
                  <c:v>44802</c:v>
                </c:pt>
                <c:pt idx="1928">
                  <c:v>44803</c:v>
                </c:pt>
                <c:pt idx="1929">
                  <c:v>44804</c:v>
                </c:pt>
                <c:pt idx="1930">
                  <c:v>44805</c:v>
                </c:pt>
                <c:pt idx="1931">
                  <c:v>44806</c:v>
                </c:pt>
                <c:pt idx="1932">
                  <c:v>44810</c:v>
                </c:pt>
                <c:pt idx="1933">
                  <c:v>44811</c:v>
                </c:pt>
                <c:pt idx="1934">
                  <c:v>44812</c:v>
                </c:pt>
                <c:pt idx="1935">
                  <c:v>44813</c:v>
                </c:pt>
                <c:pt idx="1936">
                  <c:v>44816</c:v>
                </c:pt>
                <c:pt idx="1937">
                  <c:v>44817</c:v>
                </c:pt>
                <c:pt idx="1938">
                  <c:v>44818</c:v>
                </c:pt>
                <c:pt idx="1939">
                  <c:v>44819</c:v>
                </c:pt>
                <c:pt idx="1940">
                  <c:v>44820</c:v>
                </c:pt>
                <c:pt idx="1941">
                  <c:v>44823</c:v>
                </c:pt>
                <c:pt idx="1942">
                  <c:v>44824</c:v>
                </c:pt>
                <c:pt idx="1943">
                  <c:v>44825</c:v>
                </c:pt>
                <c:pt idx="1944">
                  <c:v>44826</c:v>
                </c:pt>
                <c:pt idx="1945">
                  <c:v>44827</c:v>
                </c:pt>
                <c:pt idx="1946">
                  <c:v>44830</c:v>
                </c:pt>
                <c:pt idx="1947">
                  <c:v>44831</c:v>
                </c:pt>
                <c:pt idx="1948">
                  <c:v>44832</c:v>
                </c:pt>
                <c:pt idx="1949">
                  <c:v>44833</c:v>
                </c:pt>
                <c:pt idx="1950">
                  <c:v>44834</c:v>
                </c:pt>
                <c:pt idx="1951">
                  <c:v>44837</c:v>
                </c:pt>
                <c:pt idx="1952">
                  <c:v>44838</c:v>
                </c:pt>
                <c:pt idx="1953">
                  <c:v>44839</c:v>
                </c:pt>
                <c:pt idx="1954">
                  <c:v>44840</c:v>
                </c:pt>
                <c:pt idx="1955">
                  <c:v>44841</c:v>
                </c:pt>
                <c:pt idx="1956">
                  <c:v>44844</c:v>
                </c:pt>
                <c:pt idx="1957">
                  <c:v>44845</c:v>
                </c:pt>
                <c:pt idx="1958">
                  <c:v>44846</c:v>
                </c:pt>
                <c:pt idx="1959">
                  <c:v>44847</c:v>
                </c:pt>
                <c:pt idx="1960">
                  <c:v>44848</c:v>
                </c:pt>
                <c:pt idx="1961">
                  <c:v>44851</c:v>
                </c:pt>
                <c:pt idx="1962">
                  <c:v>44852</c:v>
                </c:pt>
                <c:pt idx="1963">
                  <c:v>44853</c:v>
                </c:pt>
                <c:pt idx="1964">
                  <c:v>44854</c:v>
                </c:pt>
                <c:pt idx="1965">
                  <c:v>44855</c:v>
                </c:pt>
                <c:pt idx="1966">
                  <c:v>44858</c:v>
                </c:pt>
                <c:pt idx="1967">
                  <c:v>44859</c:v>
                </c:pt>
                <c:pt idx="1968">
                  <c:v>44860</c:v>
                </c:pt>
                <c:pt idx="1969">
                  <c:v>44861</c:v>
                </c:pt>
                <c:pt idx="1970">
                  <c:v>44862</c:v>
                </c:pt>
                <c:pt idx="1971">
                  <c:v>44865</c:v>
                </c:pt>
                <c:pt idx="1972">
                  <c:v>44866</c:v>
                </c:pt>
                <c:pt idx="1973">
                  <c:v>44867</c:v>
                </c:pt>
                <c:pt idx="1974">
                  <c:v>44868</c:v>
                </c:pt>
                <c:pt idx="1975">
                  <c:v>44869</c:v>
                </c:pt>
                <c:pt idx="1976">
                  <c:v>44872</c:v>
                </c:pt>
                <c:pt idx="1977">
                  <c:v>44873</c:v>
                </c:pt>
                <c:pt idx="1978">
                  <c:v>44874</c:v>
                </c:pt>
                <c:pt idx="1979">
                  <c:v>44875</c:v>
                </c:pt>
                <c:pt idx="1980">
                  <c:v>44876</c:v>
                </c:pt>
                <c:pt idx="1981">
                  <c:v>44879</c:v>
                </c:pt>
                <c:pt idx="1982">
                  <c:v>44880</c:v>
                </c:pt>
                <c:pt idx="1983">
                  <c:v>44881</c:v>
                </c:pt>
                <c:pt idx="1984">
                  <c:v>44882</c:v>
                </c:pt>
                <c:pt idx="1985">
                  <c:v>44883</c:v>
                </c:pt>
                <c:pt idx="1986">
                  <c:v>44886</c:v>
                </c:pt>
                <c:pt idx="1987">
                  <c:v>44887</c:v>
                </c:pt>
                <c:pt idx="1988">
                  <c:v>44888</c:v>
                </c:pt>
                <c:pt idx="1989">
                  <c:v>44890</c:v>
                </c:pt>
                <c:pt idx="1990">
                  <c:v>44893</c:v>
                </c:pt>
                <c:pt idx="1991">
                  <c:v>44894</c:v>
                </c:pt>
                <c:pt idx="1992">
                  <c:v>44895</c:v>
                </c:pt>
                <c:pt idx="1993">
                  <c:v>44896</c:v>
                </c:pt>
                <c:pt idx="1994">
                  <c:v>44897</c:v>
                </c:pt>
                <c:pt idx="1995">
                  <c:v>44900</c:v>
                </c:pt>
                <c:pt idx="1996">
                  <c:v>44901</c:v>
                </c:pt>
                <c:pt idx="1997">
                  <c:v>44902</c:v>
                </c:pt>
                <c:pt idx="1998">
                  <c:v>44903</c:v>
                </c:pt>
                <c:pt idx="1999">
                  <c:v>44904</c:v>
                </c:pt>
                <c:pt idx="2000">
                  <c:v>44907</c:v>
                </c:pt>
                <c:pt idx="2001">
                  <c:v>44908</c:v>
                </c:pt>
                <c:pt idx="2002">
                  <c:v>44909</c:v>
                </c:pt>
                <c:pt idx="2003">
                  <c:v>44910</c:v>
                </c:pt>
                <c:pt idx="2004">
                  <c:v>44911</c:v>
                </c:pt>
                <c:pt idx="2005">
                  <c:v>44914</c:v>
                </c:pt>
                <c:pt idx="2006">
                  <c:v>44915</c:v>
                </c:pt>
                <c:pt idx="2007">
                  <c:v>44916</c:v>
                </c:pt>
                <c:pt idx="2008">
                  <c:v>44917</c:v>
                </c:pt>
                <c:pt idx="2009">
                  <c:v>44918</c:v>
                </c:pt>
                <c:pt idx="2010">
                  <c:v>44922</c:v>
                </c:pt>
                <c:pt idx="2011">
                  <c:v>44923</c:v>
                </c:pt>
                <c:pt idx="2012">
                  <c:v>44924</c:v>
                </c:pt>
                <c:pt idx="2013">
                  <c:v>44925</c:v>
                </c:pt>
                <c:pt idx="2014">
                  <c:v>44929</c:v>
                </c:pt>
                <c:pt idx="2015">
                  <c:v>44930</c:v>
                </c:pt>
                <c:pt idx="2016">
                  <c:v>44931</c:v>
                </c:pt>
                <c:pt idx="2017">
                  <c:v>44932</c:v>
                </c:pt>
                <c:pt idx="2018">
                  <c:v>44935</c:v>
                </c:pt>
                <c:pt idx="2019">
                  <c:v>44936</c:v>
                </c:pt>
                <c:pt idx="2020">
                  <c:v>44937</c:v>
                </c:pt>
                <c:pt idx="2021">
                  <c:v>44938</c:v>
                </c:pt>
                <c:pt idx="2022">
                  <c:v>44939</c:v>
                </c:pt>
                <c:pt idx="2023">
                  <c:v>44943</c:v>
                </c:pt>
                <c:pt idx="2024">
                  <c:v>44944</c:v>
                </c:pt>
                <c:pt idx="2025">
                  <c:v>44945</c:v>
                </c:pt>
                <c:pt idx="2026">
                  <c:v>44946</c:v>
                </c:pt>
                <c:pt idx="2027">
                  <c:v>44949</c:v>
                </c:pt>
                <c:pt idx="2028">
                  <c:v>44950</c:v>
                </c:pt>
                <c:pt idx="2029">
                  <c:v>44951</c:v>
                </c:pt>
                <c:pt idx="2030">
                  <c:v>44952</c:v>
                </c:pt>
                <c:pt idx="2031">
                  <c:v>44953</c:v>
                </c:pt>
                <c:pt idx="2032">
                  <c:v>44956</c:v>
                </c:pt>
                <c:pt idx="2033">
                  <c:v>44957</c:v>
                </c:pt>
                <c:pt idx="2034">
                  <c:v>44958</c:v>
                </c:pt>
                <c:pt idx="2035">
                  <c:v>44959</c:v>
                </c:pt>
                <c:pt idx="2036">
                  <c:v>44960</c:v>
                </c:pt>
                <c:pt idx="2037">
                  <c:v>44963</c:v>
                </c:pt>
                <c:pt idx="2038">
                  <c:v>44964</c:v>
                </c:pt>
                <c:pt idx="2039">
                  <c:v>44965</c:v>
                </c:pt>
                <c:pt idx="2040">
                  <c:v>44966</c:v>
                </c:pt>
                <c:pt idx="2041">
                  <c:v>44967</c:v>
                </c:pt>
                <c:pt idx="2042">
                  <c:v>44970</c:v>
                </c:pt>
                <c:pt idx="2043">
                  <c:v>44971</c:v>
                </c:pt>
                <c:pt idx="2044">
                  <c:v>44972</c:v>
                </c:pt>
                <c:pt idx="2045">
                  <c:v>44973</c:v>
                </c:pt>
                <c:pt idx="2046">
                  <c:v>44974</c:v>
                </c:pt>
                <c:pt idx="2047">
                  <c:v>44978</c:v>
                </c:pt>
                <c:pt idx="2048">
                  <c:v>44979</c:v>
                </c:pt>
                <c:pt idx="2049">
                  <c:v>44980</c:v>
                </c:pt>
                <c:pt idx="2050">
                  <c:v>44981</c:v>
                </c:pt>
                <c:pt idx="2051">
                  <c:v>44984</c:v>
                </c:pt>
                <c:pt idx="2052">
                  <c:v>44985</c:v>
                </c:pt>
                <c:pt idx="2053">
                  <c:v>44986</c:v>
                </c:pt>
                <c:pt idx="2054">
                  <c:v>44987</c:v>
                </c:pt>
                <c:pt idx="2055">
                  <c:v>44988</c:v>
                </c:pt>
                <c:pt idx="2056">
                  <c:v>44991</c:v>
                </c:pt>
                <c:pt idx="2057">
                  <c:v>44992</c:v>
                </c:pt>
                <c:pt idx="2058">
                  <c:v>44993</c:v>
                </c:pt>
                <c:pt idx="2059">
                  <c:v>44994</c:v>
                </c:pt>
                <c:pt idx="2060">
                  <c:v>44995</c:v>
                </c:pt>
                <c:pt idx="2061">
                  <c:v>44998</c:v>
                </c:pt>
                <c:pt idx="2062">
                  <c:v>44999</c:v>
                </c:pt>
                <c:pt idx="2063">
                  <c:v>45000</c:v>
                </c:pt>
                <c:pt idx="2064">
                  <c:v>45001</c:v>
                </c:pt>
                <c:pt idx="2065">
                  <c:v>45002</c:v>
                </c:pt>
                <c:pt idx="2066">
                  <c:v>45005</c:v>
                </c:pt>
                <c:pt idx="2067">
                  <c:v>45006</c:v>
                </c:pt>
                <c:pt idx="2068">
                  <c:v>45007</c:v>
                </c:pt>
                <c:pt idx="2069">
                  <c:v>45008</c:v>
                </c:pt>
                <c:pt idx="2070">
                  <c:v>45009</c:v>
                </c:pt>
                <c:pt idx="2071">
                  <c:v>45012</c:v>
                </c:pt>
                <c:pt idx="2072">
                  <c:v>45013</c:v>
                </c:pt>
                <c:pt idx="2073">
                  <c:v>45014</c:v>
                </c:pt>
                <c:pt idx="2074">
                  <c:v>45015</c:v>
                </c:pt>
                <c:pt idx="2075">
                  <c:v>45016</c:v>
                </c:pt>
                <c:pt idx="2076">
                  <c:v>45019</c:v>
                </c:pt>
                <c:pt idx="2077">
                  <c:v>45020</c:v>
                </c:pt>
                <c:pt idx="2078">
                  <c:v>45021</c:v>
                </c:pt>
                <c:pt idx="2079">
                  <c:v>45022</c:v>
                </c:pt>
                <c:pt idx="2080">
                  <c:v>45026</c:v>
                </c:pt>
                <c:pt idx="2081">
                  <c:v>45027</c:v>
                </c:pt>
                <c:pt idx="2082">
                  <c:v>45028</c:v>
                </c:pt>
                <c:pt idx="2083">
                  <c:v>45029</c:v>
                </c:pt>
                <c:pt idx="2084">
                  <c:v>45030</c:v>
                </c:pt>
                <c:pt idx="2085">
                  <c:v>45033</c:v>
                </c:pt>
                <c:pt idx="2086">
                  <c:v>45034</c:v>
                </c:pt>
                <c:pt idx="2087">
                  <c:v>45035</c:v>
                </c:pt>
                <c:pt idx="2088">
                  <c:v>45036</c:v>
                </c:pt>
                <c:pt idx="2089">
                  <c:v>45037</c:v>
                </c:pt>
                <c:pt idx="2090">
                  <c:v>45040</c:v>
                </c:pt>
                <c:pt idx="2091">
                  <c:v>45041</c:v>
                </c:pt>
                <c:pt idx="2092">
                  <c:v>45042</c:v>
                </c:pt>
                <c:pt idx="2093">
                  <c:v>45043</c:v>
                </c:pt>
                <c:pt idx="2094">
                  <c:v>45044</c:v>
                </c:pt>
                <c:pt idx="2095">
                  <c:v>45047</c:v>
                </c:pt>
                <c:pt idx="2096">
                  <c:v>45048</c:v>
                </c:pt>
                <c:pt idx="2097">
                  <c:v>45049</c:v>
                </c:pt>
                <c:pt idx="2098">
                  <c:v>45050</c:v>
                </c:pt>
                <c:pt idx="2099">
                  <c:v>45051</c:v>
                </c:pt>
                <c:pt idx="2100">
                  <c:v>45054</c:v>
                </c:pt>
                <c:pt idx="2101">
                  <c:v>45055</c:v>
                </c:pt>
                <c:pt idx="2102">
                  <c:v>45056</c:v>
                </c:pt>
                <c:pt idx="2103">
                  <c:v>45057</c:v>
                </c:pt>
                <c:pt idx="2104">
                  <c:v>45058</c:v>
                </c:pt>
                <c:pt idx="2105">
                  <c:v>45061</c:v>
                </c:pt>
                <c:pt idx="2106">
                  <c:v>45062</c:v>
                </c:pt>
                <c:pt idx="2107">
                  <c:v>45063</c:v>
                </c:pt>
                <c:pt idx="2108">
                  <c:v>45064</c:v>
                </c:pt>
                <c:pt idx="2109">
                  <c:v>45065</c:v>
                </c:pt>
                <c:pt idx="2110">
                  <c:v>45068</c:v>
                </c:pt>
                <c:pt idx="2111">
                  <c:v>45069</c:v>
                </c:pt>
                <c:pt idx="2112">
                  <c:v>45070</c:v>
                </c:pt>
                <c:pt idx="2113">
                  <c:v>45071</c:v>
                </c:pt>
                <c:pt idx="2114">
                  <c:v>45072</c:v>
                </c:pt>
                <c:pt idx="2115">
                  <c:v>45076</c:v>
                </c:pt>
                <c:pt idx="2116">
                  <c:v>45077</c:v>
                </c:pt>
                <c:pt idx="2117">
                  <c:v>45078</c:v>
                </c:pt>
                <c:pt idx="2118">
                  <c:v>45079</c:v>
                </c:pt>
                <c:pt idx="2119">
                  <c:v>45082</c:v>
                </c:pt>
                <c:pt idx="2120">
                  <c:v>45083</c:v>
                </c:pt>
                <c:pt idx="2121">
                  <c:v>45084</c:v>
                </c:pt>
                <c:pt idx="2122">
                  <c:v>45085</c:v>
                </c:pt>
                <c:pt idx="2123">
                  <c:v>45086</c:v>
                </c:pt>
                <c:pt idx="2124">
                  <c:v>45089</c:v>
                </c:pt>
                <c:pt idx="2125">
                  <c:v>45090</c:v>
                </c:pt>
                <c:pt idx="2126">
                  <c:v>45091</c:v>
                </c:pt>
                <c:pt idx="2127">
                  <c:v>45092</c:v>
                </c:pt>
                <c:pt idx="2128">
                  <c:v>45093</c:v>
                </c:pt>
                <c:pt idx="2129">
                  <c:v>45097</c:v>
                </c:pt>
                <c:pt idx="2130">
                  <c:v>45098</c:v>
                </c:pt>
                <c:pt idx="2131">
                  <c:v>45099</c:v>
                </c:pt>
                <c:pt idx="2132">
                  <c:v>45100</c:v>
                </c:pt>
                <c:pt idx="2133">
                  <c:v>45103</c:v>
                </c:pt>
                <c:pt idx="2134">
                  <c:v>45104</c:v>
                </c:pt>
                <c:pt idx="2135">
                  <c:v>45105</c:v>
                </c:pt>
                <c:pt idx="2136">
                  <c:v>45106</c:v>
                </c:pt>
                <c:pt idx="2137">
                  <c:v>45107</c:v>
                </c:pt>
                <c:pt idx="2138">
                  <c:v>45110</c:v>
                </c:pt>
                <c:pt idx="2139">
                  <c:v>45112</c:v>
                </c:pt>
                <c:pt idx="2140">
                  <c:v>45113</c:v>
                </c:pt>
                <c:pt idx="2141">
                  <c:v>45114</c:v>
                </c:pt>
                <c:pt idx="2142">
                  <c:v>45117</c:v>
                </c:pt>
                <c:pt idx="2143">
                  <c:v>45118</c:v>
                </c:pt>
                <c:pt idx="2144">
                  <c:v>45119</c:v>
                </c:pt>
                <c:pt idx="2145">
                  <c:v>45120</c:v>
                </c:pt>
                <c:pt idx="2146">
                  <c:v>45121</c:v>
                </c:pt>
                <c:pt idx="2147">
                  <c:v>45124</c:v>
                </c:pt>
                <c:pt idx="2148">
                  <c:v>45125</c:v>
                </c:pt>
                <c:pt idx="2149">
                  <c:v>45126</c:v>
                </c:pt>
                <c:pt idx="2150">
                  <c:v>45127</c:v>
                </c:pt>
                <c:pt idx="2151">
                  <c:v>45128</c:v>
                </c:pt>
                <c:pt idx="2152">
                  <c:v>45131</c:v>
                </c:pt>
                <c:pt idx="2153">
                  <c:v>45132</c:v>
                </c:pt>
                <c:pt idx="2154">
                  <c:v>45133</c:v>
                </c:pt>
                <c:pt idx="2155">
                  <c:v>45134</c:v>
                </c:pt>
                <c:pt idx="2156">
                  <c:v>45135</c:v>
                </c:pt>
                <c:pt idx="2157">
                  <c:v>45138</c:v>
                </c:pt>
                <c:pt idx="2158">
                  <c:v>45139</c:v>
                </c:pt>
                <c:pt idx="2159">
                  <c:v>45140</c:v>
                </c:pt>
                <c:pt idx="2160">
                  <c:v>45141</c:v>
                </c:pt>
                <c:pt idx="2161">
                  <c:v>45142</c:v>
                </c:pt>
                <c:pt idx="2162">
                  <c:v>45145</c:v>
                </c:pt>
                <c:pt idx="2163">
                  <c:v>45146</c:v>
                </c:pt>
                <c:pt idx="2164">
                  <c:v>45147</c:v>
                </c:pt>
                <c:pt idx="2165">
                  <c:v>45148</c:v>
                </c:pt>
                <c:pt idx="2166">
                  <c:v>45149</c:v>
                </c:pt>
                <c:pt idx="2167">
                  <c:v>45152</c:v>
                </c:pt>
                <c:pt idx="2168">
                  <c:v>45153</c:v>
                </c:pt>
                <c:pt idx="2169">
                  <c:v>45154</c:v>
                </c:pt>
                <c:pt idx="2170">
                  <c:v>45155</c:v>
                </c:pt>
                <c:pt idx="2171">
                  <c:v>45156</c:v>
                </c:pt>
                <c:pt idx="2172">
                  <c:v>45159</c:v>
                </c:pt>
                <c:pt idx="2173">
                  <c:v>45160</c:v>
                </c:pt>
                <c:pt idx="2174">
                  <c:v>45161</c:v>
                </c:pt>
                <c:pt idx="2175">
                  <c:v>45162</c:v>
                </c:pt>
                <c:pt idx="2176">
                  <c:v>45163</c:v>
                </c:pt>
                <c:pt idx="2177">
                  <c:v>45166</c:v>
                </c:pt>
                <c:pt idx="2178">
                  <c:v>45167</c:v>
                </c:pt>
                <c:pt idx="2179">
                  <c:v>45168</c:v>
                </c:pt>
                <c:pt idx="2180">
                  <c:v>45169</c:v>
                </c:pt>
                <c:pt idx="2181">
                  <c:v>45170</c:v>
                </c:pt>
                <c:pt idx="2182">
                  <c:v>45174</c:v>
                </c:pt>
                <c:pt idx="2183">
                  <c:v>45175</c:v>
                </c:pt>
                <c:pt idx="2184">
                  <c:v>45176</c:v>
                </c:pt>
                <c:pt idx="2185">
                  <c:v>45177</c:v>
                </c:pt>
                <c:pt idx="2186">
                  <c:v>45180</c:v>
                </c:pt>
                <c:pt idx="2187">
                  <c:v>45181</c:v>
                </c:pt>
                <c:pt idx="2188">
                  <c:v>45182</c:v>
                </c:pt>
                <c:pt idx="2189">
                  <c:v>45183</c:v>
                </c:pt>
                <c:pt idx="2190">
                  <c:v>45184</c:v>
                </c:pt>
                <c:pt idx="2191">
                  <c:v>45187</c:v>
                </c:pt>
                <c:pt idx="2192">
                  <c:v>45188</c:v>
                </c:pt>
                <c:pt idx="2193">
                  <c:v>45189</c:v>
                </c:pt>
                <c:pt idx="2194">
                  <c:v>45190</c:v>
                </c:pt>
                <c:pt idx="2195">
                  <c:v>45191</c:v>
                </c:pt>
                <c:pt idx="2196">
                  <c:v>45194</c:v>
                </c:pt>
                <c:pt idx="2197">
                  <c:v>45195</c:v>
                </c:pt>
                <c:pt idx="2198">
                  <c:v>45196</c:v>
                </c:pt>
                <c:pt idx="2199">
                  <c:v>45197</c:v>
                </c:pt>
                <c:pt idx="2200">
                  <c:v>45198</c:v>
                </c:pt>
                <c:pt idx="2201">
                  <c:v>45201</c:v>
                </c:pt>
                <c:pt idx="2202">
                  <c:v>45202</c:v>
                </c:pt>
                <c:pt idx="2203">
                  <c:v>45203</c:v>
                </c:pt>
                <c:pt idx="2204">
                  <c:v>45204</c:v>
                </c:pt>
                <c:pt idx="2205">
                  <c:v>45205</c:v>
                </c:pt>
                <c:pt idx="2206">
                  <c:v>45208</c:v>
                </c:pt>
                <c:pt idx="2207">
                  <c:v>45209</c:v>
                </c:pt>
                <c:pt idx="2208">
                  <c:v>45210</c:v>
                </c:pt>
                <c:pt idx="2209">
                  <c:v>45211</c:v>
                </c:pt>
                <c:pt idx="2210">
                  <c:v>45212</c:v>
                </c:pt>
                <c:pt idx="2211">
                  <c:v>45215</c:v>
                </c:pt>
                <c:pt idx="2212">
                  <c:v>45216</c:v>
                </c:pt>
                <c:pt idx="2213">
                  <c:v>45217</c:v>
                </c:pt>
                <c:pt idx="2214">
                  <c:v>45218</c:v>
                </c:pt>
                <c:pt idx="2215">
                  <c:v>45219</c:v>
                </c:pt>
                <c:pt idx="2216">
                  <c:v>45222</c:v>
                </c:pt>
                <c:pt idx="2217">
                  <c:v>45223</c:v>
                </c:pt>
                <c:pt idx="2218">
                  <c:v>45224</c:v>
                </c:pt>
                <c:pt idx="2219">
                  <c:v>45225</c:v>
                </c:pt>
                <c:pt idx="2220">
                  <c:v>45226</c:v>
                </c:pt>
                <c:pt idx="2221">
                  <c:v>45229</c:v>
                </c:pt>
                <c:pt idx="2222">
                  <c:v>45230</c:v>
                </c:pt>
                <c:pt idx="2223">
                  <c:v>45231</c:v>
                </c:pt>
                <c:pt idx="2224">
                  <c:v>45232</c:v>
                </c:pt>
                <c:pt idx="2225">
                  <c:v>45233</c:v>
                </c:pt>
                <c:pt idx="2226">
                  <c:v>45236</c:v>
                </c:pt>
                <c:pt idx="2227">
                  <c:v>45237</c:v>
                </c:pt>
                <c:pt idx="2228">
                  <c:v>45238</c:v>
                </c:pt>
                <c:pt idx="2229">
                  <c:v>45239</c:v>
                </c:pt>
                <c:pt idx="2230">
                  <c:v>45240</c:v>
                </c:pt>
                <c:pt idx="2231">
                  <c:v>45243</c:v>
                </c:pt>
                <c:pt idx="2232">
                  <c:v>45244</c:v>
                </c:pt>
                <c:pt idx="2233">
                  <c:v>45245</c:v>
                </c:pt>
                <c:pt idx="2234">
                  <c:v>45246</c:v>
                </c:pt>
                <c:pt idx="2235">
                  <c:v>45247</c:v>
                </c:pt>
                <c:pt idx="2236">
                  <c:v>45250</c:v>
                </c:pt>
                <c:pt idx="2237">
                  <c:v>45251</c:v>
                </c:pt>
                <c:pt idx="2238">
                  <c:v>45252</c:v>
                </c:pt>
                <c:pt idx="2239">
                  <c:v>45254</c:v>
                </c:pt>
                <c:pt idx="2240">
                  <c:v>45257</c:v>
                </c:pt>
                <c:pt idx="2241">
                  <c:v>45258</c:v>
                </c:pt>
                <c:pt idx="2242">
                  <c:v>45259</c:v>
                </c:pt>
                <c:pt idx="2243">
                  <c:v>45260</c:v>
                </c:pt>
                <c:pt idx="2244">
                  <c:v>45261</c:v>
                </c:pt>
                <c:pt idx="2245">
                  <c:v>45264</c:v>
                </c:pt>
                <c:pt idx="2246">
                  <c:v>45265</c:v>
                </c:pt>
                <c:pt idx="2247">
                  <c:v>45266</c:v>
                </c:pt>
                <c:pt idx="2248">
                  <c:v>45267</c:v>
                </c:pt>
                <c:pt idx="2249">
                  <c:v>45268</c:v>
                </c:pt>
                <c:pt idx="2250">
                  <c:v>45271</c:v>
                </c:pt>
                <c:pt idx="2251">
                  <c:v>45272</c:v>
                </c:pt>
                <c:pt idx="2252">
                  <c:v>45273</c:v>
                </c:pt>
                <c:pt idx="2253">
                  <c:v>45274</c:v>
                </c:pt>
                <c:pt idx="2254">
                  <c:v>45275</c:v>
                </c:pt>
                <c:pt idx="2255">
                  <c:v>45278</c:v>
                </c:pt>
                <c:pt idx="2256">
                  <c:v>45279</c:v>
                </c:pt>
                <c:pt idx="2257">
                  <c:v>45280</c:v>
                </c:pt>
                <c:pt idx="2258">
                  <c:v>45281</c:v>
                </c:pt>
                <c:pt idx="2259">
                  <c:v>45282</c:v>
                </c:pt>
                <c:pt idx="2260">
                  <c:v>45286</c:v>
                </c:pt>
                <c:pt idx="2261">
                  <c:v>45287</c:v>
                </c:pt>
                <c:pt idx="2262">
                  <c:v>45288</c:v>
                </c:pt>
                <c:pt idx="2263">
                  <c:v>45289</c:v>
                </c:pt>
                <c:pt idx="2264">
                  <c:v>45293</c:v>
                </c:pt>
                <c:pt idx="2265">
                  <c:v>45294</c:v>
                </c:pt>
                <c:pt idx="2266">
                  <c:v>45295</c:v>
                </c:pt>
                <c:pt idx="2267">
                  <c:v>45296</c:v>
                </c:pt>
                <c:pt idx="2268">
                  <c:v>45299</c:v>
                </c:pt>
                <c:pt idx="2269">
                  <c:v>45300</c:v>
                </c:pt>
                <c:pt idx="2270">
                  <c:v>45301</c:v>
                </c:pt>
                <c:pt idx="2271">
                  <c:v>45302</c:v>
                </c:pt>
                <c:pt idx="2272">
                  <c:v>45303</c:v>
                </c:pt>
                <c:pt idx="2273">
                  <c:v>45307</c:v>
                </c:pt>
                <c:pt idx="2274">
                  <c:v>45308</c:v>
                </c:pt>
                <c:pt idx="2275">
                  <c:v>45309</c:v>
                </c:pt>
                <c:pt idx="2276">
                  <c:v>45310</c:v>
                </c:pt>
                <c:pt idx="2277">
                  <c:v>45313</c:v>
                </c:pt>
                <c:pt idx="2278">
                  <c:v>45314</c:v>
                </c:pt>
                <c:pt idx="2279">
                  <c:v>45315</c:v>
                </c:pt>
                <c:pt idx="2280">
                  <c:v>45316</c:v>
                </c:pt>
                <c:pt idx="2281">
                  <c:v>45317</c:v>
                </c:pt>
                <c:pt idx="2282">
                  <c:v>45320</c:v>
                </c:pt>
                <c:pt idx="2283">
                  <c:v>45321</c:v>
                </c:pt>
                <c:pt idx="2284">
                  <c:v>45322</c:v>
                </c:pt>
                <c:pt idx="2285">
                  <c:v>45323</c:v>
                </c:pt>
                <c:pt idx="2286">
                  <c:v>45324</c:v>
                </c:pt>
                <c:pt idx="2287">
                  <c:v>45327</c:v>
                </c:pt>
                <c:pt idx="2288">
                  <c:v>45328</c:v>
                </c:pt>
                <c:pt idx="2289">
                  <c:v>45329</c:v>
                </c:pt>
                <c:pt idx="2290">
                  <c:v>45330</c:v>
                </c:pt>
                <c:pt idx="2291">
                  <c:v>45331</c:v>
                </c:pt>
                <c:pt idx="2292">
                  <c:v>45334</c:v>
                </c:pt>
                <c:pt idx="2293">
                  <c:v>45335</c:v>
                </c:pt>
                <c:pt idx="2294">
                  <c:v>45336</c:v>
                </c:pt>
                <c:pt idx="2295">
                  <c:v>45337</c:v>
                </c:pt>
                <c:pt idx="2296">
                  <c:v>45338</c:v>
                </c:pt>
                <c:pt idx="2297">
                  <c:v>45342</c:v>
                </c:pt>
                <c:pt idx="2298">
                  <c:v>45343</c:v>
                </c:pt>
                <c:pt idx="2299">
                  <c:v>45344</c:v>
                </c:pt>
                <c:pt idx="2300">
                  <c:v>45345</c:v>
                </c:pt>
                <c:pt idx="2301">
                  <c:v>45348</c:v>
                </c:pt>
                <c:pt idx="2302">
                  <c:v>45349</c:v>
                </c:pt>
                <c:pt idx="2303">
                  <c:v>45350</c:v>
                </c:pt>
                <c:pt idx="2304">
                  <c:v>45351</c:v>
                </c:pt>
                <c:pt idx="2305">
                  <c:v>45352</c:v>
                </c:pt>
                <c:pt idx="2306">
                  <c:v>45355</c:v>
                </c:pt>
                <c:pt idx="2307">
                  <c:v>45356</c:v>
                </c:pt>
                <c:pt idx="2308">
                  <c:v>45357</c:v>
                </c:pt>
                <c:pt idx="2309">
                  <c:v>45358</c:v>
                </c:pt>
                <c:pt idx="2310">
                  <c:v>45359</c:v>
                </c:pt>
                <c:pt idx="2311">
                  <c:v>45362</c:v>
                </c:pt>
                <c:pt idx="2312">
                  <c:v>45363</c:v>
                </c:pt>
                <c:pt idx="2313">
                  <c:v>45364</c:v>
                </c:pt>
                <c:pt idx="2314">
                  <c:v>45365</c:v>
                </c:pt>
                <c:pt idx="2315">
                  <c:v>45366</c:v>
                </c:pt>
                <c:pt idx="2316">
                  <c:v>45369</c:v>
                </c:pt>
                <c:pt idx="2317">
                  <c:v>45370</c:v>
                </c:pt>
                <c:pt idx="2318">
                  <c:v>45371</c:v>
                </c:pt>
                <c:pt idx="2319">
                  <c:v>45372</c:v>
                </c:pt>
                <c:pt idx="2320">
                  <c:v>45373</c:v>
                </c:pt>
                <c:pt idx="2321">
                  <c:v>45376</c:v>
                </c:pt>
                <c:pt idx="2322">
                  <c:v>45377</c:v>
                </c:pt>
                <c:pt idx="2323">
                  <c:v>45378</c:v>
                </c:pt>
                <c:pt idx="2324">
                  <c:v>45379</c:v>
                </c:pt>
                <c:pt idx="2325">
                  <c:v>45383</c:v>
                </c:pt>
                <c:pt idx="2326">
                  <c:v>45384</c:v>
                </c:pt>
                <c:pt idx="2327">
                  <c:v>45385</c:v>
                </c:pt>
                <c:pt idx="2328">
                  <c:v>45386</c:v>
                </c:pt>
                <c:pt idx="2329">
                  <c:v>45387</c:v>
                </c:pt>
                <c:pt idx="2330">
                  <c:v>45390</c:v>
                </c:pt>
                <c:pt idx="2331">
                  <c:v>45391</c:v>
                </c:pt>
                <c:pt idx="2332">
                  <c:v>45392</c:v>
                </c:pt>
                <c:pt idx="2333">
                  <c:v>45393</c:v>
                </c:pt>
                <c:pt idx="2334">
                  <c:v>45394</c:v>
                </c:pt>
                <c:pt idx="2335">
                  <c:v>45397</c:v>
                </c:pt>
                <c:pt idx="2336">
                  <c:v>45398</c:v>
                </c:pt>
                <c:pt idx="2337">
                  <c:v>45399</c:v>
                </c:pt>
                <c:pt idx="2338">
                  <c:v>45400</c:v>
                </c:pt>
                <c:pt idx="2339">
                  <c:v>45401</c:v>
                </c:pt>
                <c:pt idx="2340">
                  <c:v>45404</c:v>
                </c:pt>
                <c:pt idx="2341">
                  <c:v>45405</c:v>
                </c:pt>
                <c:pt idx="2342">
                  <c:v>45406</c:v>
                </c:pt>
                <c:pt idx="2343">
                  <c:v>45407</c:v>
                </c:pt>
                <c:pt idx="2344">
                  <c:v>45408</c:v>
                </c:pt>
                <c:pt idx="2345">
                  <c:v>45411</c:v>
                </c:pt>
                <c:pt idx="2346">
                  <c:v>45412</c:v>
                </c:pt>
                <c:pt idx="2347">
                  <c:v>45413</c:v>
                </c:pt>
                <c:pt idx="2348">
                  <c:v>45414</c:v>
                </c:pt>
                <c:pt idx="2349">
                  <c:v>45415</c:v>
                </c:pt>
                <c:pt idx="2350">
                  <c:v>45418</c:v>
                </c:pt>
                <c:pt idx="2351">
                  <c:v>45419</c:v>
                </c:pt>
                <c:pt idx="2352">
                  <c:v>45420</c:v>
                </c:pt>
                <c:pt idx="2353">
                  <c:v>45421</c:v>
                </c:pt>
                <c:pt idx="2354">
                  <c:v>45422</c:v>
                </c:pt>
                <c:pt idx="2355">
                  <c:v>45425</c:v>
                </c:pt>
                <c:pt idx="2356">
                  <c:v>45426</c:v>
                </c:pt>
                <c:pt idx="2357">
                  <c:v>45427</c:v>
                </c:pt>
                <c:pt idx="2358">
                  <c:v>45428</c:v>
                </c:pt>
                <c:pt idx="2359">
                  <c:v>45429</c:v>
                </c:pt>
                <c:pt idx="2360">
                  <c:v>45432</c:v>
                </c:pt>
                <c:pt idx="2361">
                  <c:v>45433</c:v>
                </c:pt>
                <c:pt idx="2362">
                  <c:v>45434</c:v>
                </c:pt>
                <c:pt idx="2363">
                  <c:v>45435</c:v>
                </c:pt>
                <c:pt idx="2364">
                  <c:v>45436</c:v>
                </c:pt>
                <c:pt idx="2365">
                  <c:v>45440</c:v>
                </c:pt>
                <c:pt idx="2366">
                  <c:v>45441</c:v>
                </c:pt>
                <c:pt idx="2367">
                  <c:v>45442</c:v>
                </c:pt>
                <c:pt idx="2368">
                  <c:v>45443</c:v>
                </c:pt>
                <c:pt idx="2369">
                  <c:v>45446</c:v>
                </c:pt>
                <c:pt idx="2370">
                  <c:v>45447</c:v>
                </c:pt>
                <c:pt idx="2371">
                  <c:v>45448</c:v>
                </c:pt>
                <c:pt idx="2372">
                  <c:v>45449</c:v>
                </c:pt>
                <c:pt idx="2373">
                  <c:v>45450</c:v>
                </c:pt>
                <c:pt idx="2374">
                  <c:v>45453</c:v>
                </c:pt>
                <c:pt idx="2375">
                  <c:v>45454</c:v>
                </c:pt>
                <c:pt idx="2376">
                  <c:v>45455</c:v>
                </c:pt>
                <c:pt idx="2377">
                  <c:v>45456</c:v>
                </c:pt>
                <c:pt idx="2378">
                  <c:v>45457</c:v>
                </c:pt>
                <c:pt idx="2379">
                  <c:v>45460</c:v>
                </c:pt>
                <c:pt idx="2380">
                  <c:v>45461</c:v>
                </c:pt>
                <c:pt idx="2381">
                  <c:v>45463</c:v>
                </c:pt>
                <c:pt idx="2382">
                  <c:v>45464</c:v>
                </c:pt>
                <c:pt idx="2383">
                  <c:v>45467</c:v>
                </c:pt>
                <c:pt idx="2384">
                  <c:v>45468</c:v>
                </c:pt>
                <c:pt idx="2385">
                  <c:v>45469</c:v>
                </c:pt>
                <c:pt idx="2386">
                  <c:v>45470</c:v>
                </c:pt>
                <c:pt idx="2387">
                  <c:v>45471</c:v>
                </c:pt>
                <c:pt idx="2388">
                  <c:v>45474</c:v>
                </c:pt>
                <c:pt idx="2389">
                  <c:v>45475</c:v>
                </c:pt>
                <c:pt idx="2390">
                  <c:v>45476</c:v>
                </c:pt>
                <c:pt idx="2391">
                  <c:v>45478</c:v>
                </c:pt>
                <c:pt idx="2392">
                  <c:v>45481</c:v>
                </c:pt>
                <c:pt idx="2393">
                  <c:v>45482</c:v>
                </c:pt>
                <c:pt idx="2394">
                  <c:v>45483</c:v>
                </c:pt>
                <c:pt idx="2395">
                  <c:v>45484</c:v>
                </c:pt>
                <c:pt idx="2396">
                  <c:v>45485</c:v>
                </c:pt>
                <c:pt idx="2397">
                  <c:v>45488</c:v>
                </c:pt>
                <c:pt idx="2398">
                  <c:v>45489</c:v>
                </c:pt>
                <c:pt idx="2399">
                  <c:v>45490</c:v>
                </c:pt>
                <c:pt idx="2400">
                  <c:v>45491</c:v>
                </c:pt>
                <c:pt idx="2401">
                  <c:v>45492</c:v>
                </c:pt>
                <c:pt idx="2402">
                  <c:v>45495</c:v>
                </c:pt>
                <c:pt idx="2403">
                  <c:v>45496</c:v>
                </c:pt>
                <c:pt idx="2404">
                  <c:v>45497</c:v>
                </c:pt>
                <c:pt idx="2405">
                  <c:v>45498</c:v>
                </c:pt>
                <c:pt idx="2406">
                  <c:v>45499</c:v>
                </c:pt>
                <c:pt idx="2407">
                  <c:v>45502</c:v>
                </c:pt>
                <c:pt idx="2408">
                  <c:v>45503</c:v>
                </c:pt>
                <c:pt idx="2409">
                  <c:v>45504</c:v>
                </c:pt>
                <c:pt idx="2410">
                  <c:v>45505</c:v>
                </c:pt>
                <c:pt idx="2411">
                  <c:v>45506</c:v>
                </c:pt>
                <c:pt idx="2412">
                  <c:v>45509</c:v>
                </c:pt>
                <c:pt idx="2413">
                  <c:v>45510</c:v>
                </c:pt>
                <c:pt idx="2414">
                  <c:v>45511</c:v>
                </c:pt>
                <c:pt idx="2415">
                  <c:v>45512</c:v>
                </c:pt>
                <c:pt idx="2416">
                  <c:v>45513</c:v>
                </c:pt>
                <c:pt idx="2417">
                  <c:v>45516</c:v>
                </c:pt>
                <c:pt idx="2418">
                  <c:v>45517</c:v>
                </c:pt>
                <c:pt idx="2419">
                  <c:v>45518</c:v>
                </c:pt>
                <c:pt idx="2420">
                  <c:v>45519</c:v>
                </c:pt>
                <c:pt idx="2421">
                  <c:v>45520</c:v>
                </c:pt>
                <c:pt idx="2422">
                  <c:v>45523</c:v>
                </c:pt>
                <c:pt idx="2423">
                  <c:v>45524</c:v>
                </c:pt>
                <c:pt idx="2424">
                  <c:v>45525</c:v>
                </c:pt>
                <c:pt idx="2425">
                  <c:v>45526</c:v>
                </c:pt>
                <c:pt idx="2426">
                  <c:v>45527</c:v>
                </c:pt>
                <c:pt idx="2427">
                  <c:v>45530</c:v>
                </c:pt>
                <c:pt idx="2428">
                  <c:v>45531</c:v>
                </c:pt>
                <c:pt idx="2429">
                  <c:v>45532</c:v>
                </c:pt>
                <c:pt idx="2430">
                  <c:v>45533</c:v>
                </c:pt>
                <c:pt idx="2431">
                  <c:v>45534</c:v>
                </c:pt>
                <c:pt idx="2432">
                  <c:v>45538</c:v>
                </c:pt>
                <c:pt idx="2433">
                  <c:v>45539</c:v>
                </c:pt>
                <c:pt idx="2434">
                  <c:v>45540</c:v>
                </c:pt>
                <c:pt idx="2435">
                  <c:v>45541</c:v>
                </c:pt>
                <c:pt idx="2436">
                  <c:v>45544</c:v>
                </c:pt>
                <c:pt idx="2437">
                  <c:v>45545</c:v>
                </c:pt>
                <c:pt idx="2438">
                  <c:v>45546</c:v>
                </c:pt>
                <c:pt idx="2439">
                  <c:v>45547</c:v>
                </c:pt>
                <c:pt idx="2440">
                  <c:v>45548</c:v>
                </c:pt>
                <c:pt idx="2441">
                  <c:v>45551</c:v>
                </c:pt>
                <c:pt idx="2442">
                  <c:v>45552</c:v>
                </c:pt>
                <c:pt idx="2443">
                  <c:v>45553</c:v>
                </c:pt>
                <c:pt idx="2444">
                  <c:v>45554</c:v>
                </c:pt>
                <c:pt idx="2445">
                  <c:v>45555</c:v>
                </c:pt>
                <c:pt idx="2446">
                  <c:v>45558</c:v>
                </c:pt>
                <c:pt idx="2447">
                  <c:v>45559</c:v>
                </c:pt>
                <c:pt idx="2448">
                  <c:v>45560</c:v>
                </c:pt>
                <c:pt idx="2449">
                  <c:v>45561</c:v>
                </c:pt>
                <c:pt idx="2450">
                  <c:v>45562</c:v>
                </c:pt>
                <c:pt idx="2451">
                  <c:v>45565</c:v>
                </c:pt>
                <c:pt idx="2452">
                  <c:v>45566</c:v>
                </c:pt>
                <c:pt idx="2453">
                  <c:v>45567</c:v>
                </c:pt>
                <c:pt idx="2454">
                  <c:v>45568</c:v>
                </c:pt>
                <c:pt idx="2455">
                  <c:v>45569</c:v>
                </c:pt>
                <c:pt idx="2456">
                  <c:v>45572</c:v>
                </c:pt>
                <c:pt idx="2457">
                  <c:v>45573</c:v>
                </c:pt>
                <c:pt idx="2458">
                  <c:v>45574</c:v>
                </c:pt>
                <c:pt idx="2459">
                  <c:v>45575</c:v>
                </c:pt>
                <c:pt idx="2460">
                  <c:v>45576</c:v>
                </c:pt>
                <c:pt idx="2461">
                  <c:v>45579</c:v>
                </c:pt>
                <c:pt idx="2462">
                  <c:v>45580</c:v>
                </c:pt>
                <c:pt idx="2463">
                  <c:v>45581</c:v>
                </c:pt>
                <c:pt idx="2464">
                  <c:v>45582</c:v>
                </c:pt>
                <c:pt idx="2465">
                  <c:v>45583</c:v>
                </c:pt>
                <c:pt idx="2466">
                  <c:v>45586</c:v>
                </c:pt>
                <c:pt idx="2467">
                  <c:v>45587</c:v>
                </c:pt>
                <c:pt idx="2468">
                  <c:v>45588</c:v>
                </c:pt>
                <c:pt idx="2469">
                  <c:v>45589</c:v>
                </c:pt>
                <c:pt idx="2470">
                  <c:v>45590</c:v>
                </c:pt>
                <c:pt idx="2471">
                  <c:v>45593</c:v>
                </c:pt>
                <c:pt idx="2472">
                  <c:v>45594</c:v>
                </c:pt>
                <c:pt idx="2473">
                  <c:v>45595</c:v>
                </c:pt>
                <c:pt idx="2474">
                  <c:v>45596</c:v>
                </c:pt>
                <c:pt idx="2475">
                  <c:v>45597</c:v>
                </c:pt>
                <c:pt idx="2476">
                  <c:v>45600</c:v>
                </c:pt>
                <c:pt idx="2477">
                  <c:v>45601</c:v>
                </c:pt>
                <c:pt idx="2478">
                  <c:v>45602</c:v>
                </c:pt>
                <c:pt idx="2479">
                  <c:v>45603</c:v>
                </c:pt>
                <c:pt idx="2480">
                  <c:v>45604</c:v>
                </c:pt>
                <c:pt idx="2481">
                  <c:v>45607</c:v>
                </c:pt>
                <c:pt idx="2482">
                  <c:v>45608</c:v>
                </c:pt>
                <c:pt idx="2483">
                  <c:v>45609</c:v>
                </c:pt>
                <c:pt idx="2484">
                  <c:v>45610</c:v>
                </c:pt>
                <c:pt idx="2485">
                  <c:v>45611</c:v>
                </c:pt>
                <c:pt idx="2486">
                  <c:v>45614</c:v>
                </c:pt>
                <c:pt idx="2487">
                  <c:v>45615</c:v>
                </c:pt>
                <c:pt idx="2488">
                  <c:v>45616</c:v>
                </c:pt>
                <c:pt idx="2489">
                  <c:v>45617</c:v>
                </c:pt>
                <c:pt idx="2490">
                  <c:v>45618</c:v>
                </c:pt>
                <c:pt idx="2491">
                  <c:v>45621</c:v>
                </c:pt>
                <c:pt idx="2492">
                  <c:v>45622</c:v>
                </c:pt>
                <c:pt idx="2493">
                  <c:v>45623</c:v>
                </c:pt>
                <c:pt idx="2494">
                  <c:v>45625</c:v>
                </c:pt>
                <c:pt idx="2495">
                  <c:v>45628</c:v>
                </c:pt>
                <c:pt idx="2496">
                  <c:v>45629</c:v>
                </c:pt>
                <c:pt idx="2497">
                  <c:v>45630</c:v>
                </c:pt>
                <c:pt idx="2498">
                  <c:v>45631</c:v>
                </c:pt>
                <c:pt idx="2499">
                  <c:v>45632</c:v>
                </c:pt>
                <c:pt idx="2500">
                  <c:v>45635</c:v>
                </c:pt>
                <c:pt idx="2501">
                  <c:v>45636</c:v>
                </c:pt>
                <c:pt idx="2502">
                  <c:v>45637</c:v>
                </c:pt>
                <c:pt idx="2503">
                  <c:v>45638</c:v>
                </c:pt>
                <c:pt idx="2504">
                  <c:v>45639</c:v>
                </c:pt>
                <c:pt idx="2505">
                  <c:v>45642</c:v>
                </c:pt>
                <c:pt idx="2506">
                  <c:v>45643</c:v>
                </c:pt>
                <c:pt idx="2507">
                  <c:v>45644</c:v>
                </c:pt>
                <c:pt idx="2508">
                  <c:v>45645</c:v>
                </c:pt>
                <c:pt idx="2509">
                  <c:v>45646</c:v>
                </c:pt>
                <c:pt idx="2510">
                  <c:v>45649</c:v>
                </c:pt>
                <c:pt idx="2511">
                  <c:v>45650</c:v>
                </c:pt>
                <c:pt idx="2512">
                  <c:v>45652</c:v>
                </c:pt>
                <c:pt idx="2513">
                  <c:v>45653</c:v>
                </c:pt>
                <c:pt idx="2514">
                  <c:v>45656</c:v>
                </c:pt>
                <c:pt idx="2515">
                  <c:v>45657</c:v>
                </c:pt>
                <c:pt idx="2516">
                  <c:v>45659</c:v>
                </c:pt>
                <c:pt idx="2517">
                  <c:v>45660</c:v>
                </c:pt>
                <c:pt idx="2518">
                  <c:v>45663</c:v>
                </c:pt>
                <c:pt idx="2519">
                  <c:v>45664</c:v>
                </c:pt>
                <c:pt idx="2520">
                  <c:v>45665</c:v>
                </c:pt>
                <c:pt idx="2521">
                  <c:v>45667</c:v>
                </c:pt>
                <c:pt idx="2522">
                  <c:v>45670</c:v>
                </c:pt>
                <c:pt idx="2523">
                  <c:v>45671</c:v>
                </c:pt>
                <c:pt idx="2524">
                  <c:v>45672</c:v>
                </c:pt>
                <c:pt idx="2525">
                  <c:v>45673</c:v>
                </c:pt>
                <c:pt idx="2526">
                  <c:v>45674</c:v>
                </c:pt>
                <c:pt idx="2527">
                  <c:v>45678</c:v>
                </c:pt>
                <c:pt idx="2528">
                  <c:v>45679</c:v>
                </c:pt>
                <c:pt idx="2529">
                  <c:v>45680</c:v>
                </c:pt>
                <c:pt idx="2530">
                  <c:v>45681</c:v>
                </c:pt>
                <c:pt idx="2531">
                  <c:v>45684</c:v>
                </c:pt>
                <c:pt idx="2532">
                  <c:v>45685</c:v>
                </c:pt>
                <c:pt idx="2533">
                  <c:v>45686</c:v>
                </c:pt>
                <c:pt idx="2534">
                  <c:v>45687</c:v>
                </c:pt>
                <c:pt idx="2535">
                  <c:v>45688</c:v>
                </c:pt>
                <c:pt idx="2536">
                  <c:v>45691</c:v>
                </c:pt>
                <c:pt idx="2537">
                  <c:v>45692</c:v>
                </c:pt>
                <c:pt idx="2538">
                  <c:v>45693</c:v>
                </c:pt>
                <c:pt idx="2539">
                  <c:v>45694</c:v>
                </c:pt>
                <c:pt idx="2540">
                  <c:v>45695</c:v>
                </c:pt>
                <c:pt idx="2541">
                  <c:v>45698</c:v>
                </c:pt>
                <c:pt idx="2542">
                  <c:v>45699</c:v>
                </c:pt>
                <c:pt idx="2543">
                  <c:v>45700</c:v>
                </c:pt>
                <c:pt idx="2544">
                  <c:v>45701</c:v>
                </c:pt>
                <c:pt idx="2545">
                  <c:v>45702</c:v>
                </c:pt>
                <c:pt idx="2546">
                  <c:v>45706</c:v>
                </c:pt>
                <c:pt idx="2547">
                  <c:v>45707</c:v>
                </c:pt>
                <c:pt idx="2548">
                  <c:v>45708</c:v>
                </c:pt>
                <c:pt idx="2549">
                  <c:v>45709</c:v>
                </c:pt>
                <c:pt idx="2550">
                  <c:v>45712</c:v>
                </c:pt>
                <c:pt idx="2551">
                  <c:v>45713</c:v>
                </c:pt>
                <c:pt idx="2552">
                  <c:v>45714</c:v>
                </c:pt>
                <c:pt idx="2553">
                  <c:v>45715</c:v>
                </c:pt>
                <c:pt idx="2554">
                  <c:v>45716</c:v>
                </c:pt>
                <c:pt idx="2555">
                  <c:v>45719</c:v>
                </c:pt>
                <c:pt idx="2556">
                  <c:v>45720</c:v>
                </c:pt>
                <c:pt idx="2557">
                  <c:v>45721</c:v>
                </c:pt>
                <c:pt idx="2558">
                  <c:v>45722</c:v>
                </c:pt>
                <c:pt idx="2559">
                  <c:v>45723</c:v>
                </c:pt>
                <c:pt idx="2560">
                  <c:v>45726</c:v>
                </c:pt>
                <c:pt idx="2561">
                  <c:v>45727</c:v>
                </c:pt>
                <c:pt idx="2562">
                  <c:v>45728</c:v>
                </c:pt>
                <c:pt idx="2563">
                  <c:v>45729</c:v>
                </c:pt>
                <c:pt idx="2564">
                  <c:v>45730</c:v>
                </c:pt>
                <c:pt idx="2565">
                  <c:v>45733</c:v>
                </c:pt>
                <c:pt idx="2566">
                  <c:v>45734</c:v>
                </c:pt>
                <c:pt idx="2567">
                  <c:v>45735</c:v>
                </c:pt>
                <c:pt idx="2568">
                  <c:v>45736</c:v>
                </c:pt>
                <c:pt idx="2569">
                  <c:v>45737</c:v>
                </c:pt>
                <c:pt idx="2570">
                  <c:v>45740</c:v>
                </c:pt>
                <c:pt idx="2571">
                  <c:v>45741</c:v>
                </c:pt>
                <c:pt idx="2572">
                  <c:v>45742</c:v>
                </c:pt>
                <c:pt idx="2573">
                  <c:v>45743</c:v>
                </c:pt>
                <c:pt idx="2574">
                  <c:v>45744</c:v>
                </c:pt>
                <c:pt idx="2575">
                  <c:v>45747</c:v>
                </c:pt>
                <c:pt idx="2576">
                  <c:v>45748</c:v>
                </c:pt>
                <c:pt idx="2577">
                  <c:v>45749</c:v>
                </c:pt>
                <c:pt idx="2578">
                  <c:v>45750</c:v>
                </c:pt>
                <c:pt idx="2579">
                  <c:v>45751</c:v>
                </c:pt>
                <c:pt idx="2580">
                  <c:v>45754</c:v>
                </c:pt>
                <c:pt idx="2581">
                  <c:v>45755</c:v>
                </c:pt>
                <c:pt idx="2582">
                  <c:v>45756</c:v>
                </c:pt>
                <c:pt idx="2583">
                  <c:v>45757</c:v>
                </c:pt>
                <c:pt idx="2584">
                  <c:v>45758</c:v>
                </c:pt>
                <c:pt idx="2585">
                  <c:v>45761</c:v>
                </c:pt>
                <c:pt idx="2586">
                  <c:v>45762</c:v>
                </c:pt>
                <c:pt idx="2587">
                  <c:v>45763</c:v>
                </c:pt>
                <c:pt idx="2588">
                  <c:v>45764</c:v>
                </c:pt>
                <c:pt idx="2589">
                  <c:v>45768</c:v>
                </c:pt>
                <c:pt idx="2590">
                  <c:v>45769</c:v>
                </c:pt>
                <c:pt idx="2591">
                  <c:v>45770</c:v>
                </c:pt>
                <c:pt idx="2592">
                  <c:v>45771</c:v>
                </c:pt>
                <c:pt idx="2593">
                  <c:v>45772</c:v>
                </c:pt>
                <c:pt idx="2594">
                  <c:v>45775</c:v>
                </c:pt>
                <c:pt idx="2595">
                  <c:v>45776</c:v>
                </c:pt>
                <c:pt idx="2596">
                  <c:v>45777</c:v>
                </c:pt>
                <c:pt idx="2597">
                  <c:v>45778</c:v>
                </c:pt>
                <c:pt idx="2598">
                  <c:v>45779</c:v>
                </c:pt>
                <c:pt idx="2599">
                  <c:v>45782</c:v>
                </c:pt>
                <c:pt idx="2600">
                  <c:v>45783</c:v>
                </c:pt>
                <c:pt idx="2601">
                  <c:v>45784</c:v>
                </c:pt>
                <c:pt idx="2602">
                  <c:v>45785</c:v>
                </c:pt>
                <c:pt idx="2603">
                  <c:v>45786</c:v>
                </c:pt>
                <c:pt idx="2604">
                  <c:v>45789</c:v>
                </c:pt>
                <c:pt idx="2605">
                  <c:v>45790</c:v>
                </c:pt>
                <c:pt idx="2606">
                  <c:v>45791</c:v>
                </c:pt>
                <c:pt idx="2607">
                  <c:v>45792</c:v>
                </c:pt>
                <c:pt idx="2608">
                  <c:v>45793</c:v>
                </c:pt>
                <c:pt idx="2609">
                  <c:v>45796</c:v>
                </c:pt>
                <c:pt idx="2610">
                  <c:v>45797</c:v>
                </c:pt>
                <c:pt idx="2611">
                  <c:v>45798</c:v>
                </c:pt>
                <c:pt idx="2612">
                  <c:v>45799</c:v>
                </c:pt>
                <c:pt idx="2613">
                  <c:v>45800</c:v>
                </c:pt>
                <c:pt idx="2614">
                  <c:v>45804</c:v>
                </c:pt>
                <c:pt idx="2615">
                  <c:v>45805</c:v>
                </c:pt>
                <c:pt idx="2616">
                  <c:v>45806</c:v>
                </c:pt>
                <c:pt idx="2617">
                  <c:v>45807</c:v>
                </c:pt>
                <c:pt idx="2618">
                  <c:v>45810</c:v>
                </c:pt>
                <c:pt idx="2619">
                  <c:v>45811</c:v>
                </c:pt>
                <c:pt idx="2620">
                  <c:v>45812</c:v>
                </c:pt>
                <c:pt idx="2621">
                  <c:v>45813</c:v>
                </c:pt>
                <c:pt idx="2622">
                  <c:v>45814</c:v>
                </c:pt>
                <c:pt idx="2623">
                  <c:v>45817</c:v>
                </c:pt>
                <c:pt idx="2624">
                  <c:v>45818</c:v>
                </c:pt>
                <c:pt idx="2625">
                  <c:v>45819</c:v>
                </c:pt>
                <c:pt idx="2626">
                  <c:v>45820</c:v>
                </c:pt>
                <c:pt idx="2627">
                  <c:v>45821</c:v>
                </c:pt>
                <c:pt idx="2628">
                  <c:v>45824</c:v>
                </c:pt>
                <c:pt idx="2629">
                  <c:v>45825</c:v>
                </c:pt>
                <c:pt idx="2630">
                  <c:v>45826</c:v>
                </c:pt>
                <c:pt idx="2631">
                  <c:v>45828</c:v>
                </c:pt>
                <c:pt idx="2632">
                  <c:v>45831</c:v>
                </c:pt>
                <c:pt idx="2633">
                  <c:v>45832</c:v>
                </c:pt>
                <c:pt idx="2634">
                  <c:v>45833</c:v>
                </c:pt>
                <c:pt idx="2635">
                  <c:v>45834</c:v>
                </c:pt>
                <c:pt idx="2636">
                  <c:v>45835</c:v>
                </c:pt>
                <c:pt idx="2637">
                  <c:v>45838</c:v>
                </c:pt>
                <c:pt idx="2638">
                  <c:v>45839</c:v>
                </c:pt>
                <c:pt idx="2639">
                  <c:v>45840</c:v>
                </c:pt>
                <c:pt idx="2640">
                  <c:v>45841</c:v>
                </c:pt>
                <c:pt idx="2641">
                  <c:v>45845</c:v>
                </c:pt>
                <c:pt idx="2642">
                  <c:v>45846</c:v>
                </c:pt>
                <c:pt idx="2643">
                  <c:v>45847</c:v>
                </c:pt>
                <c:pt idx="2644">
                  <c:v>45848</c:v>
                </c:pt>
                <c:pt idx="2645">
                  <c:v>45849</c:v>
                </c:pt>
                <c:pt idx="2646">
                  <c:v>45852</c:v>
                </c:pt>
                <c:pt idx="2647">
                  <c:v>45853</c:v>
                </c:pt>
                <c:pt idx="2648">
                  <c:v>45854</c:v>
                </c:pt>
                <c:pt idx="2649">
                  <c:v>45855</c:v>
                </c:pt>
                <c:pt idx="2650">
                  <c:v>45856</c:v>
                </c:pt>
                <c:pt idx="2651">
                  <c:v>45859</c:v>
                </c:pt>
                <c:pt idx="2652">
                  <c:v>45860</c:v>
                </c:pt>
                <c:pt idx="2653">
                  <c:v>45861</c:v>
                </c:pt>
                <c:pt idx="2654">
                  <c:v>45862</c:v>
                </c:pt>
                <c:pt idx="2655">
                  <c:v>45863</c:v>
                </c:pt>
                <c:pt idx="2656">
                  <c:v>45866</c:v>
                </c:pt>
                <c:pt idx="2657">
                  <c:v>45867</c:v>
                </c:pt>
                <c:pt idx="2658">
                  <c:v>45868</c:v>
                </c:pt>
                <c:pt idx="2659">
                  <c:v>45869</c:v>
                </c:pt>
                <c:pt idx="2660">
                  <c:v>45870</c:v>
                </c:pt>
                <c:pt idx="2661">
                  <c:v>45873</c:v>
                </c:pt>
                <c:pt idx="2662">
                  <c:v>45874</c:v>
                </c:pt>
                <c:pt idx="2663">
                  <c:v>45875</c:v>
                </c:pt>
                <c:pt idx="2664">
                  <c:v>45876</c:v>
                </c:pt>
                <c:pt idx="2665">
                  <c:v>45877</c:v>
                </c:pt>
                <c:pt idx="2666">
                  <c:v>45880</c:v>
                </c:pt>
                <c:pt idx="2667">
                  <c:v>45881</c:v>
                </c:pt>
                <c:pt idx="2668">
                  <c:v>45882</c:v>
                </c:pt>
                <c:pt idx="2669">
                  <c:v>45883</c:v>
                </c:pt>
                <c:pt idx="2670">
                  <c:v>45884</c:v>
                </c:pt>
                <c:pt idx="2671">
                  <c:v>45887</c:v>
                </c:pt>
                <c:pt idx="2672">
                  <c:v>45888</c:v>
                </c:pt>
                <c:pt idx="2673">
                  <c:v>45889</c:v>
                </c:pt>
                <c:pt idx="2674">
                  <c:v>45890</c:v>
                </c:pt>
                <c:pt idx="2675">
                  <c:v>45891</c:v>
                </c:pt>
                <c:pt idx="2676">
                  <c:v>45894</c:v>
                </c:pt>
                <c:pt idx="2677">
                  <c:v>45895</c:v>
                </c:pt>
                <c:pt idx="2678">
                  <c:v>45896</c:v>
                </c:pt>
                <c:pt idx="2679">
                  <c:v>45897</c:v>
                </c:pt>
                <c:pt idx="2680">
                  <c:v>45898</c:v>
                </c:pt>
                <c:pt idx="2681">
                  <c:v>45902</c:v>
                </c:pt>
                <c:pt idx="2682">
                  <c:v>45903</c:v>
                </c:pt>
                <c:pt idx="2683">
                  <c:v>45904</c:v>
                </c:pt>
                <c:pt idx="2684">
                  <c:v>45905</c:v>
                </c:pt>
                <c:pt idx="2685">
                  <c:v>45908</c:v>
                </c:pt>
                <c:pt idx="2686">
                  <c:v>45909</c:v>
                </c:pt>
                <c:pt idx="2687">
                  <c:v>45910</c:v>
                </c:pt>
                <c:pt idx="2688">
                  <c:v>45911</c:v>
                </c:pt>
                <c:pt idx="2689">
                  <c:v>45912</c:v>
                </c:pt>
                <c:pt idx="2690">
                  <c:v>45915</c:v>
                </c:pt>
                <c:pt idx="2691">
                  <c:v>45916</c:v>
                </c:pt>
                <c:pt idx="2692">
                  <c:v>45917</c:v>
                </c:pt>
                <c:pt idx="2693">
                  <c:v>45918</c:v>
                </c:pt>
                <c:pt idx="2694">
                  <c:v>45919</c:v>
                </c:pt>
                <c:pt idx="2695">
                  <c:v>45922</c:v>
                </c:pt>
                <c:pt idx="2696">
                  <c:v>45923</c:v>
                </c:pt>
                <c:pt idx="2697">
                  <c:v>45924</c:v>
                </c:pt>
                <c:pt idx="2698">
                  <c:v>45925</c:v>
                </c:pt>
                <c:pt idx="2699">
                  <c:v>45926</c:v>
                </c:pt>
                <c:pt idx="2700">
                  <c:v>45929</c:v>
                </c:pt>
                <c:pt idx="2701">
                  <c:v>45930</c:v>
                </c:pt>
                <c:pt idx="2702">
                  <c:v>45931</c:v>
                </c:pt>
                <c:pt idx="2703">
                  <c:v>45932</c:v>
                </c:pt>
                <c:pt idx="2704">
                  <c:v>45933</c:v>
                </c:pt>
                <c:pt idx="2705">
                  <c:v>45936</c:v>
                </c:pt>
                <c:pt idx="2706">
                  <c:v>45937</c:v>
                </c:pt>
                <c:pt idx="2707">
                  <c:v>45938</c:v>
                </c:pt>
                <c:pt idx="2708">
                  <c:v>45939</c:v>
                </c:pt>
                <c:pt idx="2709">
                  <c:v>45940</c:v>
                </c:pt>
                <c:pt idx="2710">
                  <c:v>45943</c:v>
                </c:pt>
                <c:pt idx="2711">
                  <c:v>45944</c:v>
                </c:pt>
                <c:pt idx="2712">
                  <c:v>45945</c:v>
                </c:pt>
                <c:pt idx="2713">
                  <c:v>45946</c:v>
                </c:pt>
                <c:pt idx="2714">
                  <c:v>45947</c:v>
                </c:pt>
                <c:pt idx="2715">
                  <c:v>45950</c:v>
                </c:pt>
                <c:pt idx="2716">
                  <c:v>45951</c:v>
                </c:pt>
                <c:pt idx="2717">
                  <c:v>45952</c:v>
                </c:pt>
                <c:pt idx="2718">
                  <c:v>45953</c:v>
                </c:pt>
                <c:pt idx="2719">
                  <c:v>45954</c:v>
                </c:pt>
                <c:pt idx="2720">
                  <c:v>45957</c:v>
                </c:pt>
                <c:pt idx="2721">
                  <c:v>45958</c:v>
                </c:pt>
                <c:pt idx="2722">
                  <c:v>45959</c:v>
                </c:pt>
                <c:pt idx="2723">
                  <c:v>45960</c:v>
                </c:pt>
                <c:pt idx="2724">
                  <c:v>45961</c:v>
                </c:pt>
                <c:pt idx="2725">
                  <c:v>45964</c:v>
                </c:pt>
                <c:pt idx="2726">
                  <c:v>45965</c:v>
                </c:pt>
                <c:pt idx="2727">
                  <c:v>45966</c:v>
                </c:pt>
                <c:pt idx="2728">
                  <c:v>45967</c:v>
                </c:pt>
                <c:pt idx="2729">
                  <c:v>45968</c:v>
                </c:pt>
                <c:pt idx="2730">
                  <c:v>45971</c:v>
                </c:pt>
                <c:pt idx="2731">
                  <c:v>45972</c:v>
                </c:pt>
                <c:pt idx="2732">
                  <c:v>45973</c:v>
                </c:pt>
                <c:pt idx="2733">
                  <c:v>45974</c:v>
                </c:pt>
                <c:pt idx="2734">
                  <c:v>45975</c:v>
                </c:pt>
                <c:pt idx="2735">
                  <c:v>45978</c:v>
                </c:pt>
                <c:pt idx="2736">
                  <c:v>45979</c:v>
                </c:pt>
                <c:pt idx="2737">
                  <c:v>45980</c:v>
                </c:pt>
                <c:pt idx="2738">
                  <c:v>45981</c:v>
                </c:pt>
                <c:pt idx="2739">
                  <c:v>45982</c:v>
                </c:pt>
                <c:pt idx="2740">
                  <c:v>45985</c:v>
                </c:pt>
                <c:pt idx="2741">
                  <c:v>45986</c:v>
                </c:pt>
                <c:pt idx="2742">
                  <c:v>45987</c:v>
                </c:pt>
                <c:pt idx="2743">
                  <c:v>45989</c:v>
                </c:pt>
                <c:pt idx="2744">
                  <c:v>45992</c:v>
                </c:pt>
                <c:pt idx="2745">
                  <c:v>45993</c:v>
                </c:pt>
                <c:pt idx="2746">
                  <c:v>45994</c:v>
                </c:pt>
                <c:pt idx="2747">
                  <c:v>45995</c:v>
                </c:pt>
                <c:pt idx="2748">
                  <c:v>45996</c:v>
                </c:pt>
                <c:pt idx="2749">
                  <c:v>45999</c:v>
                </c:pt>
                <c:pt idx="2750">
                  <c:v>46000</c:v>
                </c:pt>
                <c:pt idx="2751">
                  <c:v>46001</c:v>
                </c:pt>
                <c:pt idx="2752">
                  <c:v>46002</c:v>
                </c:pt>
                <c:pt idx="2753">
                  <c:v>46003</c:v>
                </c:pt>
                <c:pt idx="2754">
                  <c:v>46006</c:v>
                </c:pt>
                <c:pt idx="2755">
                  <c:v>46007</c:v>
                </c:pt>
                <c:pt idx="2756">
                  <c:v>46008</c:v>
                </c:pt>
                <c:pt idx="2757">
                  <c:v>46009</c:v>
                </c:pt>
                <c:pt idx="2758">
                  <c:v>46010</c:v>
                </c:pt>
                <c:pt idx="2759">
                  <c:v>46013</c:v>
                </c:pt>
                <c:pt idx="2760">
                  <c:v>46014</c:v>
                </c:pt>
                <c:pt idx="2761">
                  <c:v>46015</c:v>
                </c:pt>
                <c:pt idx="2762">
                  <c:v>46017</c:v>
                </c:pt>
                <c:pt idx="2763">
                  <c:v>46020</c:v>
                </c:pt>
                <c:pt idx="2764">
                  <c:v>46021</c:v>
                </c:pt>
                <c:pt idx="2765">
                  <c:v>46022</c:v>
                </c:pt>
              </c:numCache>
            </c:numRef>
          </c:cat>
          <c:val>
            <c:numRef>
              <c:f>Inmobiliario!$AT$9:$AT$2774</c:f>
              <c:numCache>
                <c:formatCode>General</c:formatCode>
                <c:ptCount val="2766"/>
                <c:pt idx="0">
                  <c:v>100</c:v>
                </c:pt>
                <c:pt idx="1">
                  <c:v>100.16143456195266</c:v>
                </c:pt>
                <c:pt idx="2">
                  <c:v>101.03176875352401</c:v>
                </c:pt>
                <c:pt idx="3">
                  <c:v>102.35088080389973</c:v>
                </c:pt>
                <c:pt idx="4">
                  <c:v>102.45121838964393</c:v>
                </c:pt>
                <c:pt idx="5">
                  <c:v>102.43933094715642</c:v>
                </c:pt>
                <c:pt idx="6">
                  <c:v>103.10484189030433</c:v>
                </c:pt>
                <c:pt idx="7">
                  <c:v>102.72623087178663</c:v>
                </c:pt>
                <c:pt idx="8">
                  <c:v>103.13008194380262</c:v>
                </c:pt>
                <c:pt idx="9">
                  <c:v>103.30980820469419</c:v>
                </c:pt>
                <c:pt idx="10">
                  <c:v>104.07331477856866</c:v>
                </c:pt>
                <c:pt idx="11">
                  <c:v>103.89940323124247</c:v>
                </c:pt>
                <c:pt idx="12">
                  <c:v>103.55281764156226</c:v>
                </c:pt>
                <c:pt idx="13">
                  <c:v>105.34396842793559</c:v>
                </c:pt>
                <c:pt idx="14">
                  <c:v>105.58334501115398</c:v>
                </c:pt>
                <c:pt idx="15">
                  <c:v>106.55581723976246</c:v>
                </c:pt>
                <c:pt idx="16">
                  <c:v>106.78796048663858</c:v>
                </c:pt>
                <c:pt idx="17">
                  <c:v>106.0392814207556</c:v>
                </c:pt>
                <c:pt idx="18">
                  <c:v>106.33138121286443</c:v>
                </c:pt>
                <c:pt idx="19">
                  <c:v>104.26381530049535</c:v>
                </c:pt>
                <c:pt idx="20">
                  <c:v>104.40840522182717</c:v>
                </c:pt>
                <c:pt idx="21">
                  <c:v>105.04246223176941</c:v>
                </c:pt>
                <c:pt idx="22">
                  <c:v>104.43897207790336</c:v>
                </c:pt>
                <c:pt idx="23">
                  <c:v>105.92545244702825</c:v>
                </c:pt>
                <c:pt idx="24">
                  <c:v>101.84098171955686</c:v>
                </c:pt>
                <c:pt idx="25">
                  <c:v>101.74191481881239</c:v>
                </c:pt>
                <c:pt idx="26">
                  <c:v>102.44571177968554</c:v>
                </c:pt>
                <c:pt idx="27">
                  <c:v>102.10351315717413</c:v>
                </c:pt>
                <c:pt idx="28">
                  <c:v>102.90997272634696</c:v>
                </c:pt>
                <c:pt idx="29">
                  <c:v>102.21166253561262</c:v>
                </c:pt>
                <c:pt idx="30">
                  <c:v>101.84516906824524</c:v>
                </c:pt>
                <c:pt idx="31">
                  <c:v>102.83087597544856</c:v>
                </c:pt>
                <c:pt idx="32">
                  <c:v>100.84401445581308</c:v>
                </c:pt>
                <c:pt idx="33">
                  <c:v>102.11540913420902</c:v>
                </c:pt>
                <c:pt idx="34">
                  <c:v>102.77539384762788</c:v>
                </c:pt>
                <c:pt idx="35">
                  <c:v>100.40907040660866</c:v>
                </c:pt>
                <c:pt idx="36">
                  <c:v>101.07399254222855</c:v>
                </c:pt>
                <c:pt idx="37">
                  <c:v>99.954348282643721</c:v>
                </c:pt>
                <c:pt idx="38">
                  <c:v>100.63833664747683</c:v>
                </c:pt>
                <c:pt idx="39">
                  <c:v>101.08443185519836</c:v>
                </c:pt>
                <c:pt idx="40">
                  <c:v>100.72378945031363</c:v>
                </c:pt>
                <c:pt idx="41">
                  <c:v>99.860812452123199</c:v>
                </c:pt>
                <c:pt idx="42">
                  <c:v>100.35262895024314</c:v>
                </c:pt>
                <c:pt idx="43">
                  <c:v>97.46722875569462</c:v>
                </c:pt>
                <c:pt idx="44">
                  <c:v>97.711651382918845</c:v>
                </c:pt>
                <c:pt idx="45">
                  <c:v>97.034384409560545</c:v>
                </c:pt>
                <c:pt idx="46">
                  <c:v>97.036373880957811</c:v>
                </c:pt>
                <c:pt idx="47">
                  <c:v>98.765965847564459</c:v>
                </c:pt>
                <c:pt idx="48">
                  <c:v>98.191578676031057</c:v>
                </c:pt>
                <c:pt idx="49">
                  <c:v>99.091286268151663</c:v>
                </c:pt>
                <c:pt idx="50">
                  <c:v>98.71752195226648</c:v>
                </c:pt>
                <c:pt idx="51">
                  <c:v>100.86534817026677</c:v>
                </c:pt>
                <c:pt idx="52">
                  <c:v>100.95675022251456</c:v>
                </c:pt>
                <c:pt idx="53">
                  <c:v>103.59103315778728</c:v>
                </c:pt>
                <c:pt idx="54">
                  <c:v>103.71924631619666</c:v>
                </c:pt>
                <c:pt idx="55">
                  <c:v>102.76002665999948</c:v>
                </c:pt>
                <c:pt idx="56">
                  <c:v>101.18157424853742</c:v>
                </c:pt>
                <c:pt idx="57">
                  <c:v>100.64112691246396</c:v>
                </c:pt>
                <c:pt idx="58">
                  <c:v>101.05198514993297</c:v>
                </c:pt>
                <c:pt idx="59">
                  <c:v>102.44674844240782</c:v>
                </c:pt>
                <c:pt idx="60">
                  <c:v>102.19444369309808</c:v>
                </c:pt>
                <c:pt idx="61">
                  <c:v>102.4549044047252</c:v>
                </c:pt>
                <c:pt idx="62">
                  <c:v>103.03632059453264</c:v>
                </c:pt>
                <c:pt idx="63">
                  <c:v>104.47484604861064</c:v>
                </c:pt>
                <c:pt idx="64">
                  <c:v>102.92420771900657</c:v>
                </c:pt>
                <c:pt idx="65">
                  <c:v>103.04448251751023</c:v>
                </c:pt>
                <c:pt idx="66">
                  <c:v>101.45516806187382</c:v>
                </c:pt>
                <c:pt idx="67">
                  <c:v>101.22651512680571</c:v>
                </c:pt>
                <c:pt idx="68">
                  <c:v>100.72238347186104</c:v>
                </c:pt>
                <c:pt idx="69">
                  <c:v>101.29283118286286</c:v>
                </c:pt>
                <c:pt idx="70">
                  <c:v>100.84189513372728</c:v>
                </c:pt>
                <c:pt idx="71">
                  <c:v>101.37083937807374</c:v>
                </c:pt>
                <c:pt idx="72">
                  <c:v>100.74480905385681</c:v>
                </c:pt>
                <c:pt idx="73">
                  <c:v>100.96273902144107</c:v>
                </c:pt>
                <c:pt idx="74">
                  <c:v>100.77944505653016</c:v>
                </c:pt>
                <c:pt idx="75">
                  <c:v>100.8316539649327</c:v>
                </c:pt>
                <c:pt idx="76">
                  <c:v>101.00952702771282</c:v>
                </c:pt>
                <c:pt idx="77">
                  <c:v>100.99919437586058</c:v>
                </c:pt>
                <c:pt idx="78">
                  <c:v>100.77245247585134</c:v>
                </c:pt>
                <c:pt idx="79">
                  <c:v>100.6520766194165</c:v>
                </c:pt>
                <c:pt idx="80">
                  <c:v>98.525267992906052</c:v>
                </c:pt>
                <c:pt idx="81">
                  <c:v>97.276755001571701</c:v>
                </c:pt>
                <c:pt idx="82">
                  <c:v>97.704253944102817</c:v>
                </c:pt>
                <c:pt idx="83">
                  <c:v>97.725597508546386</c:v>
                </c:pt>
                <c:pt idx="84">
                  <c:v>95.865652278288877</c:v>
                </c:pt>
                <c:pt idx="85">
                  <c:v>95.63968227439436</c:v>
                </c:pt>
                <c:pt idx="86">
                  <c:v>96.842299370631864</c:v>
                </c:pt>
                <c:pt idx="87">
                  <c:v>98.263067720834911</c:v>
                </c:pt>
                <c:pt idx="88">
                  <c:v>97.144332492993044</c:v>
                </c:pt>
                <c:pt idx="89">
                  <c:v>97.023533666713817</c:v>
                </c:pt>
                <c:pt idx="90">
                  <c:v>96.089651701146806</c:v>
                </c:pt>
                <c:pt idx="91">
                  <c:v>97.742088098648537</c:v>
                </c:pt>
                <c:pt idx="92">
                  <c:v>98.79640589121297</c:v>
                </c:pt>
                <c:pt idx="93">
                  <c:v>98.436979750710705</c:v>
                </c:pt>
                <c:pt idx="94">
                  <c:v>98.273957340148669</c:v>
                </c:pt>
                <c:pt idx="95">
                  <c:v>98.193164836979165</c:v>
                </c:pt>
                <c:pt idx="96">
                  <c:v>97.540375456851862</c:v>
                </c:pt>
                <c:pt idx="97">
                  <c:v>97.531091388128075</c:v>
                </c:pt>
                <c:pt idx="98">
                  <c:v>97.05137500148966</c:v>
                </c:pt>
                <c:pt idx="99">
                  <c:v>97.698037451062604</c:v>
                </c:pt>
                <c:pt idx="100">
                  <c:v>97.15400481448475</c:v>
                </c:pt>
                <c:pt idx="101">
                  <c:v>96.105522113850014</c:v>
                </c:pt>
                <c:pt idx="102">
                  <c:v>97.153365583971393</c:v>
                </c:pt>
                <c:pt idx="103">
                  <c:v>96.79036599624952</c:v>
                </c:pt>
                <c:pt idx="104">
                  <c:v>95.321516103762278</c:v>
                </c:pt>
                <c:pt idx="105">
                  <c:v>95.61909048110995</c:v>
                </c:pt>
                <c:pt idx="106">
                  <c:v>94.24000552499993</c:v>
                </c:pt>
                <c:pt idx="107">
                  <c:v>94.22416011614132</c:v>
                </c:pt>
                <c:pt idx="108">
                  <c:v>93.251847908052014</c:v>
                </c:pt>
                <c:pt idx="109">
                  <c:v>94.061161765705421</c:v>
                </c:pt>
                <c:pt idx="110">
                  <c:v>94.564618227849479</c:v>
                </c:pt>
                <c:pt idx="111">
                  <c:v>94.30772288530018</c:v>
                </c:pt>
                <c:pt idx="112">
                  <c:v>93.482208615685209</c:v>
                </c:pt>
                <c:pt idx="113">
                  <c:v>94.127253814260044</c:v>
                </c:pt>
                <c:pt idx="114">
                  <c:v>94.780073948563256</c:v>
                </c:pt>
                <c:pt idx="115">
                  <c:v>96.202646860295275</c:v>
                </c:pt>
                <c:pt idx="116">
                  <c:v>95.512796847996896</c:v>
                </c:pt>
                <c:pt idx="117">
                  <c:v>94.617835105387613</c:v>
                </c:pt>
                <c:pt idx="118">
                  <c:v>94.106585715825219</c:v>
                </c:pt>
                <c:pt idx="119">
                  <c:v>93.396109864905952</c:v>
                </c:pt>
                <c:pt idx="120">
                  <c:v>92.577786502947475</c:v>
                </c:pt>
                <c:pt idx="121">
                  <c:v>93.225438322624854</c:v>
                </c:pt>
                <c:pt idx="122">
                  <c:v>91.716527226800551</c:v>
                </c:pt>
                <c:pt idx="123">
                  <c:v>92.010411435867724</c:v>
                </c:pt>
                <c:pt idx="124">
                  <c:v>93.204608077594443</c:v>
                </c:pt>
                <c:pt idx="125">
                  <c:v>93.548023311507748</c:v>
                </c:pt>
                <c:pt idx="126">
                  <c:v>93.697055057525503</c:v>
                </c:pt>
                <c:pt idx="127">
                  <c:v>95.313185329560596</c:v>
                </c:pt>
                <c:pt idx="128">
                  <c:v>94.748072239067582</c:v>
                </c:pt>
                <c:pt idx="129">
                  <c:v>94.514563678059147</c:v>
                </c:pt>
                <c:pt idx="130">
                  <c:v>95.332163926080767</c:v>
                </c:pt>
                <c:pt idx="131">
                  <c:v>95.43743097869617</c:v>
                </c:pt>
                <c:pt idx="132">
                  <c:v>95.50406660890124</c:v>
                </c:pt>
                <c:pt idx="133">
                  <c:v>95.526240361108094</c:v>
                </c:pt>
                <c:pt idx="134">
                  <c:v>96.385097686480407</c:v>
                </c:pt>
                <c:pt idx="135">
                  <c:v>95.866648167761937</c:v>
                </c:pt>
                <c:pt idx="136">
                  <c:v>96.195246887186229</c:v>
                </c:pt>
                <c:pt idx="137">
                  <c:v>96.192344460463033</c:v>
                </c:pt>
                <c:pt idx="138">
                  <c:v>96.403001707126748</c:v>
                </c:pt>
                <c:pt idx="139">
                  <c:v>96.003087619632581</c:v>
                </c:pt>
                <c:pt idx="140">
                  <c:v>96.485276548639746</c:v>
                </c:pt>
                <c:pt idx="141">
                  <c:v>96.822738843519573</c:v>
                </c:pt>
                <c:pt idx="142">
                  <c:v>97.198092051320629</c:v>
                </c:pt>
                <c:pt idx="143">
                  <c:v>97.436196122248148</c:v>
                </c:pt>
                <c:pt idx="144">
                  <c:v>97.029153302697992</c:v>
                </c:pt>
                <c:pt idx="145">
                  <c:v>97.753353287095692</c:v>
                </c:pt>
                <c:pt idx="146">
                  <c:v>98.140177522145763</c:v>
                </c:pt>
                <c:pt idx="147">
                  <c:v>97.746649399772693</c:v>
                </c:pt>
                <c:pt idx="148">
                  <c:v>97.557352627710415</c:v>
                </c:pt>
                <c:pt idx="149">
                  <c:v>97.955666188497503</c:v>
                </c:pt>
                <c:pt idx="150">
                  <c:v>98.210137243613843</c:v>
                </c:pt>
                <c:pt idx="151">
                  <c:v>98.054553743416008</c:v>
                </c:pt>
                <c:pt idx="152">
                  <c:v>98.781314727417893</c:v>
                </c:pt>
                <c:pt idx="153">
                  <c:v>98.713764953881793</c:v>
                </c:pt>
                <c:pt idx="154">
                  <c:v>98.824821905945896</c:v>
                </c:pt>
                <c:pt idx="155">
                  <c:v>99.366077913836065</c:v>
                </c:pt>
                <c:pt idx="156">
                  <c:v>100.04535264938076</c:v>
                </c:pt>
                <c:pt idx="157">
                  <c:v>100.11062474726944</c:v>
                </c:pt>
                <c:pt idx="158">
                  <c:v>99.772178052224874</c:v>
                </c:pt>
                <c:pt idx="159">
                  <c:v>99.150889184605461</c:v>
                </c:pt>
                <c:pt idx="160">
                  <c:v>97.282422162949928</c:v>
                </c:pt>
                <c:pt idx="161">
                  <c:v>92.415545938680452</c:v>
                </c:pt>
                <c:pt idx="162">
                  <c:v>89.506058452050823</c:v>
                </c:pt>
                <c:pt idx="163">
                  <c:v>91.61743373142302</c:v>
                </c:pt>
                <c:pt idx="164">
                  <c:v>93.507220947744869</c:v>
                </c:pt>
                <c:pt idx="165">
                  <c:v>93.241325296500008</c:v>
                </c:pt>
                <c:pt idx="166">
                  <c:v>91.118429549759981</c:v>
                </c:pt>
                <c:pt idx="167">
                  <c:v>89.19146209395727</c:v>
                </c:pt>
                <c:pt idx="168">
                  <c:v>90.474199509553287</c:v>
                </c:pt>
                <c:pt idx="169">
                  <c:v>90.801309331046028</c:v>
                </c:pt>
                <c:pt idx="170">
                  <c:v>88.690196539633334</c:v>
                </c:pt>
                <c:pt idx="171">
                  <c:v>90.231231005639515</c:v>
                </c:pt>
                <c:pt idx="172">
                  <c:v>88.967184109554495</c:v>
                </c:pt>
                <c:pt idx="173">
                  <c:v>89.168211142929522</c:v>
                </c:pt>
                <c:pt idx="174">
                  <c:v>90.151455544600054</c:v>
                </c:pt>
                <c:pt idx="175">
                  <c:v>90.214618396155259</c:v>
                </c:pt>
                <c:pt idx="176">
                  <c:v>91.326732254332484</c:v>
                </c:pt>
                <c:pt idx="177">
                  <c:v>92.194880435260117</c:v>
                </c:pt>
                <c:pt idx="178">
                  <c:v>93.346355045197654</c:v>
                </c:pt>
                <c:pt idx="179">
                  <c:v>93.631175087719839</c:v>
                </c:pt>
                <c:pt idx="180">
                  <c:v>94.401224627043433</c:v>
                </c:pt>
                <c:pt idx="181">
                  <c:v>93.381057941221954</c:v>
                </c:pt>
                <c:pt idx="182">
                  <c:v>93.854803128584763</c:v>
                </c:pt>
                <c:pt idx="183">
                  <c:v>92.9662148543905</c:v>
                </c:pt>
                <c:pt idx="184">
                  <c:v>93.45026094309074</c:v>
                </c:pt>
                <c:pt idx="185">
                  <c:v>91.355304362887622</c:v>
                </c:pt>
                <c:pt idx="186">
                  <c:v>92.370713925290005</c:v>
                </c:pt>
                <c:pt idx="187">
                  <c:v>93.238695357258734</c:v>
                </c:pt>
                <c:pt idx="188">
                  <c:v>93.416551943965658</c:v>
                </c:pt>
                <c:pt idx="189">
                  <c:v>93.988689363044458</c:v>
                </c:pt>
                <c:pt idx="190">
                  <c:v>95.910307124322216</c:v>
                </c:pt>
                <c:pt idx="191">
                  <c:v>95.633320481156616</c:v>
                </c:pt>
                <c:pt idx="192">
                  <c:v>96.358788471217139</c:v>
                </c:pt>
                <c:pt idx="193">
                  <c:v>97.212699856648513</c:v>
                </c:pt>
                <c:pt idx="194">
                  <c:v>97.060973703171342</c:v>
                </c:pt>
                <c:pt idx="195">
                  <c:v>97.546060388733849</c:v>
                </c:pt>
                <c:pt idx="196">
                  <c:v>96.941086584024262</c:v>
                </c:pt>
                <c:pt idx="197">
                  <c:v>96.089621624377287</c:v>
                </c:pt>
                <c:pt idx="198">
                  <c:v>97.265283428078348</c:v>
                </c:pt>
                <c:pt idx="199">
                  <c:v>98.310687364711342</c:v>
                </c:pt>
                <c:pt idx="200">
                  <c:v>99.569782972098992</c:v>
                </c:pt>
                <c:pt idx="201">
                  <c:v>99.61499426546672</c:v>
                </c:pt>
                <c:pt idx="202">
                  <c:v>99.752368522204407</c:v>
                </c:pt>
                <c:pt idx="203">
                  <c:v>101.24848714024215</c:v>
                </c:pt>
                <c:pt idx="204">
                  <c:v>99.530189026929619</c:v>
                </c:pt>
                <c:pt idx="205">
                  <c:v>99.526959785121008</c:v>
                </c:pt>
                <c:pt idx="206">
                  <c:v>99.611313838298045</c:v>
                </c:pt>
                <c:pt idx="207">
                  <c:v>100.52560181585842</c:v>
                </c:pt>
                <c:pt idx="208">
                  <c:v>100.48868271916865</c:v>
                </c:pt>
                <c:pt idx="209">
                  <c:v>99.279234552884176</c:v>
                </c:pt>
                <c:pt idx="210">
                  <c:v>101.01152001353806</c:v>
                </c:pt>
                <c:pt idx="211">
                  <c:v>99.832075261374072</c:v>
                </c:pt>
                <c:pt idx="212">
                  <c:v>99.288170813765618</c:v>
                </c:pt>
                <c:pt idx="213">
                  <c:v>99.474787185702141</c:v>
                </c:pt>
                <c:pt idx="214">
                  <c:v>95.539737777661117</c:v>
                </c:pt>
                <c:pt idx="215">
                  <c:v>93.872711984696338</c:v>
                </c:pt>
                <c:pt idx="216">
                  <c:v>94.559428430814236</c:v>
                </c:pt>
                <c:pt idx="217">
                  <c:v>94.612042502609086</c:v>
                </c:pt>
                <c:pt idx="218">
                  <c:v>94.114112523554596</c:v>
                </c:pt>
                <c:pt idx="219">
                  <c:v>93.134261642794698</c:v>
                </c:pt>
                <c:pt idx="220">
                  <c:v>94.487629943957074</c:v>
                </c:pt>
                <c:pt idx="221">
                  <c:v>94.328448580676664</c:v>
                </c:pt>
                <c:pt idx="222">
                  <c:v>95.794861792666026</c:v>
                </c:pt>
                <c:pt idx="223">
                  <c:v>96.240678687982907</c:v>
                </c:pt>
                <c:pt idx="224">
                  <c:v>97.753460173617029</c:v>
                </c:pt>
                <c:pt idx="225">
                  <c:v>97.974425531490539</c:v>
                </c:pt>
                <c:pt idx="226">
                  <c:v>97.461677059317708</c:v>
                </c:pt>
                <c:pt idx="227">
                  <c:v>97.77633380924226</c:v>
                </c:pt>
                <c:pt idx="228">
                  <c:v>98.572628118240985</c:v>
                </c:pt>
                <c:pt idx="229">
                  <c:v>97.880990191348573</c:v>
                </c:pt>
                <c:pt idx="230">
                  <c:v>99.477706855310075</c:v>
                </c:pt>
                <c:pt idx="231">
                  <c:v>97.373567373690946</c:v>
                </c:pt>
                <c:pt idx="232">
                  <c:v>95.846777280451434</c:v>
                </c:pt>
                <c:pt idx="233">
                  <c:v>97.747018204967148</c:v>
                </c:pt>
                <c:pt idx="234">
                  <c:v>97.953090426395718</c:v>
                </c:pt>
                <c:pt idx="235">
                  <c:v>97.824258473244555</c:v>
                </c:pt>
                <c:pt idx="236">
                  <c:v>96.994819005328978</c:v>
                </c:pt>
                <c:pt idx="237">
                  <c:v>96.122019461635418</c:v>
                </c:pt>
                <c:pt idx="238">
                  <c:v>95.712619466550109</c:v>
                </c:pt>
                <c:pt idx="239">
                  <c:v>96.218706105061372</c:v>
                </c:pt>
                <c:pt idx="240">
                  <c:v>97.256827144040628</c:v>
                </c:pt>
                <c:pt idx="241">
                  <c:v>99.348695382270662</c:v>
                </c:pt>
                <c:pt idx="242">
                  <c:v>98.485534321265717</c:v>
                </c:pt>
                <c:pt idx="243">
                  <c:v>97.23742013372572</c:v>
                </c:pt>
                <c:pt idx="244">
                  <c:v>97.682092617292298</c:v>
                </c:pt>
                <c:pt idx="245">
                  <c:v>98.288245443999912</c:v>
                </c:pt>
                <c:pt idx="246">
                  <c:v>99.464272189340988</c:v>
                </c:pt>
                <c:pt idx="247">
                  <c:v>99.393423884097999</c:v>
                </c:pt>
                <c:pt idx="248">
                  <c:v>99.969444569107623</c:v>
                </c:pt>
                <c:pt idx="249">
                  <c:v>101.14355320923119</c:v>
                </c:pt>
                <c:pt idx="250">
                  <c:v>100.5699725373026</c:v>
                </c:pt>
                <c:pt idx="251">
                  <c:v>99.957403796992764</c:v>
                </c:pt>
                <c:pt idx="252">
                  <c:v>99.298485658806698</c:v>
                </c:pt>
                <c:pt idx="253">
                  <c:v>101.16298273291216</c:v>
                </c:pt>
                <c:pt idx="254">
                  <c:v>100.51648655803751</c:v>
                </c:pt>
                <c:pt idx="255">
                  <c:v>98.005159903382278</c:v>
                </c:pt>
                <c:pt idx="256">
                  <c:v>97.287614624147935</c:v>
                </c:pt>
                <c:pt idx="257">
                  <c:v>97.658008028925806</c:v>
                </c:pt>
                <c:pt idx="258">
                  <c:v>97.288240959564135</c:v>
                </c:pt>
                <c:pt idx="259">
                  <c:v>95.520374347130328</c:v>
                </c:pt>
                <c:pt idx="260">
                  <c:v>95.589541152413588</c:v>
                </c:pt>
                <c:pt idx="261">
                  <c:v>94.310534190135542</c:v>
                </c:pt>
                <c:pt idx="262">
                  <c:v>95.249920740498069</c:v>
                </c:pt>
                <c:pt idx="263">
                  <c:v>92.00540205805919</c:v>
                </c:pt>
                <c:pt idx="264">
                  <c:v>93.045530786026347</c:v>
                </c:pt>
                <c:pt idx="265">
                  <c:v>95.590750894354684</c:v>
                </c:pt>
                <c:pt idx="266">
                  <c:v>94.262509699286198</c:v>
                </c:pt>
                <c:pt idx="267">
                  <c:v>96.206015409777777</c:v>
                </c:pt>
                <c:pt idx="268">
                  <c:v>94.036073093195157</c:v>
                </c:pt>
                <c:pt idx="269">
                  <c:v>93.491251121762303</c:v>
                </c:pt>
                <c:pt idx="270">
                  <c:v>95.405624194057765</c:v>
                </c:pt>
                <c:pt idx="271">
                  <c:v>95.481154527936795</c:v>
                </c:pt>
                <c:pt idx="272">
                  <c:v>94.321797739000786</c:v>
                </c:pt>
                <c:pt idx="273">
                  <c:v>94.962264087576202</c:v>
                </c:pt>
                <c:pt idx="274">
                  <c:v>95.368097673896372</c:v>
                </c:pt>
                <c:pt idx="275">
                  <c:v>93.505710959211797</c:v>
                </c:pt>
                <c:pt idx="276">
                  <c:v>90.099558050861376</c:v>
                </c:pt>
                <c:pt idx="277">
                  <c:v>87.801356095552336</c:v>
                </c:pt>
                <c:pt idx="278">
                  <c:v>88.400518907231273</c:v>
                </c:pt>
                <c:pt idx="279">
                  <c:v>86.951060650906484</c:v>
                </c:pt>
                <c:pt idx="280">
                  <c:v>88.162717204624158</c:v>
                </c:pt>
                <c:pt idx="281">
                  <c:v>89.625930206984833</c:v>
                </c:pt>
                <c:pt idx="282">
                  <c:v>90.774849811443346</c:v>
                </c:pt>
                <c:pt idx="283">
                  <c:v>91.806178804575296</c:v>
                </c:pt>
                <c:pt idx="284">
                  <c:v>92.078380912862642</c:v>
                </c:pt>
                <c:pt idx="285">
                  <c:v>93.196075715995818</c:v>
                </c:pt>
                <c:pt idx="286">
                  <c:v>93.224834987891185</c:v>
                </c:pt>
                <c:pt idx="287">
                  <c:v>93.448720284548131</c:v>
                </c:pt>
                <c:pt idx="288">
                  <c:v>95.101891312948169</c:v>
                </c:pt>
                <c:pt idx="289">
                  <c:v>94.965229244990724</c:v>
                </c:pt>
                <c:pt idx="290">
                  <c:v>94.866640976093592</c:v>
                </c:pt>
                <c:pt idx="291">
                  <c:v>97.958508833233807</c:v>
                </c:pt>
                <c:pt idx="292">
                  <c:v>98.424219342502596</c:v>
                </c:pt>
                <c:pt idx="293">
                  <c:v>98.428779595730006</c:v>
                </c:pt>
                <c:pt idx="294">
                  <c:v>98.936379989917327</c:v>
                </c:pt>
                <c:pt idx="295">
                  <c:v>99.153499392131451</c:v>
                </c:pt>
                <c:pt idx="296">
                  <c:v>98.152495798941786</c:v>
                </c:pt>
                <c:pt idx="297">
                  <c:v>98.740998063084177</c:v>
                </c:pt>
                <c:pt idx="298">
                  <c:v>98.478028267756031</c:v>
                </c:pt>
                <c:pt idx="299">
                  <c:v>101.26420665708166</c:v>
                </c:pt>
                <c:pt idx="300">
                  <c:v>101.32441582787649</c:v>
                </c:pt>
                <c:pt idx="301">
                  <c:v>101.02402903919496</c:v>
                </c:pt>
                <c:pt idx="302">
                  <c:v>101.92203084143102</c:v>
                </c:pt>
                <c:pt idx="303">
                  <c:v>103.55237640989229</c:v>
                </c:pt>
                <c:pt idx="304">
                  <c:v>103.44228770225017</c:v>
                </c:pt>
                <c:pt idx="305">
                  <c:v>102.94826086613051</c:v>
                </c:pt>
                <c:pt idx="306">
                  <c:v>103.18478438720211</c:v>
                </c:pt>
                <c:pt idx="307">
                  <c:v>102.60059850216318</c:v>
                </c:pt>
                <c:pt idx="308">
                  <c:v>102.49572366013646</c:v>
                </c:pt>
                <c:pt idx="309">
                  <c:v>103.45282153734603</c:v>
                </c:pt>
                <c:pt idx="310">
                  <c:v>105.45005854390317</c:v>
                </c:pt>
                <c:pt idx="311">
                  <c:v>105.09227089066097</c:v>
                </c:pt>
                <c:pt idx="312">
                  <c:v>105.66296263665586</c:v>
                </c:pt>
                <c:pt idx="313">
                  <c:v>106.31356337929419</c:v>
                </c:pt>
                <c:pt idx="314">
                  <c:v>106.50155870226847</c:v>
                </c:pt>
                <c:pt idx="315">
                  <c:v>106.04154065784407</c:v>
                </c:pt>
                <c:pt idx="316">
                  <c:v>105.9134760996658</c:v>
                </c:pt>
                <c:pt idx="317">
                  <c:v>105.19138108584447</c:v>
                </c:pt>
                <c:pt idx="318">
                  <c:v>105.94970577144298</c:v>
                </c:pt>
                <c:pt idx="319">
                  <c:v>105.91675740179458</c:v>
                </c:pt>
                <c:pt idx="320">
                  <c:v>106.66154122462089</c:v>
                </c:pt>
                <c:pt idx="321">
                  <c:v>107.01181103971224</c:v>
                </c:pt>
                <c:pt idx="322">
                  <c:v>106.65787299868752</c:v>
                </c:pt>
                <c:pt idx="323">
                  <c:v>107.04083649134613</c:v>
                </c:pt>
                <c:pt idx="324">
                  <c:v>107.76011431808199</c:v>
                </c:pt>
                <c:pt idx="325">
                  <c:v>108.05071987178611</c:v>
                </c:pt>
                <c:pt idx="326">
                  <c:v>106.16355383573391</c:v>
                </c:pt>
                <c:pt idx="327">
                  <c:v>103.23878381550909</c:v>
                </c:pt>
                <c:pt idx="328">
                  <c:v>104.69011954611095</c:v>
                </c:pt>
                <c:pt idx="329">
                  <c:v>105.6760778708673</c:v>
                </c:pt>
                <c:pt idx="330">
                  <c:v>106.04527821053473</c:v>
                </c:pt>
                <c:pt idx="331">
                  <c:v>106.26005172485324</c:v>
                </c:pt>
                <c:pt idx="332">
                  <c:v>106.06095605636726</c:v>
                </c:pt>
                <c:pt idx="333">
                  <c:v>105.27478869011962</c:v>
                </c:pt>
                <c:pt idx="334">
                  <c:v>106.56721381241475</c:v>
                </c:pt>
                <c:pt idx="335">
                  <c:v>106.72821463456862</c:v>
                </c:pt>
                <c:pt idx="336">
                  <c:v>108.71464034989005</c:v>
                </c:pt>
                <c:pt idx="337">
                  <c:v>108.9754487260259</c:v>
                </c:pt>
                <c:pt idx="338">
                  <c:v>109.60061290437167</c:v>
                </c:pt>
                <c:pt idx="339">
                  <c:v>110.43653895771999</c:v>
                </c:pt>
                <c:pt idx="340">
                  <c:v>110.61863361775194</c:v>
                </c:pt>
                <c:pt idx="341">
                  <c:v>108.54285832532892</c:v>
                </c:pt>
                <c:pt idx="342">
                  <c:v>109.55996308217959</c:v>
                </c:pt>
                <c:pt idx="343">
                  <c:v>108.7814515014082</c:v>
                </c:pt>
                <c:pt idx="344">
                  <c:v>109.77639404653512</c:v>
                </c:pt>
                <c:pt idx="345">
                  <c:v>108.22059644192947</c:v>
                </c:pt>
                <c:pt idx="346">
                  <c:v>106.58507704118755</c:v>
                </c:pt>
                <c:pt idx="347">
                  <c:v>105.4231994969293</c:v>
                </c:pt>
                <c:pt idx="348">
                  <c:v>106.35024321422635</c:v>
                </c:pt>
                <c:pt idx="349">
                  <c:v>106.21170344206585</c:v>
                </c:pt>
                <c:pt idx="350">
                  <c:v>107.35068979822054</c:v>
                </c:pt>
                <c:pt idx="351">
                  <c:v>107.69081990924954</c:v>
                </c:pt>
                <c:pt idx="352">
                  <c:v>107.60834537185204</c:v>
                </c:pt>
                <c:pt idx="353">
                  <c:v>108.16899326314054</c:v>
                </c:pt>
                <c:pt idx="354">
                  <c:v>108.17305744550544</c:v>
                </c:pt>
                <c:pt idx="355">
                  <c:v>108.63990224391456</c:v>
                </c:pt>
                <c:pt idx="356">
                  <c:v>109.06922411666213</c:v>
                </c:pt>
                <c:pt idx="357">
                  <c:v>110.47329735607792</c:v>
                </c:pt>
                <c:pt idx="358">
                  <c:v>110.13929881665884</c:v>
                </c:pt>
                <c:pt idx="359">
                  <c:v>111.30384099601964</c:v>
                </c:pt>
                <c:pt idx="360">
                  <c:v>111.8744564664601</c:v>
                </c:pt>
                <c:pt idx="361">
                  <c:v>112.36641175518675</c:v>
                </c:pt>
                <c:pt idx="362">
                  <c:v>111.86753541284779</c:v>
                </c:pt>
                <c:pt idx="363">
                  <c:v>111.95932249269453</c:v>
                </c:pt>
                <c:pt idx="364">
                  <c:v>111.16396181820268</c:v>
                </c:pt>
                <c:pt idx="365">
                  <c:v>111.84577531990934</c:v>
                </c:pt>
                <c:pt idx="366">
                  <c:v>112.49976630726088</c:v>
                </c:pt>
                <c:pt idx="367">
                  <c:v>111.97722990438099</c:v>
                </c:pt>
                <c:pt idx="368">
                  <c:v>112.25210851697632</c:v>
                </c:pt>
                <c:pt idx="369">
                  <c:v>112.93681842041451</c:v>
                </c:pt>
                <c:pt idx="370">
                  <c:v>112.56914917649357</c:v>
                </c:pt>
                <c:pt idx="371">
                  <c:v>113.44323314139166</c:v>
                </c:pt>
                <c:pt idx="372">
                  <c:v>111.25546923774681</c:v>
                </c:pt>
                <c:pt idx="373">
                  <c:v>110.68138384778526</c:v>
                </c:pt>
                <c:pt idx="374">
                  <c:v>112.95621342455101</c:v>
                </c:pt>
                <c:pt idx="375">
                  <c:v>114.53331801513828</c:v>
                </c:pt>
                <c:pt idx="376">
                  <c:v>115.23861355910971</c:v>
                </c:pt>
                <c:pt idx="377">
                  <c:v>114.98458085371723</c:v>
                </c:pt>
                <c:pt idx="378">
                  <c:v>115.53831873816547</c:v>
                </c:pt>
                <c:pt idx="379">
                  <c:v>115.04060159245438</c:v>
                </c:pt>
                <c:pt idx="380">
                  <c:v>113.43991238324102</c:v>
                </c:pt>
                <c:pt idx="381">
                  <c:v>115.51873998058754</c:v>
                </c:pt>
                <c:pt idx="382">
                  <c:v>116.44518819369688</c:v>
                </c:pt>
                <c:pt idx="383">
                  <c:v>116.59957125333379</c:v>
                </c:pt>
                <c:pt idx="384">
                  <c:v>117.34195019417399</c:v>
                </c:pt>
                <c:pt idx="385">
                  <c:v>116.7031661162254</c:v>
                </c:pt>
                <c:pt idx="386">
                  <c:v>117.00381702860646</c:v>
                </c:pt>
                <c:pt idx="387">
                  <c:v>117.5910948899632</c:v>
                </c:pt>
                <c:pt idx="388">
                  <c:v>117.8518144667151</c:v>
                </c:pt>
                <c:pt idx="389">
                  <c:v>117.93010224987523</c:v>
                </c:pt>
                <c:pt idx="390">
                  <c:v>118.20196547527257</c:v>
                </c:pt>
                <c:pt idx="391">
                  <c:v>119.42335563443655</c:v>
                </c:pt>
                <c:pt idx="392">
                  <c:v>119.36670754995575</c:v>
                </c:pt>
                <c:pt idx="393">
                  <c:v>119.16383304543167</c:v>
                </c:pt>
                <c:pt idx="394">
                  <c:v>118.47606351884912</c:v>
                </c:pt>
                <c:pt idx="395">
                  <c:v>119.55384346103287</c:v>
                </c:pt>
                <c:pt idx="396">
                  <c:v>120.24615687530444</c:v>
                </c:pt>
                <c:pt idx="397">
                  <c:v>120.99423496276748</c:v>
                </c:pt>
                <c:pt idx="398">
                  <c:v>118.96228009076314</c:v>
                </c:pt>
                <c:pt idx="399">
                  <c:v>118.34030645668136</c:v>
                </c:pt>
                <c:pt idx="400">
                  <c:v>118.3846184773748</c:v>
                </c:pt>
                <c:pt idx="401">
                  <c:v>118.00249749294707</c:v>
                </c:pt>
                <c:pt idx="402">
                  <c:v>117.83780160316051</c:v>
                </c:pt>
                <c:pt idx="403">
                  <c:v>118.94667593928871</c:v>
                </c:pt>
                <c:pt idx="404">
                  <c:v>119.33825035522048</c:v>
                </c:pt>
                <c:pt idx="405">
                  <c:v>118.31730996050682</c:v>
                </c:pt>
                <c:pt idx="406">
                  <c:v>118.86630938063919</c:v>
                </c:pt>
                <c:pt idx="407">
                  <c:v>118.22954259539914</c:v>
                </c:pt>
                <c:pt idx="408">
                  <c:v>116.87350355518521</c:v>
                </c:pt>
                <c:pt idx="409">
                  <c:v>117.36970584266545</c:v>
                </c:pt>
                <c:pt idx="410">
                  <c:v>117.17318082741163</c:v>
                </c:pt>
                <c:pt idx="411">
                  <c:v>116.20311273543867</c:v>
                </c:pt>
                <c:pt idx="412">
                  <c:v>116.95772335539692</c:v>
                </c:pt>
                <c:pt idx="413">
                  <c:v>117.34192281533413</c:v>
                </c:pt>
                <c:pt idx="414">
                  <c:v>116.58410801512221</c:v>
                </c:pt>
                <c:pt idx="415">
                  <c:v>116.89384502259308</c:v>
                </c:pt>
                <c:pt idx="416">
                  <c:v>115.77804576888309</c:v>
                </c:pt>
                <c:pt idx="417">
                  <c:v>117.08987953497284</c:v>
                </c:pt>
                <c:pt idx="418">
                  <c:v>116.75794041380388</c:v>
                </c:pt>
                <c:pt idx="419">
                  <c:v>116.55615347091305</c:v>
                </c:pt>
                <c:pt idx="420">
                  <c:v>116.49413083743387</c:v>
                </c:pt>
                <c:pt idx="421">
                  <c:v>117.65919931951237</c:v>
                </c:pt>
                <c:pt idx="422">
                  <c:v>118.58855861929082</c:v>
                </c:pt>
                <c:pt idx="423">
                  <c:v>119.04148387867487</c:v>
                </c:pt>
                <c:pt idx="424">
                  <c:v>117.68253124579923</c:v>
                </c:pt>
                <c:pt idx="425">
                  <c:v>112.23665984295839</c:v>
                </c:pt>
                <c:pt idx="426">
                  <c:v>113.84870024424735</c:v>
                </c:pt>
                <c:pt idx="427">
                  <c:v>110.80634159962979</c:v>
                </c:pt>
                <c:pt idx="428">
                  <c:v>111.01702769033342</c:v>
                </c:pt>
                <c:pt idx="429">
                  <c:v>111.56425031588594</c:v>
                </c:pt>
                <c:pt idx="430">
                  <c:v>111.45505110331234</c:v>
                </c:pt>
                <c:pt idx="431">
                  <c:v>112.63142312215975</c:v>
                </c:pt>
                <c:pt idx="432">
                  <c:v>112.54911263594455</c:v>
                </c:pt>
                <c:pt idx="433">
                  <c:v>114.03717094531174</c:v>
                </c:pt>
                <c:pt idx="434">
                  <c:v>116.25971244902097</c:v>
                </c:pt>
                <c:pt idx="435">
                  <c:v>116.59527119533591</c:v>
                </c:pt>
                <c:pt idx="436">
                  <c:v>116.57801339068436</c:v>
                </c:pt>
                <c:pt idx="437">
                  <c:v>115.6662875719779</c:v>
                </c:pt>
                <c:pt idx="438">
                  <c:v>116.67045543711009</c:v>
                </c:pt>
                <c:pt idx="439">
                  <c:v>115.1974128584545</c:v>
                </c:pt>
                <c:pt idx="440">
                  <c:v>114.47756461576343</c:v>
                </c:pt>
                <c:pt idx="441">
                  <c:v>112.5572675775266</c:v>
                </c:pt>
                <c:pt idx="442">
                  <c:v>110.38253855769888</c:v>
                </c:pt>
                <c:pt idx="443">
                  <c:v>108.58329436886551</c:v>
                </c:pt>
                <c:pt idx="444">
                  <c:v>108.68526715319744</c:v>
                </c:pt>
                <c:pt idx="445">
                  <c:v>108.14470148082867</c:v>
                </c:pt>
                <c:pt idx="446">
                  <c:v>108.69623768326113</c:v>
                </c:pt>
                <c:pt idx="447">
                  <c:v>107.50582117431816</c:v>
                </c:pt>
                <c:pt idx="448">
                  <c:v>108.65951822667859</c:v>
                </c:pt>
                <c:pt idx="449">
                  <c:v>109.47097120992503</c:v>
                </c:pt>
                <c:pt idx="450">
                  <c:v>109.08181253699081</c:v>
                </c:pt>
                <c:pt idx="451">
                  <c:v>109.31422148698103</c:v>
                </c:pt>
                <c:pt idx="452">
                  <c:v>110.44985437475631</c:v>
                </c:pt>
                <c:pt idx="453">
                  <c:v>111.27283731753259</c:v>
                </c:pt>
                <c:pt idx="454">
                  <c:v>111.42038030368749</c:v>
                </c:pt>
                <c:pt idx="455">
                  <c:v>111.16943086756778</c:v>
                </c:pt>
                <c:pt idx="456">
                  <c:v>111.98581296771006</c:v>
                </c:pt>
                <c:pt idx="457">
                  <c:v>111.86145540559356</c:v>
                </c:pt>
                <c:pt idx="458">
                  <c:v>110.29684738364183</c:v>
                </c:pt>
                <c:pt idx="459">
                  <c:v>107.36165867748549</c:v>
                </c:pt>
                <c:pt idx="460">
                  <c:v>107.33409657043769</c:v>
                </c:pt>
                <c:pt idx="461">
                  <c:v>108.45392517350132</c:v>
                </c:pt>
                <c:pt idx="462">
                  <c:v>106.04852093479026</c:v>
                </c:pt>
                <c:pt idx="463">
                  <c:v>104.36764895235211</c:v>
                </c:pt>
                <c:pt idx="464">
                  <c:v>103.64457869978382</c:v>
                </c:pt>
                <c:pt idx="465">
                  <c:v>104.40378429782021</c:v>
                </c:pt>
                <c:pt idx="466">
                  <c:v>106.5915093003083</c:v>
                </c:pt>
                <c:pt idx="467">
                  <c:v>106.45490524942655</c:v>
                </c:pt>
                <c:pt idx="468">
                  <c:v>102.81842952778531</c:v>
                </c:pt>
                <c:pt idx="469">
                  <c:v>100.43431788952088</c:v>
                </c:pt>
                <c:pt idx="470">
                  <c:v>100.52463459947381</c:v>
                </c:pt>
                <c:pt idx="471">
                  <c:v>102.75317278479309</c:v>
                </c:pt>
                <c:pt idx="472">
                  <c:v>102.65374867187403</c:v>
                </c:pt>
                <c:pt idx="473">
                  <c:v>102.44682623732542</c:v>
                </c:pt>
                <c:pt idx="474">
                  <c:v>101.57043762038207</c:v>
                </c:pt>
                <c:pt idx="475">
                  <c:v>102.34304731048246</c:v>
                </c:pt>
                <c:pt idx="476">
                  <c:v>102.02926394649977</c:v>
                </c:pt>
                <c:pt idx="477">
                  <c:v>104.09773190834882</c:v>
                </c:pt>
                <c:pt idx="478">
                  <c:v>103.35054868500482</c:v>
                </c:pt>
                <c:pt idx="479">
                  <c:v>103.74975664275966</c:v>
                </c:pt>
                <c:pt idx="480">
                  <c:v>104.06122432458598</c:v>
                </c:pt>
                <c:pt idx="481">
                  <c:v>105.00851297638141</c:v>
                </c:pt>
                <c:pt idx="482">
                  <c:v>103.33997613479839</c:v>
                </c:pt>
                <c:pt idx="483">
                  <c:v>101.32523575792152</c:v>
                </c:pt>
                <c:pt idx="484">
                  <c:v>102.8054479281041</c:v>
                </c:pt>
                <c:pt idx="485">
                  <c:v>103.39459348885946</c:v>
                </c:pt>
                <c:pt idx="486">
                  <c:v>103.95345868240274</c:v>
                </c:pt>
                <c:pt idx="487">
                  <c:v>106.69122263733331</c:v>
                </c:pt>
                <c:pt idx="488">
                  <c:v>107.22257893755143</c:v>
                </c:pt>
                <c:pt idx="489">
                  <c:v>107.16859036679715</c:v>
                </c:pt>
                <c:pt idx="490">
                  <c:v>108.16974938042365</c:v>
                </c:pt>
                <c:pt idx="491">
                  <c:v>108.70732496713816</c:v>
                </c:pt>
                <c:pt idx="492">
                  <c:v>106.165168007994</c:v>
                </c:pt>
                <c:pt idx="493">
                  <c:v>105.1817879167135</c:v>
                </c:pt>
                <c:pt idx="494">
                  <c:v>106.62022794917333</c:v>
                </c:pt>
                <c:pt idx="495">
                  <c:v>107.85169910395636</c:v>
                </c:pt>
                <c:pt idx="496">
                  <c:v>107.82919897438644</c:v>
                </c:pt>
                <c:pt idx="497">
                  <c:v>106.59440197603921</c:v>
                </c:pt>
                <c:pt idx="498">
                  <c:v>106.52370108785175</c:v>
                </c:pt>
                <c:pt idx="499">
                  <c:v>106.39635517474792</c:v>
                </c:pt>
                <c:pt idx="500">
                  <c:v>106.87652089519914</c:v>
                </c:pt>
                <c:pt idx="501">
                  <c:v>106.00559191183957</c:v>
                </c:pt>
                <c:pt idx="502">
                  <c:v>106.92694138390807</c:v>
                </c:pt>
                <c:pt idx="503">
                  <c:v>107.93071028690765</c:v>
                </c:pt>
                <c:pt idx="504">
                  <c:v>108.11109824817594</c:v>
                </c:pt>
                <c:pt idx="505">
                  <c:v>109.39967237845538</c:v>
                </c:pt>
                <c:pt idx="506">
                  <c:v>110.29699462119011</c:v>
                </c:pt>
                <c:pt idx="507">
                  <c:v>110.20065631918204</c:v>
                </c:pt>
                <c:pt idx="508">
                  <c:v>109.90856192794733</c:v>
                </c:pt>
                <c:pt idx="509">
                  <c:v>107.84700660399356</c:v>
                </c:pt>
                <c:pt idx="510">
                  <c:v>107.79837061694974</c:v>
                </c:pt>
                <c:pt idx="511">
                  <c:v>108.21491073344669</c:v>
                </c:pt>
                <c:pt idx="512">
                  <c:v>108.05204975100861</c:v>
                </c:pt>
                <c:pt idx="513">
                  <c:v>108.7237403062589</c:v>
                </c:pt>
                <c:pt idx="514">
                  <c:v>108.90173373478164</c:v>
                </c:pt>
                <c:pt idx="515">
                  <c:v>107.93252322639972</c:v>
                </c:pt>
                <c:pt idx="516">
                  <c:v>108.39697821381154</c:v>
                </c:pt>
                <c:pt idx="517">
                  <c:v>108.88679416672518</c:v>
                </c:pt>
                <c:pt idx="518">
                  <c:v>108.59651807926417</c:v>
                </c:pt>
                <c:pt idx="519">
                  <c:v>108.07644101068755</c:v>
                </c:pt>
                <c:pt idx="520">
                  <c:v>107.77203875481577</c:v>
                </c:pt>
                <c:pt idx="521">
                  <c:v>106.74502912739679</c:v>
                </c:pt>
                <c:pt idx="522">
                  <c:v>106.25709576646446</c:v>
                </c:pt>
                <c:pt idx="523">
                  <c:v>106.98242697756288</c:v>
                </c:pt>
                <c:pt idx="524">
                  <c:v>105.86158858742036</c:v>
                </c:pt>
                <c:pt idx="525">
                  <c:v>107.1579254555096</c:v>
                </c:pt>
                <c:pt idx="526">
                  <c:v>108.054262463992</c:v>
                </c:pt>
                <c:pt idx="527">
                  <c:v>107.39980092700273</c:v>
                </c:pt>
                <c:pt idx="528">
                  <c:v>106.90848238823766</c:v>
                </c:pt>
                <c:pt idx="529">
                  <c:v>107.5867460722303</c:v>
                </c:pt>
                <c:pt idx="530">
                  <c:v>107.90992956429768</c:v>
                </c:pt>
                <c:pt idx="531">
                  <c:v>109.27482642924973</c:v>
                </c:pt>
                <c:pt idx="532">
                  <c:v>110.08384874925832</c:v>
                </c:pt>
                <c:pt idx="533">
                  <c:v>109.31339213311163</c:v>
                </c:pt>
                <c:pt idx="534">
                  <c:v>109.02942823249957</c:v>
                </c:pt>
                <c:pt idx="535">
                  <c:v>109.57678752630453</c:v>
                </c:pt>
                <c:pt idx="536">
                  <c:v>110.03219066890394</c:v>
                </c:pt>
                <c:pt idx="537">
                  <c:v>111.35437258780385</c:v>
                </c:pt>
                <c:pt idx="538">
                  <c:v>111.23057264611673</c:v>
                </c:pt>
                <c:pt idx="539">
                  <c:v>112.40764689881726</c:v>
                </c:pt>
                <c:pt idx="540">
                  <c:v>113.44760816886702</c:v>
                </c:pt>
                <c:pt idx="541">
                  <c:v>114.03637593081278</c:v>
                </c:pt>
                <c:pt idx="542">
                  <c:v>113.51285861385951</c:v>
                </c:pt>
                <c:pt idx="543">
                  <c:v>112.94929695621713</c:v>
                </c:pt>
                <c:pt idx="544">
                  <c:v>113.24640399116095</c:v>
                </c:pt>
                <c:pt idx="545">
                  <c:v>112.89154356990133</c:v>
                </c:pt>
                <c:pt idx="546">
                  <c:v>111.75219721524013</c:v>
                </c:pt>
                <c:pt idx="547">
                  <c:v>111.70510816284656</c:v>
                </c:pt>
                <c:pt idx="548">
                  <c:v>109.69181356611304</c:v>
                </c:pt>
                <c:pt idx="549">
                  <c:v>108.40410972271249</c:v>
                </c:pt>
                <c:pt idx="550">
                  <c:v>108.80472400012462</c:v>
                </c:pt>
                <c:pt idx="551">
                  <c:v>108.46829499767368</c:v>
                </c:pt>
                <c:pt idx="552">
                  <c:v>108.10376335862286</c:v>
                </c:pt>
                <c:pt idx="553">
                  <c:v>110.04159120995079</c:v>
                </c:pt>
                <c:pt idx="554">
                  <c:v>109.97191485317373</c:v>
                </c:pt>
                <c:pt idx="555">
                  <c:v>110.15921862953603</c:v>
                </c:pt>
                <c:pt idx="556">
                  <c:v>110.36538050279297</c:v>
                </c:pt>
                <c:pt idx="557">
                  <c:v>110.17606622123004</c:v>
                </c:pt>
                <c:pt idx="558">
                  <c:v>110.77435260248276</c:v>
                </c:pt>
                <c:pt idx="559">
                  <c:v>111.6078640955505</c:v>
                </c:pt>
                <c:pt idx="560">
                  <c:v>111.56388174207864</c:v>
                </c:pt>
                <c:pt idx="561">
                  <c:v>110.85650363613554</c:v>
                </c:pt>
                <c:pt idx="562">
                  <c:v>111.59003611707412</c:v>
                </c:pt>
                <c:pt idx="563">
                  <c:v>112.26620928443491</c:v>
                </c:pt>
                <c:pt idx="564">
                  <c:v>112.52410875161705</c:v>
                </c:pt>
                <c:pt idx="565">
                  <c:v>113.32529393916619</c:v>
                </c:pt>
                <c:pt idx="566">
                  <c:v>113.28246215665497</c:v>
                </c:pt>
                <c:pt idx="567">
                  <c:v>112.35904323668183</c:v>
                </c:pt>
                <c:pt idx="568">
                  <c:v>112.63257102010253</c:v>
                </c:pt>
                <c:pt idx="569">
                  <c:v>113.33719647632326</c:v>
                </c:pt>
                <c:pt idx="570">
                  <c:v>113.7766273582279</c:v>
                </c:pt>
                <c:pt idx="571">
                  <c:v>114.55654151259066</c:v>
                </c:pt>
                <c:pt idx="572">
                  <c:v>115.14346863750525</c:v>
                </c:pt>
                <c:pt idx="573">
                  <c:v>115.2779865823952</c:v>
                </c:pt>
                <c:pt idx="574">
                  <c:v>114.78072981681322</c:v>
                </c:pt>
                <c:pt idx="575">
                  <c:v>116.07898455672087</c:v>
                </c:pt>
                <c:pt idx="576">
                  <c:v>116.53636270529924</c:v>
                </c:pt>
                <c:pt idx="577">
                  <c:v>116.33679480831999</c:v>
                </c:pt>
                <c:pt idx="578">
                  <c:v>116.56337301372564</c:v>
                </c:pt>
                <c:pt idx="579">
                  <c:v>116.15535680842987</c:v>
                </c:pt>
                <c:pt idx="580">
                  <c:v>114.94034160841727</c:v>
                </c:pt>
                <c:pt idx="581">
                  <c:v>115.04151308483787</c:v>
                </c:pt>
                <c:pt idx="582">
                  <c:v>114.11332528312835</c:v>
                </c:pt>
                <c:pt idx="583">
                  <c:v>115.42114827527165</c:v>
                </c:pt>
                <c:pt idx="584">
                  <c:v>114.70404366265197</c:v>
                </c:pt>
                <c:pt idx="585">
                  <c:v>115.34822199916255</c:v>
                </c:pt>
                <c:pt idx="586">
                  <c:v>115.03867849046753</c:v>
                </c:pt>
                <c:pt idx="587">
                  <c:v>113.56790930984798</c:v>
                </c:pt>
                <c:pt idx="588">
                  <c:v>113.40621996639588</c:v>
                </c:pt>
                <c:pt idx="589">
                  <c:v>114.58804495157585</c:v>
                </c:pt>
                <c:pt idx="590">
                  <c:v>114.10929159641104</c:v>
                </c:pt>
                <c:pt idx="591">
                  <c:v>113.23060437824536</c:v>
                </c:pt>
                <c:pt idx="592">
                  <c:v>114.2755502437106</c:v>
                </c:pt>
                <c:pt idx="593">
                  <c:v>113.81760479865007</c:v>
                </c:pt>
                <c:pt idx="594">
                  <c:v>113.76473441866078</c:v>
                </c:pt>
                <c:pt idx="595">
                  <c:v>113.83538535024582</c:v>
                </c:pt>
                <c:pt idx="596">
                  <c:v>113.21605785931591</c:v>
                </c:pt>
                <c:pt idx="597">
                  <c:v>113.99125568492039</c:v>
                </c:pt>
                <c:pt idx="598">
                  <c:v>113.8839897537966</c:v>
                </c:pt>
                <c:pt idx="599">
                  <c:v>114.62401560194863</c:v>
                </c:pt>
                <c:pt idx="600">
                  <c:v>115.0618270470197</c:v>
                </c:pt>
                <c:pt idx="601">
                  <c:v>115.22923635031775</c:v>
                </c:pt>
                <c:pt idx="602">
                  <c:v>115.92436020792051</c:v>
                </c:pt>
                <c:pt idx="603">
                  <c:v>116.20688379489401</c:v>
                </c:pt>
                <c:pt idx="604">
                  <c:v>115.52024761114427</c:v>
                </c:pt>
                <c:pt idx="605">
                  <c:v>115.3889272070714</c:v>
                </c:pt>
                <c:pt idx="606">
                  <c:v>115.34089809046148</c:v>
                </c:pt>
                <c:pt idx="607">
                  <c:v>116.04026157299869</c:v>
                </c:pt>
                <c:pt idx="608">
                  <c:v>116.88747362379193</c:v>
                </c:pt>
                <c:pt idx="609">
                  <c:v>116.04700874678061</c:v>
                </c:pt>
                <c:pt idx="610">
                  <c:v>115.59214289640765</c:v>
                </c:pt>
                <c:pt idx="611">
                  <c:v>116.03481455850195</c:v>
                </c:pt>
                <c:pt idx="612">
                  <c:v>115.49039889297802</c:v>
                </c:pt>
                <c:pt idx="613">
                  <c:v>115.88001066546511</c:v>
                </c:pt>
                <c:pt idx="614">
                  <c:v>116.93213085045488</c:v>
                </c:pt>
                <c:pt idx="615">
                  <c:v>117.0324497838527</c:v>
                </c:pt>
                <c:pt idx="616">
                  <c:v>117.89220853317228</c:v>
                </c:pt>
                <c:pt idx="617">
                  <c:v>118.30640863365385</c:v>
                </c:pt>
                <c:pt idx="618">
                  <c:v>118.44515541913503</c:v>
                </c:pt>
                <c:pt idx="619">
                  <c:v>118.92814756912928</c:v>
                </c:pt>
                <c:pt idx="620">
                  <c:v>118.80959163667946</c:v>
                </c:pt>
                <c:pt idx="621">
                  <c:v>118.81278940105641</c:v>
                </c:pt>
                <c:pt idx="622">
                  <c:v>118.94231820331819</c:v>
                </c:pt>
                <c:pt idx="623">
                  <c:v>119.55528960993604</c:v>
                </c:pt>
                <c:pt idx="624">
                  <c:v>120.69884182730306</c:v>
                </c:pt>
                <c:pt idx="625">
                  <c:v>120.22066675062678</c:v>
                </c:pt>
                <c:pt idx="626">
                  <c:v>120.67084002700018</c:v>
                </c:pt>
                <c:pt idx="627">
                  <c:v>118.63490084384388</c:v>
                </c:pt>
                <c:pt idx="628">
                  <c:v>118.53506170857182</c:v>
                </c:pt>
                <c:pt idx="629">
                  <c:v>119.62698694731047</c:v>
                </c:pt>
                <c:pt idx="630">
                  <c:v>118.20377373356096</c:v>
                </c:pt>
                <c:pt idx="631">
                  <c:v>116.03577323282508</c:v>
                </c:pt>
                <c:pt idx="632">
                  <c:v>116.73231986866577</c:v>
                </c:pt>
                <c:pt idx="633">
                  <c:v>115.85584127233972</c:v>
                </c:pt>
                <c:pt idx="634">
                  <c:v>115.64627043277203</c:v>
                </c:pt>
                <c:pt idx="635">
                  <c:v>117.32110108508215</c:v>
                </c:pt>
                <c:pt idx="636">
                  <c:v>117.3928106809047</c:v>
                </c:pt>
                <c:pt idx="637">
                  <c:v>118.57549377722069</c:v>
                </c:pt>
                <c:pt idx="638">
                  <c:v>118.94004191757664</c:v>
                </c:pt>
                <c:pt idx="639">
                  <c:v>119.50651308731463</c:v>
                </c:pt>
                <c:pt idx="640">
                  <c:v>119.80143022984701</c:v>
                </c:pt>
                <c:pt idx="641">
                  <c:v>119.55271603039849</c:v>
                </c:pt>
                <c:pt idx="642">
                  <c:v>119.70444690068409</c:v>
                </c:pt>
                <c:pt idx="643">
                  <c:v>119.90982168497295</c:v>
                </c:pt>
                <c:pt idx="644">
                  <c:v>119.88318295336508</c:v>
                </c:pt>
                <c:pt idx="645">
                  <c:v>120.75148465625486</c:v>
                </c:pt>
                <c:pt idx="646">
                  <c:v>119.95112916213317</c:v>
                </c:pt>
                <c:pt idx="647">
                  <c:v>119.91221208181452</c:v>
                </c:pt>
                <c:pt idx="648">
                  <c:v>119.77159927606068</c:v>
                </c:pt>
                <c:pt idx="649">
                  <c:v>119.85178217010767</c:v>
                </c:pt>
                <c:pt idx="650">
                  <c:v>119.69847094537258</c:v>
                </c:pt>
                <c:pt idx="651">
                  <c:v>119.60535873085389</c:v>
                </c:pt>
                <c:pt idx="652">
                  <c:v>119.4409846178098</c:v>
                </c:pt>
                <c:pt idx="653">
                  <c:v>119.3841502188226</c:v>
                </c:pt>
                <c:pt idx="654">
                  <c:v>118.72893367256489</c:v>
                </c:pt>
                <c:pt idx="655">
                  <c:v>118.82163594493201</c:v>
                </c:pt>
                <c:pt idx="656">
                  <c:v>117.22865214402094</c:v>
                </c:pt>
                <c:pt idx="657">
                  <c:v>116.73732330338871</c:v>
                </c:pt>
                <c:pt idx="658">
                  <c:v>118.96382335694913</c:v>
                </c:pt>
                <c:pt idx="659">
                  <c:v>118.77755188075749</c:v>
                </c:pt>
                <c:pt idx="660">
                  <c:v>119.43088658755582</c:v>
                </c:pt>
                <c:pt idx="661">
                  <c:v>118.20298069478416</c:v>
                </c:pt>
                <c:pt idx="662">
                  <c:v>117.70861853129587</c:v>
                </c:pt>
                <c:pt idx="663">
                  <c:v>119.34021434351898</c:v>
                </c:pt>
                <c:pt idx="664">
                  <c:v>119.00875041991036</c:v>
                </c:pt>
                <c:pt idx="665">
                  <c:v>120.2117317365044</c:v>
                </c:pt>
                <c:pt idx="666">
                  <c:v>120.08806489041494</c:v>
                </c:pt>
                <c:pt idx="667">
                  <c:v>120.50272596437485</c:v>
                </c:pt>
                <c:pt idx="668">
                  <c:v>120.01005854542099</c:v>
                </c:pt>
                <c:pt idx="669">
                  <c:v>120.04018745273</c:v>
                </c:pt>
                <c:pt idx="670">
                  <c:v>120.68703521463291</c:v>
                </c:pt>
                <c:pt idx="671">
                  <c:v>121.6491027736452</c:v>
                </c:pt>
                <c:pt idx="672">
                  <c:v>121.97950242657612</c:v>
                </c:pt>
                <c:pt idx="673">
                  <c:v>122.08677933120212</c:v>
                </c:pt>
                <c:pt idx="674">
                  <c:v>121.68197424402733</c:v>
                </c:pt>
                <c:pt idx="675">
                  <c:v>122.82553634734494</c:v>
                </c:pt>
                <c:pt idx="676">
                  <c:v>123.13215802518832</c:v>
                </c:pt>
                <c:pt idx="677">
                  <c:v>124.40634002426658</c:v>
                </c:pt>
                <c:pt idx="678">
                  <c:v>123.22363037560251</c:v>
                </c:pt>
                <c:pt idx="679">
                  <c:v>122.84031369107146</c:v>
                </c:pt>
                <c:pt idx="680">
                  <c:v>123.58829046491888</c:v>
                </c:pt>
                <c:pt idx="681">
                  <c:v>123.83168166763348</c:v>
                </c:pt>
                <c:pt idx="682">
                  <c:v>123.22493816168867</c:v>
                </c:pt>
                <c:pt idx="683">
                  <c:v>122.21560447045867</c:v>
                </c:pt>
                <c:pt idx="684">
                  <c:v>121.8282174569012</c:v>
                </c:pt>
                <c:pt idx="685">
                  <c:v>121.2293641155772</c:v>
                </c:pt>
                <c:pt idx="686">
                  <c:v>119.85676970476885</c:v>
                </c:pt>
                <c:pt idx="687">
                  <c:v>120.40216878411637</c:v>
                </c:pt>
                <c:pt idx="688">
                  <c:v>120.53088192724117</c:v>
                </c:pt>
                <c:pt idx="689">
                  <c:v>119.11848418705313</c:v>
                </c:pt>
                <c:pt idx="690">
                  <c:v>119.96287511899105</c:v>
                </c:pt>
                <c:pt idx="691">
                  <c:v>119.85390817614623</c:v>
                </c:pt>
                <c:pt idx="692">
                  <c:v>119.26566336217286</c:v>
                </c:pt>
                <c:pt idx="693">
                  <c:v>119.12853876719684</c:v>
                </c:pt>
                <c:pt idx="694">
                  <c:v>119.49310886386695</c:v>
                </c:pt>
                <c:pt idx="695">
                  <c:v>119.76019328661314</c:v>
                </c:pt>
                <c:pt idx="696">
                  <c:v>119.55511789433743</c:v>
                </c:pt>
                <c:pt idx="697">
                  <c:v>119.59936275266513</c:v>
                </c:pt>
                <c:pt idx="698">
                  <c:v>119.69799395484644</c:v>
                </c:pt>
                <c:pt idx="699">
                  <c:v>119.99965014042156</c:v>
                </c:pt>
                <c:pt idx="700">
                  <c:v>120.60116853728283</c:v>
                </c:pt>
                <c:pt idx="701">
                  <c:v>120.99229130216611</c:v>
                </c:pt>
                <c:pt idx="702">
                  <c:v>120.67321457888424</c:v>
                </c:pt>
                <c:pt idx="703">
                  <c:v>120.71013590812416</c:v>
                </c:pt>
                <c:pt idx="704">
                  <c:v>120.76730458600944</c:v>
                </c:pt>
                <c:pt idx="705">
                  <c:v>120.59959570416549</c:v>
                </c:pt>
                <c:pt idx="706">
                  <c:v>120.46649996378216</c:v>
                </c:pt>
                <c:pt idx="707">
                  <c:v>119.69150577281678</c:v>
                </c:pt>
                <c:pt idx="708">
                  <c:v>118.87905661326896</c:v>
                </c:pt>
                <c:pt idx="709">
                  <c:v>118.30066176680086</c:v>
                </c:pt>
                <c:pt idx="710">
                  <c:v>117.73592254069</c:v>
                </c:pt>
                <c:pt idx="711">
                  <c:v>118.34198236893734</c:v>
                </c:pt>
                <c:pt idx="712">
                  <c:v>118.98949274146631</c:v>
                </c:pt>
                <c:pt idx="713">
                  <c:v>118.78898006915509</c:v>
                </c:pt>
                <c:pt idx="714">
                  <c:v>118.84533617583183</c:v>
                </c:pt>
                <c:pt idx="715">
                  <c:v>120.35272348734746</c:v>
                </c:pt>
                <c:pt idx="716">
                  <c:v>120.58391550251332</c:v>
                </c:pt>
                <c:pt idx="717">
                  <c:v>121.91464069373264</c:v>
                </c:pt>
                <c:pt idx="718">
                  <c:v>122.77121759564592</c:v>
                </c:pt>
                <c:pt idx="719">
                  <c:v>123.1863067280776</c:v>
                </c:pt>
                <c:pt idx="720">
                  <c:v>123.07730683534416</c:v>
                </c:pt>
                <c:pt idx="721">
                  <c:v>123.21021476601503</c:v>
                </c:pt>
                <c:pt idx="722">
                  <c:v>123.80307978241343</c:v>
                </c:pt>
                <c:pt idx="723">
                  <c:v>123.65518631117916</c:v>
                </c:pt>
                <c:pt idx="724">
                  <c:v>122.57925571589389</c:v>
                </c:pt>
                <c:pt idx="725">
                  <c:v>123.28420956139853</c:v>
                </c:pt>
                <c:pt idx="726">
                  <c:v>122.71222641730736</c:v>
                </c:pt>
                <c:pt idx="727">
                  <c:v>122.38608808116047</c:v>
                </c:pt>
                <c:pt idx="728">
                  <c:v>122.99133909817724</c:v>
                </c:pt>
                <c:pt idx="729">
                  <c:v>122.36877536787776</c:v>
                </c:pt>
                <c:pt idx="730">
                  <c:v>122.93572379075596</c:v>
                </c:pt>
                <c:pt idx="731">
                  <c:v>122.35374902362811</c:v>
                </c:pt>
                <c:pt idx="732">
                  <c:v>122.08632967446663</c:v>
                </c:pt>
                <c:pt idx="733">
                  <c:v>121.92929928337222</c:v>
                </c:pt>
                <c:pt idx="734">
                  <c:v>122.07359978436681</c:v>
                </c:pt>
                <c:pt idx="735">
                  <c:v>122.58012657710128</c:v>
                </c:pt>
                <c:pt idx="736">
                  <c:v>120.64281678826922</c:v>
                </c:pt>
                <c:pt idx="737">
                  <c:v>120.27575365145336</c:v>
                </c:pt>
                <c:pt idx="738">
                  <c:v>120.48762049008415</c:v>
                </c:pt>
                <c:pt idx="739">
                  <c:v>121.30251913355964</c:v>
                </c:pt>
                <c:pt idx="740">
                  <c:v>121.37897797185613</c:v>
                </c:pt>
                <c:pt idx="741">
                  <c:v>121.19322549452204</c:v>
                </c:pt>
                <c:pt idx="742">
                  <c:v>121.83703540867839</c:v>
                </c:pt>
                <c:pt idx="743">
                  <c:v>122.04276600171998</c:v>
                </c:pt>
                <c:pt idx="744">
                  <c:v>121.77543594465156</c:v>
                </c:pt>
                <c:pt idx="745">
                  <c:v>122.52718524520118</c:v>
                </c:pt>
                <c:pt idx="746">
                  <c:v>123.14998304660351</c:v>
                </c:pt>
                <c:pt idx="747">
                  <c:v>119.90998699152972</c:v>
                </c:pt>
                <c:pt idx="748">
                  <c:v>118.39726109938111</c:v>
                </c:pt>
                <c:pt idx="749">
                  <c:v>117.90827269220233</c:v>
                </c:pt>
                <c:pt idx="750">
                  <c:v>118.77589660869427</c:v>
                </c:pt>
                <c:pt idx="751">
                  <c:v>119.20582067011998</c:v>
                </c:pt>
                <c:pt idx="752">
                  <c:v>119.70928757864621</c:v>
                </c:pt>
                <c:pt idx="753">
                  <c:v>120.47603319078809</c:v>
                </c:pt>
                <c:pt idx="754">
                  <c:v>120.05621639496296</c:v>
                </c:pt>
                <c:pt idx="755">
                  <c:v>119.70153599033597</c:v>
                </c:pt>
                <c:pt idx="756">
                  <c:v>119.97544881619255</c:v>
                </c:pt>
                <c:pt idx="757">
                  <c:v>117.76104206714459</c:v>
                </c:pt>
                <c:pt idx="758">
                  <c:v>117.82885892755729</c:v>
                </c:pt>
                <c:pt idx="759">
                  <c:v>118.70777712312183</c:v>
                </c:pt>
                <c:pt idx="760">
                  <c:v>117.32098858646749</c:v>
                </c:pt>
                <c:pt idx="761">
                  <c:v>115.2624354570323</c:v>
                </c:pt>
                <c:pt idx="762">
                  <c:v>114.85930575109238</c:v>
                </c:pt>
                <c:pt idx="763">
                  <c:v>113.68933480116225</c:v>
                </c:pt>
                <c:pt idx="764">
                  <c:v>114.10454115347393</c:v>
                </c:pt>
                <c:pt idx="765">
                  <c:v>115.08252820287073</c:v>
                </c:pt>
                <c:pt idx="766">
                  <c:v>113.76015262352664</c:v>
                </c:pt>
                <c:pt idx="767">
                  <c:v>114.43553356971044</c:v>
                </c:pt>
                <c:pt idx="768">
                  <c:v>115.33845624889496</c:v>
                </c:pt>
                <c:pt idx="769">
                  <c:v>117.27744160227004</c:v>
                </c:pt>
                <c:pt idx="770">
                  <c:v>116.81445515819922</c:v>
                </c:pt>
                <c:pt idx="771">
                  <c:v>117.21197057659829</c:v>
                </c:pt>
                <c:pt idx="772">
                  <c:v>117.29886083063795</c:v>
                </c:pt>
                <c:pt idx="773">
                  <c:v>115.9617623862447</c:v>
                </c:pt>
                <c:pt idx="774">
                  <c:v>115.0025455575569</c:v>
                </c:pt>
                <c:pt idx="775">
                  <c:v>117.41022996074784</c:v>
                </c:pt>
                <c:pt idx="776">
                  <c:v>114.92267664776375</c:v>
                </c:pt>
                <c:pt idx="777">
                  <c:v>114.02000869040398</c:v>
                </c:pt>
                <c:pt idx="778">
                  <c:v>110.59409706175839</c:v>
                </c:pt>
                <c:pt idx="779">
                  <c:v>110.88632870171375</c:v>
                </c:pt>
                <c:pt idx="780">
                  <c:v>110.03261211927794</c:v>
                </c:pt>
                <c:pt idx="781">
                  <c:v>106.57333918311126</c:v>
                </c:pt>
                <c:pt idx="782">
                  <c:v>108.89740637216562</c:v>
                </c:pt>
                <c:pt idx="783">
                  <c:v>108.65307409662937</c:v>
                </c:pt>
                <c:pt idx="784">
                  <c:v>109.59392399997861</c:v>
                </c:pt>
                <c:pt idx="785">
                  <c:v>108.61735376737509</c:v>
                </c:pt>
                <c:pt idx="786">
                  <c:v>109.81564713002679</c:v>
                </c:pt>
                <c:pt idx="787">
                  <c:v>110.74199506933182</c:v>
                </c:pt>
                <c:pt idx="788">
                  <c:v>109.3023149544422</c:v>
                </c:pt>
                <c:pt idx="789">
                  <c:v>107.48128627671173</c:v>
                </c:pt>
                <c:pt idx="790">
                  <c:v>108.40020067412749</c:v>
                </c:pt>
                <c:pt idx="791">
                  <c:v>110.37746948577043</c:v>
                </c:pt>
                <c:pt idx="792">
                  <c:v>110.94531238755103</c:v>
                </c:pt>
                <c:pt idx="793">
                  <c:v>108.56723061114491</c:v>
                </c:pt>
                <c:pt idx="794">
                  <c:v>108.31258556408123</c:v>
                </c:pt>
                <c:pt idx="795">
                  <c:v>108.44058417120597</c:v>
                </c:pt>
                <c:pt idx="796">
                  <c:v>108.24066279393772</c:v>
                </c:pt>
                <c:pt idx="797">
                  <c:v>110.05070437877771</c:v>
                </c:pt>
                <c:pt idx="798">
                  <c:v>110.13239022529653</c:v>
                </c:pt>
                <c:pt idx="799">
                  <c:v>110.95420687195204</c:v>
                </c:pt>
                <c:pt idx="800">
                  <c:v>111.02681738901468</c:v>
                </c:pt>
                <c:pt idx="801">
                  <c:v>111.44187774964665</c:v>
                </c:pt>
                <c:pt idx="802">
                  <c:v>112.31037779061124</c:v>
                </c:pt>
                <c:pt idx="803">
                  <c:v>112.27281071385846</c:v>
                </c:pt>
                <c:pt idx="804">
                  <c:v>111.91190373286261</c:v>
                </c:pt>
                <c:pt idx="805">
                  <c:v>111.84854452576883</c:v>
                </c:pt>
                <c:pt idx="806">
                  <c:v>112.53304412941094</c:v>
                </c:pt>
                <c:pt idx="807">
                  <c:v>111.37268734499808</c:v>
                </c:pt>
                <c:pt idx="808">
                  <c:v>111.39389620001651</c:v>
                </c:pt>
                <c:pt idx="809">
                  <c:v>110.08184401843424</c:v>
                </c:pt>
                <c:pt idx="810">
                  <c:v>109.80411376181904</c:v>
                </c:pt>
                <c:pt idx="811">
                  <c:v>107.93049069835072</c:v>
                </c:pt>
                <c:pt idx="812">
                  <c:v>109.34853544686075</c:v>
                </c:pt>
                <c:pt idx="813">
                  <c:v>110.06492247243801</c:v>
                </c:pt>
                <c:pt idx="814">
                  <c:v>112.13921518103014</c:v>
                </c:pt>
                <c:pt idx="815">
                  <c:v>111.92989501909186</c:v>
                </c:pt>
                <c:pt idx="816">
                  <c:v>110.51996175751303</c:v>
                </c:pt>
                <c:pt idx="817">
                  <c:v>110.72138518715794</c:v>
                </c:pt>
                <c:pt idx="818">
                  <c:v>112.25802975116137</c:v>
                </c:pt>
                <c:pt idx="819">
                  <c:v>112.09194582677839</c:v>
                </c:pt>
                <c:pt idx="820">
                  <c:v>111.40055596076725</c:v>
                </c:pt>
                <c:pt idx="821">
                  <c:v>111.24532231870792</c:v>
                </c:pt>
                <c:pt idx="822">
                  <c:v>110.62410907563891</c:v>
                </c:pt>
                <c:pt idx="823">
                  <c:v>110.59076120472945</c:v>
                </c:pt>
                <c:pt idx="824">
                  <c:v>108.98628901703037</c:v>
                </c:pt>
                <c:pt idx="825">
                  <c:v>109.39996826037924</c:v>
                </c:pt>
                <c:pt idx="826">
                  <c:v>109.90597159451076</c:v>
                </c:pt>
                <c:pt idx="827">
                  <c:v>111.63184375451971</c:v>
                </c:pt>
                <c:pt idx="828">
                  <c:v>111.245597795596</c:v>
                </c:pt>
                <c:pt idx="829">
                  <c:v>109.64801834636677</c:v>
                </c:pt>
                <c:pt idx="830">
                  <c:v>108.52028254836168</c:v>
                </c:pt>
                <c:pt idx="831">
                  <c:v>108.30373380462215</c:v>
                </c:pt>
                <c:pt idx="832">
                  <c:v>108.58462360165285</c:v>
                </c:pt>
                <c:pt idx="833">
                  <c:v>107.73282580617635</c:v>
                </c:pt>
                <c:pt idx="834">
                  <c:v>108.68157399670957</c:v>
                </c:pt>
                <c:pt idx="835">
                  <c:v>112.20066051199221</c:v>
                </c:pt>
                <c:pt idx="836">
                  <c:v>111.5617833242957</c:v>
                </c:pt>
                <c:pt idx="837">
                  <c:v>112.79799649023607</c:v>
                </c:pt>
                <c:pt idx="838">
                  <c:v>112.93484028685947</c:v>
                </c:pt>
                <c:pt idx="839">
                  <c:v>113.03309022143597</c:v>
                </c:pt>
                <c:pt idx="840">
                  <c:v>114.29290749538978</c:v>
                </c:pt>
                <c:pt idx="841">
                  <c:v>114.19274962918099</c:v>
                </c:pt>
                <c:pt idx="842">
                  <c:v>113.43048722461793</c:v>
                </c:pt>
                <c:pt idx="843">
                  <c:v>114.0429665279844</c:v>
                </c:pt>
                <c:pt idx="844">
                  <c:v>115.36583729237744</c:v>
                </c:pt>
                <c:pt idx="845">
                  <c:v>114.93776156875245</c:v>
                </c:pt>
                <c:pt idx="846">
                  <c:v>114.21107568084</c:v>
                </c:pt>
                <c:pt idx="847">
                  <c:v>112.60607238686124</c:v>
                </c:pt>
                <c:pt idx="848">
                  <c:v>112.38216797450211</c:v>
                </c:pt>
                <c:pt idx="849">
                  <c:v>111.69314806812638</c:v>
                </c:pt>
                <c:pt idx="850">
                  <c:v>111.84368468363719</c:v>
                </c:pt>
                <c:pt idx="851">
                  <c:v>113.09834117987285</c:v>
                </c:pt>
                <c:pt idx="852">
                  <c:v>113.36664965885522</c:v>
                </c:pt>
                <c:pt idx="853">
                  <c:v>114.57646770234599</c:v>
                </c:pt>
                <c:pt idx="854">
                  <c:v>113.96650913788575</c:v>
                </c:pt>
                <c:pt idx="855">
                  <c:v>114.44769161831462</c:v>
                </c:pt>
                <c:pt idx="856">
                  <c:v>114.57452098607548</c:v>
                </c:pt>
                <c:pt idx="857">
                  <c:v>115.77581044099669</c:v>
                </c:pt>
                <c:pt idx="858">
                  <c:v>115.17466307799053</c:v>
                </c:pt>
                <c:pt idx="859">
                  <c:v>115.59642855592001</c:v>
                </c:pt>
                <c:pt idx="860">
                  <c:v>116.53800220079744</c:v>
                </c:pt>
                <c:pt idx="861">
                  <c:v>116.14023390682924</c:v>
                </c:pt>
                <c:pt idx="862">
                  <c:v>116.48254561044054</c:v>
                </c:pt>
                <c:pt idx="863">
                  <c:v>116.44523134503794</c:v>
                </c:pt>
                <c:pt idx="864">
                  <c:v>117.08820938606307</c:v>
                </c:pt>
                <c:pt idx="865">
                  <c:v>117.1613820345991</c:v>
                </c:pt>
                <c:pt idx="866">
                  <c:v>117.62960752475941</c:v>
                </c:pt>
                <c:pt idx="867">
                  <c:v>114.64788393505944</c:v>
                </c:pt>
                <c:pt idx="868">
                  <c:v>115.90166346613131</c:v>
                </c:pt>
                <c:pt idx="869">
                  <c:v>115.79252790255983</c:v>
                </c:pt>
                <c:pt idx="870">
                  <c:v>115.56017686314513</c:v>
                </c:pt>
                <c:pt idx="871">
                  <c:v>115.60068856980594</c:v>
                </c:pt>
                <c:pt idx="872">
                  <c:v>117.15373563098653</c:v>
                </c:pt>
                <c:pt idx="873">
                  <c:v>117.61123582370975</c:v>
                </c:pt>
                <c:pt idx="874">
                  <c:v>118.52847454927415</c:v>
                </c:pt>
                <c:pt idx="875">
                  <c:v>118.17039596388109</c:v>
                </c:pt>
                <c:pt idx="876">
                  <c:v>118.49601443709476</c:v>
                </c:pt>
                <c:pt idx="877">
                  <c:v>118.74509947202418</c:v>
                </c:pt>
                <c:pt idx="878">
                  <c:v>120.31761752506169</c:v>
                </c:pt>
                <c:pt idx="879">
                  <c:v>120.38105144758256</c:v>
                </c:pt>
                <c:pt idx="880">
                  <c:v>119.72481281096651</c:v>
                </c:pt>
                <c:pt idx="881">
                  <c:v>120.67914094383694</c:v>
                </c:pt>
                <c:pt idx="882">
                  <c:v>122.49797526140598</c:v>
                </c:pt>
                <c:pt idx="883">
                  <c:v>123.15842665330851</c:v>
                </c:pt>
                <c:pt idx="884">
                  <c:v>121.95751446774548</c:v>
                </c:pt>
                <c:pt idx="885">
                  <c:v>122.54747293026419</c:v>
                </c:pt>
                <c:pt idx="886">
                  <c:v>121.74132386959086</c:v>
                </c:pt>
                <c:pt idx="887">
                  <c:v>122.11498792599266</c:v>
                </c:pt>
                <c:pt idx="888">
                  <c:v>121.86306553697256</c:v>
                </c:pt>
                <c:pt idx="889">
                  <c:v>121.25508911471499</c:v>
                </c:pt>
                <c:pt idx="890">
                  <c:v>120.66610761911588</c:v>
                </c:pt>
                <c:pt idx="891">
                  <c:v>120.23940483924991</c:v>
                </c:pt>
                <c:pt idx="892">
                  <c:v>121.41737335890221</c:v>
                </c:pt>
                <c:pt idx="893">
                  <c:v>120.76810948090817</c:v>
                </c:pt>
                <c:pt idx="894">
                  <c:v>120.69964581743464</c:v>
                </c:pt>
                <c:pt idx="895">
                  <c:v>120.27217192086061</c:v>
                </c:pt>
                <c:pt idx="896">
                  <c:v>121.63630027244882</c:v>
                </c:pt>
                <c:pt idx="897">
                  <c:v>122.146685542912</c:v>
                </c:pt>
                <c:pt idx="898">
                  <c:v>120.6057394257767</c:v>
                </c:pt>
                <c:pt idx="899">
                  <c:v>120.48855321759784</c:v>
                </c:pt>
                <c:pt idx="900">
                  <c:v>122.50369684503333</c:v>
                </c:pt>
                <c:pt idx="901">
                  <c:v>123.29852859765525</c:v>
                </c:pt>
                <c:pt idx="902">
                  <c:v>122.79318950876667</c:v>
                </c:pt>
                <c:pt idx="903">
                  <c:v>124.75020995523533</c:v>
                </c:pt>
                <c:pt idx="904">
                  <c:v>124.24492248682824</c:v>
                </c:pt>
                <c:pt idx="905">
                  <c:v>124.10579791815344</c:v>
                </c:pt>
                <c:pt idx="906">
                  <c:v>123.29363087054061</c:v>
                </c:pt>
                <c:pt idx="907">
                  <c:v>123.20561257174366</c:v>
                </c:pt>
                <c:pt idx="908">
                  <c:v>121.791120898307</c:v>
                </c:pt>
                <c:pt idx="909">
                  <c:v>121.67376036266825</c:v>
                </c:pt>
                <c:pt idx="910">
                  <c:v>122.22753404060867</c:v>
                </c:pt>
                <c:pt idx="911">
                  <c:v>123.40191337525087</c:v>
                </c:pt>
                <c:pt idx="912">
                  <c:v>124.25844060213461</c:v>
                </c:pt>
                <c:pt idx="913">
                  <c:v>126.00837906602118</c:v>
                </c:pt>
                <c:pt idx="914">
                  <c:v>126.04291259210065</c:v>
                </c:pt>
                <c:pt idx="915">
                  <c:v>125.1402883415424</c:v>
                </c:pt>
                <c:pt idx="916">
                  <c:v>124.426987366267</c:v>
                </c:pt>
                <c:pt idx="917">
                  <c:v>124.09753830215691</c:v>
                </c:pt>
                <c:pt idx="918">
                  <c:v>124.63457256974608</c:v>
                </c:pt>
                <c:pt idx="919">
                  <c:v>124.6138441219222</c:v>
                </c:pt>
                <c:pt idx="920">
                  <c:v>126.30972956646724</c:v>
                </c:pt>
                <c:pt idx="921">
                  <c:v>125.98014247629386</c:v>
                </c:pt>
                <c:pt idx="922">
                  <c:v>125.54242458795066</c:v>
                </c:pt>
                <c:pt idx="923">
                  <c:v>126.23655676503188</c:v>
                </c:pt>
                <c:pt idx="924">
                  <c:v>124.91772834827242</c:v>
                </c:pt>
                <c:pt idx="925">
                  <c:v>125.73399753190577</c:v>
                </c:pt>
                <c:pt idx="926">
                  <c:v>126.00287019886757</c:v>
                </c:pt>
                <c:pt idx="927">
                  <c:v>123.94458315967391</c:v>
                </c:pt>
                <c:pt idx="928">
                  <c:v>124.80284397263539</c:v>
                </c:pt>
                <c:pt idx="929">
                  <c:v>124.75351519261</c:v>
                </c:pt>
                <c:pt idx="930">
                  <c:v>124.7542049195681</c:v>
                </c:pt>
                <c:pt idx="931">
                  <c:v>125.4486125352814</c:v>
                </c:pt>
                <c:pt idx="932">
                  <c:v>124.35146401392586</c:v>
                </c:pt>
                <c:pt idx="933">
                  <c:v>124.68929983932462</c:v>
                </c:pt>
                <c:pt idx="934">
                  <c:v>123.72910561004139</c:v>
                </c:pt>
                <c:pt idx="935">
                  <c:v>122.43830814751253</c:v>
                </c:pt>
                <c:pt idx="936">
                  <c:v>123.41005427597351</c:v>
                </c:pt>
                <c:pt idx="937">
                  <c:v>122.92556530343325</c:v>
                </c:pt>
                <c:pt idx="938">
                  <c:v>120.53644415980018</c:v>
                </c:pt>
                <c:pt idx="939">
                  <c:v>120.26906944702451</c:v>
                </c:pt>
                <c:pt idx="940">
                  <c:v>118.83949053110487</c:v>
                </c:pt>
                <c:pt idx="941">
                  <c:v>119.11463720916919</c:v>
                </c:pt>
                <c:pt idx="942">
                  <c:v>120.49480477488396</c:v>
                </c:pt>
                <c:pt idx="943">
                  <c:v>119.71302992340088</c:v>
                </c:pt>
                <c:pt idx="944">
                  <c:v>119.20028804896913</c:v>
                </c:pt>
                <c:pt idx="945">
                  <c:v>118.17423938403323</c:v>
                </c:pt>
                <c:pt idx="946">
                  <c:v>117.52437932138675</c:v>
                </c:pt>
                <c:pt idx="947">
                  <c:v>117.40496272122564</c:v>
                </c:pt>
                <c:pt idx="948">
                  <c:v>118.90702334428734</c:v>
                </c:pt>
                <c:pt idx="949">
                  <c:v>119.56476836593703</c:v>
                </c:pt>
                <c:pt idx="950">
                  <c:v>118.11486404821758</c:v>
                </c:pt>
                <c:pt idx="951">
                  <c:v>114.7118756421627</c:v>
                </c:pt>
                <c:pt idx="952">
                  <c:v>114.70964798220663</c:v>
                </c:pt>
                <c:pt idx="953">
                  <c:v>115.46808167490751</c:v>
                </c:pt>
                <c:pt idx="954">
                  <c:v>117.76582406451659</c:v>
                </c:pt>
                <c:pt idx="955">
                  <c:v>117.54792336274107</c:v>
                </c:pt>
                <c:pt idx="956">
                  <c:v>117.60348933397486</c:v>
                </c:pt>
                <c:pt idx="957">
                  <c:v>118.92651463900499</c:v>
                </c:pt>
                <c:pt idx="958">
                  <c:v>117.4162751244002</c:v>
                </c:pt>
                <c:pt idx="959">
                  <c:v>118.60986211441168</c:v>
                </c:pt>
                <c:pt idx="960">
                  <c:v>120.30033466437607</c:v>
                </c:pt>
                <c:pt idx="961">
                  <c:v>121.65487354060343</c:v>
                </c:pt>
                <c:pt idx="962">
                  <c:v>119.31703531068271</c:v>
                </c:pt>
                <c:pt idx="963">
                  <c:v>120.8878098525264</c:v>
                </c:pt>
                <c:pt idx="964">
                  <c:v>123.82704102334739</c:v>
                </c:pt>
                <c:pt idx="965">
                  <c:v>121.33563977389041</c:v>
                </c:pt>
                <c:pt idx="966">
                  <c:v>122.53111039853721</c:v>
                </c:pt>
                <c:pt idx="967">
                  <c:v>120.98600406720912</c:v>
                </c:pt>
                <c:pt idx="968">
                  <c:v>123.3956139981899</c:v>
                </c:pt>
                <c:pt idx="969">
                  <c:v>124.62129304765028</c:v>
                </c:pt>
                <c:pt idx="970">
                  <c:v>125.9909256886648</c:v>
                </c:pt>
                <c:pt idx="971">
                  <c:v>126.04702262442682</c:v>
                </c:pt>
                <c:pt idx="972">
                  <c:v>126.52341272669467</c:v>
                </c:pt>
                <c:pt idx="973">
                  <c:v>126.83715442865577</c:v>
                </c:pt>
                <c:pt idx="974">
                  <c:v>126.88553848893532</c:v>
                </c:pt>
                <c:pt idx="975">
                  <c:v>127.23836642741968</c:v>
                </c:pt>
                <c:pt idx="976">
                  <c:v>126.27380066141119</c:v>
                </c:pt>
                <c:pt idx="977">
                  <c:v>127.85531888479613</c:v>
                </c:pt>
                <c:pt idx="978">
                  <c:v>128.44348399537139</c:v>
                </c:pt>
                <c:pt idx="979">
                  <c:v>126.70628135893222</c:v>
                </c:pt>
                <c:pt idx="980">
                  <c:v>126.29278727510419</c:v>
                </c:pt>
                <c:pt idx="981">
                  <c:v>126.45617731396477</c:v>
                </c:pt>
                <c:pt idx="982">
                  <c:v>126.47837477104478</c:v>
                </c:pt>
                <c:pt idx="983">
                  <c:v>127.14058930169139</c:v>
                </c:pt>
                <c:pt idx="984">
                  <c:v>128.12026103157072</c:v>
                </c:pt>
                <c:pt idx="985">
                  <c:v>128.25799416453154</c:v>
                </c:pt>
                <c:pt idx="986">
                  <c:v>129.45849673183091</c:v>
                </c:pt>
                <c:pt idx="987">
                  <c:v>130.28276674667813</c:v>
                </c:pt>
                <c:pt idx="988">
                  <c:v>128.2591613219592</c:v>
                </c:pt>
                <c:pt idx="989">
                  <c:v>131.97651515633848</c:v>
                </c:pt>
                <c:pt idx="990">
                  <c:v>130.25248636072368</c:v>
                </c:pt>
                <c:pt idx="991">
                  <c:v>129.3883293496296</c:v>
                </c:pt>
                <c:pt idx="992">
                  <c:v>129.76318442988429</c:v>
                </c:pt>
                <c:pt idx="993">
                  <c:v>127.29917622980324</c:v>
                </c:pt>
                <c:pt idx="994">
                  <c:v>128.00972301625245</c:v>
                </c:pt>
                <c:pt idx="995">
                  <c:v>127.7301659538431</c:v>
                </c:pt>
                <c:pt idx="996">
                  <c:v>123.0881362771959</c:v>
                </c:pt>
                <c:pt idx="997">
                  <c:v>124.94720555948047</c:v>
                </c:pt>
                <c:pt idx="998">
                  <c:v>123.79195392516245</c:v>
                </c:pt>
                <c:pt idx="999">
                  <c:v>122.33231030705636</c:v>
                </c:pt>
                <c:pt idx="1000">
                  <c:v>120.50639920971867</c:v>
                </c:pt>
                <c:pt idx="1001">
                  <c:v>115.51955094773582</c:v>
                </c:pt>
                <c:pt idx="1002">
                  <c:v>119.68242896939773</c:v>
                </c:pt>
                <c:pt idx="1003">
                  <c:v>120.0811489607993</c:v>
                </c:pt>
                <c:pt idx="1004">
                  <c:v>120.46967473618827</c:v>
                </c:pt>
                <c:pt idx="1005">
                  <c:v>120.27082036122168</c:v>
                </c:pt>
                <c:pt idx="1006">
                  <c:v>117.70430614999583</c:v>
                </c:pt>
                <c:pt idx="1007">
                  <c:v>117.68227720111055</c:v>
                </c:pt>
                <c:pt idx="1008">
                  <c:v>118.93623788244244</c:v>
                </c:pt>
                <c:pt idx="1009">
                  <c:v>119.98967961850643</c:v>
                </c:pt>
                <c:pt idx="1010">
                  <c:v>122.37771648784251</c:v>
                </c:pt>
                <c:pt idx="1011">
                  <c:v>121.79259367251258</c:v>
                </c:pt>
                <c:pt idx="1012">
                  <c:v>123.80578797498124</c:v>
                </c:pt>
                <c:pt idx="1013">
                  <c:v>124.33119873005539</c:v>
                </c:pt>
                <c:pt idx="1014">
                  <c:v>124.01959149268363</c:v>
                </c:pt>
                <c:pt idx="1015">
                  <c:v>125.39150492459227</c:v>
                </c:pt>
                <c:pt idx="1016">
                  <c:v>125.82037284082163</c:v>
                </c:pt>
                <c:pt idx="1017">
                  <c:v>126.3307751166018</c:v>
                </c:pt>
                <c:pt idx="1018">
                  <c:v>127.01694701870278</c:v>
                </c:pt>
                <c:pt idx="1019">
                  <c:v>126.94424211898608</c:v>
                </c:pt>
                <c:pt idx="1020">
                  <c:v>127.02719159832412</c:v>
                </c:pt>
                <c:pt idx="1021">
                  <c:v>127.35375254457658</c:v>
                </c:pt>
                <c:pt idx="1022">
                  <c:v>128.77564380541477</c:v>
                </c:pt>
                <c:pt idx="1023">
                  <c:v>129.87090768402976</c:v>
                </c:pt>
                <c:pt idx="1024">
                  <c:v>130.82386767090489</c:v>
                </c:pt>
                <c:pt idx="1025">
                  <c:v>132.07460061673183</c:v>
                </c:pt>
                <c:pt idx="1026">
                  <c:v>133.58788091638084</c:v>
                </c:pt>
                <c:pt idx="1027">
                  <c:v>132.45936391072252</c:v>
                </c:pt>
                <c:pt idx="1028">
                  <c:v>133.44220549238699</c:v>
                </c:pt>
                <c:pt idx="1029">
                  <c:v>134.35468107034504</c:v>
                </c:pt>
                <c:pt idx="1030">
                  <c:v>133.31095742667455</c:v>
                </c:pt>
                <c:pt idx="1031">
                  <c:v>134.46378110976733</c:v>
                </c:pt>
                <c:pt idx="1032">
                  <c:v>134.77482426627722</c:v>
                </c:pt>
                <c:pt idx="1033">
                  <c:v>135.14004652552333</c:v>
                </c:pt>
                <c:pt idx="1034">
                  <c:v>134.58345373132093</c:v>
                </c:pt>
                <c:pt idx="1035">
                  <c:v>135.67115914945254</c:v>
                </c:pt>
                <c:pt idx="1036">
                  <c:v>136.5283194154963</c:v>
                </c:pt>
                <c:pt idx="1037">
                  <c:v>137.28729107042875</c:v>
                </c:pt>
                <c:pt idx="1038">
                  <c:v>137.04380663255964</c:v>
                </c:pt>
                <c:pt idx="1039">
                  <c:v>135.56381212480807</c:v>
                </c:pt>
                <c:pt idx="1040">
                  <c:v>135.85196170206859</c:v>
                </c:pt>
                <c:pt idx="1041">
                  <c:v>136.79644996337763</c:v>
                </c:pt>
                <c:pt idx="1042">
                  <c:v>135.65476325680825</c:v>
                </c:pt>
                <c:pt idx="1043">
                  <c:v>135.17256456864629</c:v>
                </c:pt>
                <c:pt idx="1044">
                  <c:v>134.56434801934961</c:v>
                </c:pt>
                <c:pt idx="1045">
                  <c:v>134.71205261843528</c:v>
                </c:pt>
                <c:pt idx="1046">
                  <c:v>134.33941840833413</c:v>
                </c:pt>
                <c:pt idx="1047">
                  <c:v>135.02630390639746</c:v>
                </c:pt>
                <c:pt idx="1048">
                  <c:v>135.3481938327173</c:v>
                </c:pt>
                <c:pt idx="1049">
                  <c:v>134.53810318792495</c:v>
                </c:pt>
                <c:pt idx="1050">
                  <c:v>134.66968048048744</c:v>
                </c:pt>
                <c:pt idx="1051">
                  <c:v>134.83724048033284</c:v>
                </c:pt>
                <c:pt idx="1052">
                  <c:v>137.00982676223279</c:v>
                </c:pt>
                <c:pt idx="1053">
                  <c:v>137.52705228362899</c:v>
                </c:pt>
                <c:pt idx="1054">
                  <c:v>138.31315434066363</c:v>
                </c:pt>
                <c:pt idx="1055">
                  <c:v>138.48487625824774</c:v>
                </c:pt>
                <c:pt idx="1056">
                  <c:v>137.77365632800436</c:v>
                </c:pt>
                <c:pt idx="1057">
                  <c:v>136.712781448317</c:v>
                </c:pt>
                <c:pt idx="1058">
                  <c:v>136.03104809017915</c:v>
                </c:pt>
                <c:pt idx="1059">
                  <c:v>136.52694340363522</c:v>
                </c:pt>
                <c:pt idx="1060">
                  <c:v>139.50696727021258</c:v>
                </c:pt>
                <c:pt idx="1061">
                  <c:v>138.7743185898567</c:v>
                </c:pt>
                <c:pt idx="1062">
                  <c:v>139.2875796462053</c:v>
                </c:pt>
                <c:pt idx="1063">
                  <c:v>140.4263539878697</c:v>
                </c:pt>
                <c:pt idx="1064">
                  <c:v>139.48342043280437</c:v>
                </c:pt>
                <c:pt idx="1065">
                  <c:v>140.60198823185652</c:v>
                </c:pt>
                <c:pt idx="1066">
                  <c:v>139.97470403382749</c:v>
                </c:pt>
                <c:pt idx="1067">
                  <c:v>139.63659842771767</c:v>
                </c:pt>
                <c:pt idx="1068">
                  <c:v>140.60270693441205</c:v>
                </c:pt>
                <c:pt idx="1069">
                  <c:v>140.1730486734202</c:v>
                </c:pt>
                <c:pt idx="1070">
                  <c:v>139.65736279040539</c:v>
                </c:pt>
                <c:pt idx="1071">
                  <c:v>140.66148961391517</c:v>
                </c:pt>
                <c:pt idx="1072">
                  <c:v>139.6686185386171</c:v>
                </c:pt>
                <c:pt idx="1073">
                  <c:v>139.0935128986645</c:v>
                </c:pt>
                <c:pt idx="1074">
                  <c:v>140.34482445561423</c:v>
                </c:pt>
                <c:pt idx="1075">
                  <c:v>140.07542337980345</c:v>
                </c:pt>
                <c:pt idx="1076">
                  <c:v>140.97241820182799</c:v>
                </c:pt>
                <c:pt idx="1077">
                  <c:v>140.17704754423582</c:v>
                </c:pt>
                <c:pt idx="1078">
                  <c:v>136.58590768387603</c:v>
                </c:pt>
                <c:pt idx="1079">
                  <c:v>135.01695361712584</c:v>
                </c:pt>
                <c:pt idx="1080">
                  <c:v>136.45458740077214</c:v>
                </c:pt>
                <c:pt idx="1081">
                  <c:v>134.72399035068011</c:v>
                </c:pt>
                <c:pt idx="1082">
                  <c:v>136.34240839802163</c:v>
                </c:pt>
                <c:pt idx="1083">
                  <c:v>137.82234718769476</c:v>
                </c:pt>
                <c:pt idx="1084">
                  <c:v>137.73400788106679</c:v>
                </c:pt>
                <c:pt idx="1085">
                  <c:v>138.74992510468846</c:v>
                </c:pt>
                <c:pt idx="1086">
                  <c:v>137.2513135550779</c:v>
                </c:pt>
                <c:pt idx="1087">
                  <c:v>139.01796535762639</c:v>
                </c:pt>
                <c:pt idx="1088">
                  <c:v>139.28716088288226</c:v>
                </c:pt>
                <c:pt idx="1089">
                  <c:v>139.54406999872913</c:v>
                </c:pt>
                <c:pt idx="1090">
                  <c:v>140.79477104791218</c:v>
                </c:pt>
                <c:pt idx="1091">
                  <c:v>140.00794847856511</c:v>
                </c:pt>
                <c:pt idx="1092">
                  <c:v>137.02254187200401</c:v>
                </c:pt>
                <c:pt idx="1093">
                  <c:v>137.02525193611729</c:v>
                </c:pt>
                <c:pt idx="1094">
                  <c:v>137.49684966752494</c:v>
                </c:pt>
                <c:pt idx="1095">
                  <c:v>139.10407814682222</c:v>
                </c:pt>
                <c:pt idx="1096">
                  <c:v>139.23741962019946</c:v>
                </c:pt>
                <c:pt idx="1097">
                  <c:v>139.65321629600444</c:v>
                </c:pt>
                <c:pt idx="1098">
                  <c:v>140.66637601420939</c:v>
                </c:pt>
                <c:pt idx="1099">
                  <c:v>141.37266809925927</c:v>
                </c:pt>
                <c:pt idx="1100">
                  <c:v>141.3568458717163</c:v>
                </c:pt>
                <c:pt idx="1101">
                  <c:v>139.34794354664993</c:v>
                </c:pt>
                <c:pt idx="1102">
                  <c:v>140.6320157652774</c:v>
                </c:pt>
                <c:pt idx="1103">
                  <c:v>141.18658021932166</c:v>
                </c:pt>
                <c:pt idx="1104">
                  <c:v>142.157056079911</c:v>
                </c:pt>
                <c:pt idx="1105">
                  <c:v>142.3550084936868</c:v>
                </c:pt>
                <c:pt idx="1106">
                  <c:v>140.7382928378473</c:v>
                </c:pt>
                <c:pt idx="1107">
                  <c:v>138.8774540497067</c:v>
                </c:pt>
                <c:pt idx="1108">
                  <c:v>139.23501369246807</c:v>
                </c:pt>
                <c:pt idx="1109">
                  <c:v>139.79951908076265</c:v>
                </c:pt>
                <c:pt idx="1110">
                  <c:v>140.74021363148549</c:v>
                </c:pt>
                <c:pt idx="1111">
                  <c:v>139.39886766861798</c:v>
                </c:pt>
                <c:pt idx="1112">
                  <c:v>142.703228079198</c:v>
                </c:pt>
                <c:pt idx="1113">
                  <c:v>143.16866869907219</c:v>
                </c:pt>
                <c:pt idx="1114">
                  <c:v>144.02058870204209</c:v>
                </c:pt>
                <c:pt idx="1115">
                  <c:v>143.48479580947057</c:v>
                </c:pt>
                <c:pt idx="1116">
                  <c:v>143.7729425967207</c:v>
                </c:pt>
                <c:pt idx="1117">
                  <c:v>144.11704888756989</c:v>
                </c:pt>
                <c:pt idx="1118">
                  <c:v>144.72383124661113</c:v>
                </c:pt>
                <c:pt idx="1119">
                  <c:v>145.43858505982283</c:v>
                </c:pt>
                <c:pt idx="1120">
                  <c:v>147.47555832961919</c:v>
                </c:pt>
                <c:pt idx="1121">
                  <c:v>147.11590266274342</c:v>
                </c:pt>
                <c:pt idx="1122">
                  <c:v>148.41090564808971</c:v>
                </c:pt>
                <c:pt idx="1123">
                  <c:v>149.76449197938794</c:v>
                </c:pt>
                <c:pt idx="1124">
                  <c:v>148.3616571971387</c:v>
                </c:pt>
                <c:pt idx="1125">
                  <c:v>147.69867128868285</c:v>
                </c:pt>
                <c:pt idx="1126">
                  <c:v>145.91124386354969</c:v>
                </c:pt>
                <c:pt idx="1127">
                  <c:v>143.04189516462677</c:v>
                </c:pt>
                <c:pt idx="1128">
                  <c:v>144.61659137160501</c:v>
                </c:pt>
                <c:pt idx="1129">
                  <c:v>144.46763357082398</c:v>
                </c:pt>
                <c:pt idx="1130">
                  <c:v>144.10023565673217</c:v>
                </c:pt>
                <c:pt idx="1131">
                  <c:v>146.68851463452665</c:v>
                </c:pt>
                <c:pt idx="1132">
                  <c:v>149.18658458154979</c:v>
                </c:pt>
                <c:pt idx="1133">
                  <c:v>148.11380556359052</c:v>
                </c:pt>
                <c:pt idx="1134">
                  <c:v>148.27025579656134</c:v>
                </c:pt>
                <c:pt idx="1135">
                  <c:v>149.26917564821736</c:v>
                </c:pt>
                <c:pt idx="1136">
                  <c:v>149.81967091373843</c:v>
                </c:pt>
                <c:pt idx="1137">
                  <c:v>147.92668476587721</c:v>
                </c:pt>
                <c:pt idx="1138">
                  <c:v>147.44899547465661</c:v>
                </c:pt>
                <c:pt idx="1139">
                  <c:v>147.21247110848</c:v>
                </c:pt>
                <c:pt idx="1140">
                  <c:v>147.21274728894005</c:v>
                </c:pt>
                <c:pt idx="1141">
                  <c:v>146.94952180661721</c:v>
                </c:pt>
                <c:pt idx="1142">
                  <c:v>147.43864533541264</c:v>
                </c:pt>
                <c:pt idx="1143">
                  <c:v>144.72486684923248</c:v>
                </c:pt>
                <c:pt idx="1144">
                  <c:v>144.8912407251193</c:v>
                </c:pt>
                <c:pt idx="1145">
                  <c:v>146.37195705509893</c:v>
                </c:pt>
                <c:pt idx="1146">
                  <c:v>146.03242931380754</c:v>
                </c:pt>
                <c:pt idx="1147">
                  <c:v>144.84239783718633</c:v>
                </c:pt>
                <c:pt idx="1148">
                  <c:v>145.01366220383389</c:v>
                </c:pt>
                <c:pt idx="1149">
                  <c:v>145.86885993231425</c:v>
                </c:pt>
                <c:pt idx="1150">
                  <c:v>146.45498807788212</c:v>
                </c:pt>
                <c:pt idx="1151">
                  <c:v>145.96126993340889</c:v>
                </c:pt>
                <c:pt idx="1152">
                  <c:v>146.74219072194279</c:v>
                </c:pt>
                <c:pt idx="1153">
                  <c:v>147.78597658727583</c:v>
                </c:pt>
                <c:pt idx="1154">
                  <c:v>145.05102510105041</c:v>
                </c:pt>
                <c:pt idx="1155">
                  <c:v>146.69272764561168</c:v>
                </c:pt>
                <c:pt idx="1156">
                  <c:v>148.66755688497037</c:v>
                </c:pt>
                <c:pt idx="1157">
                  <c:v>150.94104771020045</c:v>
                </c:pt>
                <c:pt idx="1158">
                  <c:v>151.18181008080708</c:v>
                </c:pt>
                <c:pt idx="1159">
                  <c:v>150.68904609817992</c:v>
                </c:pt>
                <c:pt idx="1160">
                  <c:v>150.71724284824793</c:v>
                </c:pt>
                <c:pt idx="1161">
                  <c:v>148.18046217916998</c:v>
                </c:pt>
                <c:pt idx="1162">
                  <c:v>149.96253894383747</c:v>
                </c:pt>
                <c:pt idx="1163">
                  <c:v>151.25163567508019</c:v>
                </c:pt>
                <c:pt idx="1164">
                  <c:v>152.61040204844605</c:v>
                </c:pt>
                <c:pt idx="1165">
                  <c:v>151.14624329884595</c:v>
                </c:pt>
                <c:pt idx="1166">
                  <c:v>151.96910023586929</c:v>
                </c:pt>
                <c:pt idx="1167">
                  <c:v>152.16866577396556</c:v>
                </c:pt>
                <c:pt idx="1168">
                  <c:v>149.44752302712936</c:v>
                </c:pt>
                <c:pt idx="1169">
                  <c:v>150.86442122483558</c:v>
                </c:pt>
                <c:pt idx="1170">
                  <c:v>150.48031221249838</c:v>
                </c:pt>
                <c:pt idx="1171">
                  <c:v>151.1872182833695</c:v>
                </c:pt>
                <c:pt idx="1172">
                  <c:v>152.90222566688595</c:v>
                </c:pt>
                <c:pt idx="1173">
                  <c:v>153.05080948058784</c:v>
                </c:pt>
                <c:pt idx="1174">
                  <c:v>155.20848210581494</c:v>
                </c:pt>
                <c:pt idx="1175">
                  <c:v>156.60182810931244</c:v>
                </c:pt>
                <c:pt idx="1176">
                  <c:v>155.22776502455065</c:v>
                </c:pt>
                <c:pt idx="1177">
                  <c:v>155.99988094827432</c:v>
                </c:pt>
                <c:pt idx="1178">
                  <c:v>155.38831956958339</c:v>
                </c:pt>
                <c:pt idx="1179">
                  <c:v>153.04546521719232</c:v>
                </c:pt>
                <c:pt idx="1180">
                  <c:v>151.81343131120468</c:v>
                </c:pt>
                <c:pt idx="1181">
                  <c:v>152.39645863179413</c:v>
                </c:pt>
                <c:pt idx="1182">
                  <c:v>150.26031876224306</c:v>
                </c:pt>
                <c:pt idx="1183">
                  <c:v>151.99659093103693</c:v>
                </c:pt>
                <c:pt idx="1184">
                  <c:v>154.54853440124066</c:v>
                </c:pt>
                <c:pt idx="1185">
                  <c:v>153.99300103756639</c:v>
                </c:pt>
                <c:pt idx="1186">
                  <c:v>154.18278435271262</c:v>
                </c:pt>
                <c:pt idx="1187">
                  <c:v>153.7278544229664</c:v>
                </c:pt>
                <c:pt idx="1188">
                  <c:v>153.93445413048136</c:v>
                </c:pt>
                <c:pt idx="1189">
                  <c:v>153.60488361839549</c:v>
                </c:pt>
                <c:pt idx="1190">
                  <c:v>154.08709812436172</c:v>
                </c:pt>
                <c:pt idx="1191">
                  <c:v>155.61236746485534</c:v>
                </c:pt>
                <c:pt idx="1192">
                  <c:v>155.06410204909793</c:v>
                </c:pt>
                <c:pt idx="1193">
                  <c:v>154.75713388312616</c:v>
                </c:pt>
                <c:pt idx="1194">
                  <c:v>152.91474549640554</c:v>
                </c:pt>
                <c:pt idx="1195">
                  <c:v>152.00874197012124</c:v>
                </c:pt>
                <c:pt idx="1196">
                  <c:v>153.97609641899359</c:v>
                </c:pt>
                <c:pt idx="1197">
                  <c:v>155.16445175878766</c:v>
                </c:pt>
                <c:pt idx="1198">
                  <c:v>154.25589501164166</c:v>
                </c:pt>
                <c:pt idx="1199">
                  <c:v>153.37875018384261</c:v>
                </c:pt>
                <c:pt idx="1200">
                  <c:v>154.22723165588073</c:v>
                </c:pt>
                <c:pt idx="1201">
                  <c:v>154.39132498560863</c:v>
                </c:pt>
                <c:pt idx="1202">
                  <c:v>154.11346024696974</c:v>
                </c:pt>
                <c:pt idx="1203">
                  <c:v>154.75323903070273</c:v>
                </c:pt>
                <c:pt idx="1204">
                  <c:v>155.40373183251174</c:v>
                </c:pt>
                <c:pt idx="1205">
                  <c:v>155.04230114179336</c:v>
                </c:pt>
                <c:pt idx="1206">
                  <c:v>155.52786252881415</c:v>
                </c:pt>
                <c:pt idx="1207">
                  <c:v>156.81327639916285</c:v>
                </c:pt>
                <c:pt idx="1208">
                  <c:v>157.80107990317308</c:v>
                </c:pt>
                <c:pt idx="1209">
                  <c:v>157.00030805211267</c:v>
                </c:pt>
                <c:pt idx="1210">
                  <c:v>157.82703579269014</c:v>
                </c:pt>
                <c:pt idx="1211">
                  <c:v>157.38198974237622</c:v>
                </c:pt>
                <c:pt idx="1212">
                  <c:v>153.48909365715821</c:v>
                </c:pt>
                <c:pt idx="1213">
                  <c:v>150.93987409211769</c:v>
                </c:pt>
                <c:pt idx="1214">
                  <c:v>151.90027231128425</c:v>
                </c:pt>
                <c:pt idx="1215">
                  <c:v>152.69520471994139</c:v>
                </c:pt>
                <c:pt idx="1216">
                  <c:v>152.56465643351027</c:v>
                </c:pt>
                <c:pt idx="1217">
                  <c:v>152.18380235266903</c:v>
                </c:pt>
                <c:pt idx="1218">
                  <c:v>150.3725091450016</c:v>
                </c:pt>
                <c:pt idx="1219">
                  <c:v>147.86869285341388</c:v>
                </c:pt>
                <c:pt idx="1220">
                  <c:v>147.48929414019517</c:v>
                </c:pt>
                <c:pt idx="1221">
                  <c:v>146.66087152186768</c:v>
                </c:pt>
                <c:pt idx="1222">
                  <c:v>145.96351977951758</c:v>
                </c:pt>
                <c:pt idx="1223">
                  <c:v>146.29860716767507</c:v>
                </c:pt>
                <c:pt idx="1224">
                  <c:v>145.19319582033285</c:v>
                </c:pt>
                <c:pt idx="1225">
                  <c:v>146.51199710671119</c:v>
                </c:pt>
                <c:pt idx="1226">
                  <c:v>147.26843024743812</c:v>
                </c:pt>
                <c:pt idx="1227">
                  <c:v>147.8967751602346</c:v>
                </c:pt>
                <c:pt idx="1228">
                  <c:v>148.59563388080332</c:v>
                </c:pt>
                <c:pt idx="1229">
                  <c:v>148.92703354622722</c:v>
                </c:pt>
                <c:pt idx="1230">
                  <c:v>148.76428138061158</c:v>
                </c:pt>
                <c:pt idx="1231">
                  <c:v>146.61992944441189</c:v>
                </c:pt>
                <c:pt idx="1232">
                  <c:v>146.30210034316332</c:v>
                </c:pt>
                <c:pt idx="1233">
                  <c:v>146.72215712273905</c:v>
                </c:pt>
                <c:pt idx="1234">
                  <c:v>149.34249491295634</c:v>
                </c:pt>
                <c:pt idx="1235">
                  <c:v>149.88162585636863</c:v>
                </c:pt>
                <c:pt idx="1236">
                  <c:v>148.72352663265238</c:v>
                </c:pt>
                <c:pt idx="1237">
                  <c:v>146.58269985127265</c:v>
                </c:pt>
                <c:pt idx="1238">
                  <c:v>147.035009318596</c:v>
                </c:pt>
                <c:pt idx="1239">
                  <c:v>147.82126433655998</c:v>
                </c:pt>
                <c:pt idx="1240">
                  <c:v>147.87054682014929</c:v>
                </c:pt>
                <c:pt idx="1241">
                  <c:v>147.86382384136397</c:v>
                </c:pt>
                <c:pt idx="1242">
                  <c:v>147.81788495916263</c:v>
                </c:pt>
                <c:pt idx="1243">
                  <c:v>146.90244902704976</c:v>
                </c:pt>
                <c:pt idx="1244">
                  <c:v>145.54582329829074</c:v>
                </c:pt>
                <c:pt idx="1245">
                  <c:v>143.52453031520221</c:v>
                </c:pt>
                <c:pt idx="1246">
                  <c:v>143.39499844955841</c:v>
                </c:pt>
                <c:pt idx="1247">
                  <c:v>144.61899123639054</c:v>
                </c:pt>
                <c:pt idx="1248">
                  <c:v>142.92660752881267</c:v>
                </c:pt>
                <c:pt idx="1249">
                  <c:v>144.49041550676188</c:v>
                </c:pt>
                <c:pt idx="1250">
                  <c:v>145.69599620869874</c:v>
                </c:pt>
                <c:pt idx="1251">
                  <c:v>147.09806647544644</c:v>
                </c:pt>
                <c:pt idx="1252">
                  <c:v>146.3219302385032</c:v>
                </c:pt>
                <c:pt idx="1253">
                  <c:v>146.67881893131735</c:v>
                </c:pt>
                <c:pt idx="1254">
                  <c:v>147.66529134301544</c:v>
                </c:pt>
                <c:pt idx="1255">
                  <c:v>148.16283423666061</c:v>
                </c:pt>
                <c:pt idx="1256">
                  <c:v>148.27496659252924</c:v>
                </c:pt>
                <c:pt idx="1257">
                  <c:v>148.96651900987885</c:v>
                </c:pt>
                <c:pt idx="1258">
                  <c:v>146.95361557626043</c:v>
                </c:pt>
                <c:pt idx="1259">
                  <c:v>148.24491822476179</c:v>
                </c:pt>
                <c:pt idx="1260">
                  <c:v>148.72951295228503</c:v>
                </c:pt>
                <c:pt idx="1261">
                  <c:v>147.57709610150968</c:v>
                </c:pt>
                <c:pt idx="1262">
                  <c:v>147.88055732122621</c:v>
                </c:pt>
                <c:pt idx="1263">
                  <c:v>147.64006693731497</c:v>
                </c:pt>
                <c:pt idx="1264">
                  <c:v>148.5984751866234</c:v>
                </c:pt>
                <c:pt idx="1265">
                  <c:v>150.60138370898301</c:v>
                </c:pt>
                <c:pt idx="1266">
                  <c:v>149.94370394679555</c:v>
                </c:pt>
                <c:pt idx="1267">
                  <c:v>151.27409194396361</c:v>
                </c:pt>
                <c:pt idx="1268">
                  <c:v>152.71178293253465</c:v>
                </c:pt>
                <c:pt idx="1269">
                  <c:v>153.10597955252689</c:v>
                </c:pt>
                <c:pt idx="1270">
                  <c:v>154.88905565906322</c:v>
                </c:pt>
                <c:pt idx="1271">
                  <c:v>152.88702468350968</c:v>
                </c:pt>
                <c:pt idx="1272">
                  <c:v>154.25217801889775</c:v>
                </c:pt>
                <c:pt idx="1273">
                  <c:v>154.19507280954363</c:v>
                </c:pt>
                <c:pt idx="1274">
                  <c:v>153.42630127960319</c:v>
                </c:pt>
                <c:pt idx="1275">
                  <c:v>153.86319553441581</c:v>
                </c:pt>
                <c:pt idx="1276">
                  <c:v>153.24906293593091</c:v>
                </c:pt>
                <c:pt idx="1277">
                  <c:v>152.98235369027165</c:v>
                </c:pt>
                <c:pt idx="1278">
                  <c:v>150.74051930076317</c:v>
                </c:pt>
                <c:pt idx="1279">
                  <c:v>150.88800822085608</c:v>
                </c:pt>
                <c:pt idx="1280">
                  <c:v>152.85294914576946</c:v>
                </c:pt>
                <c:pt idx="1281">
                  <c:v>152.8298728980875</c:v>
                </c:pt>
                <c:pt idx="1282">
                  <c:v>153.56679495565993</c:v>
                </c:pt>
                <c:pt idx="1283">
                  <c:v>153.66092640066108</c:v>
                </c:pt>
                <c:pt idx="1284">
                  <c:v>155.36020367802129</c:v>
                </c:pt>
                <c:pt idx="1285">
                  <c:v>155.50111356481443</c:v>
                </c:pt>
                <c:pt idx="1286">
                  <c:v>156.14689288648387</c:v>
                </c:pt>
                <c:pt idx="1287">
                  <c:v>156.79385423673898</c:v>
                </c:pt>
                <c:pt idx="1288">
                  <c:v>158.73479987312695</c:v>
                </c:pt>
                <c:pt idx="1289">
                  <c:v>158.81243047036108</c:v>
                </c:pt>
                <c:pt idx="1290">
                  <c:v>156.76799602746948</c:v>
                </c:pt>
                <c:pt idx="1291">
                  <c:v>159.73271690145131</c:v>
                </c:pt>
                <c:pt idx="1292">
                  <c:v>160.03751994228224</c:v>
                </c:pt>
                <c:pt idx="1293">
                  <c:v>157.75234907200132</c:v>
                </c:pt>
                <c:pt idx="1294">
                  <c:v>152.69164614706096</c:v>
                </c:pt>
                <c:pt idx="1295">
                  <c:v>150.7094368680977</c:v>
                </c:pt>
                <c:pt idx="1296">
                  <c:v>142.5005995343264</c:v>
                </c:pt>
                <c:pt idx="1297">
                  <c:v>139.79341196477068</c:v>
                </c:pt>
                <c:pt idx="1298">
                  <c:v>144.10222041718538</c:v>
                </c:pt>
                <c:pt idx="1299">
                  <c:v>144.06973197397994</c:v>
                </c:pt>
                <c:pt idx="1300">
                  <c:v>149.26812972691349</c:v>
                </c:pt>
                <c:pt idx="1301">
                  <c:v>144.35365045873584</c:v>
                </c:pt>
                <c:pt idx="1302">
                  <c:v>140.72377780462074</c:v>
                </c:pt>
                <c:pt idx="1303">
                  <c:v>128.27289241350101</c:v>
                </c:pt>
                <c:pt idx="1304">
                  <c:v>133.05914964853878</c:v>
                </c:pt>
                <c:pt idx="1305">
                  <c:v>122.60802471582954</c:v>
                </c:pt>
                <c:pt idx="1306">
                  <c:v>106.5891839938846</c:v>
                </c:pt>
                <c:pt idx="1307">
                  <c:v>118.14698308214037</c:v>
                </c:pt>
                <c:pt idx="1308">
                  <c:v>93.548723834860837</c:v>
                </c:pt>
                <c:pt idx="1309">
                  <c:v>93.931547856581858</c:v>
                </c:pt>
                <c:pt idx="1310">
                  <c:v>83.389554453668381</c:v>
                </c:pt>
                <c:pt idx="1311">
                  <c:v>90.939714899082517</c:v>
                </c:pt>
                <c:pt idx="1312">
                  <c:v>88.349275107765891</c:v>
                </c:pt>
                <c:pt idx="1313">
                  <c:v>86.378482959442977</c:v>
                </c:pt>
                <c:pt idx="1314">
                  <c:v>95.019876015157166</c:v>
                </c:pt>
                <c:pt idx="1315">
                  <c:v>100.71112912531161</c:v>
                </c:pt>
                <c:pt idx="1316">
                  <c:v>107.92719383331324</c:v>
                </c:pt>
                <c:pt idx="1317">
                  <c:v>107.49987204627348</c:v>
                </c:pt>
                <c:pt idx="1318">
                  <c:v>107.59511373502261</c:v>
                </c:pt>
                <c:pt idx="1319">
                  <c:v>102.66554155046961</c:v>
                </c:pt>
                <c:pt idx="1320">
                  <c:v>93.570837016576149</c:v>
                </c:pt>
                <c:pt idx="1321">
                  <c:v>93.813809658997798</c:v>
                </c:pt>
                <c:pt idx="1322">
                  <c:v>92.585011333706902</c:v>
                </c:pt>
                <c:pt idx="1323">
                  <c:v>102.45623297270792</c:v>
                </c:pt>
                <c:pt idx="1324">
                  <c:v>105.71657203454178</c:v>
                </c:pt>
                <c:pt idx="1325">
                  <c:v>114.80564088060459</c:v>
                </c:pt>
                <c:pt idx="1326">
                  <c:v>122.5198823976208</c:v>
                </c:pt>
                <c:pt idx="1327">
                  <c:v>116.42269009886637</c:v>
                </c:pt>
                <c:pt idx="1328">
                  <c:v>119.47820868069512</c:v>
                </c:pt>
                <c:pt idx="1329">
                  <c:v>112.59596500682788</c:v>
                </c:pt>
                <c:pt idx="1330">
                  <c:v>110.38155977742134</c:v>
                </c:pt>
                <c:pt idx="1331">
                  <c:v>114.60018538042199</c:v>
                </c:pt>
                <c:pt idx="1332">
                  <c:v>109.27939448007038</c:v>
                </c:pt>
                <c:pt idx="1333">
                  <c:v>107.181154024892</c:v>
                </c:pt>
                <c:pt idx="1334">
                  <c:v>107.72665180503083</c:v>
                </c:pt>
                <c:pt idx="1335">
                  <c:v>106.97463191254664</c:v>
                </c:pt>
                <c:pt idx="1336">
                  <c:v>107.15798469636638</c:v>
                </c:pt>
                <c:pt idx="1337">
                  <c:v>111.32442941619023</c:v>
                </c:pt>
                <c:pt idx="1338">
                  <c:v>113.64815938898492</c:v>
                </c:pt>
                <c:pt idx="1339">
                  <c:v>118.70731520010705</c:v>
                </c:pt>
                <c:pt idx="1340">
                  <c:v>116.96318081088492</c:v>
                </c:pt>
                <c:pt idx="1341">
                  <c:v>111.37676437582745</c:v>
                </c:pt>
                <c:pt idx="1342">
                  <c:v>111.34941476401266</c:v>
                </c:pt>
                <c:pt idx="1343">
                  <c:v>111.55825754487499</c:v>
                </c:pt>
                <c:pt idx="1344">
                  <c:v>108.17085169913966</c:v>
                </c:pt>
                <c:pt idx="1345">
                  <c:v>107.91931729257854</c:v>
                </c:pt>
                <c:pt idx="1346">
                  <c:v>111.78084930806193</c:v>
                </c:pt>
                <c:pt idx="1347">
                  <c:v>108.98873727798902</c:v>
                </c:pt>
                <c:pt idx="1348">
                  <c:v>103.789366961426</c:v>
                </c:pt>
                <c:pt idx="1349">
                  <c:v>100.64659954473576</c:v>
                </c:pt>
                <c:pt idx="1350">
                  <c:v>102.6895453898975</c:v>
                </c:pt>
                <c:pt idx="1351">
                  <c:v>102.51128318765812</c:v>
                </c:pt>
                <c:pt idx="1352">
                  <c:v>110.53568274220693</c:v>
                </c:pt>
                <c:pt idx="1353">
                  <c:v>109.37132624370331</c:v>
                </c:pt>
                <c:pt idx="1354">
                  <c:v>110.44544546525674</c:v>
                </c:pt>
                <c:pt idx="1355">
                  <c:v>110.79229265277502</c:v>
                </c:pt>
                <c:pt idx="1356">
                  <c:v>112.83466704167203</c:v>
                </c:pt>
                <c:pt idx="1357">
                  <c:v>118.46646302882934</c:v>
                </c:pt>
                <c:pt idx="1358">
                  <c:v>121.85684860110005</c:v>
                </c:pt>
                <c:pt idx="1359">
                  <c:v>121.56923738211067</c:v>
                </c:pt>
                <c:pt idx="1360">
                  <c:v>119.48692408354987</c:v>
                </c:pt>
                <c:pt idx="1361">
                  <c:v>122.54188961632498</c:v>
                </c:pt>
                <c:pt idx="1362">
                  <c:v>125.4891030740972</c:v>
                </c:pt>
                <c:pt idx="1363">
                  <c:v>132.55216293886767</c:v>
                </c:pt>
                <c:pt idx="1364">
                  <c:v>132.01348748077305</c:v>
                </c:pt>
                <c:pt idx="1365">
                  <c:v>138.7460993637882</c:v>
                </c:pt>
                <c:pt idx="1366">
                  <c:v>142.53507574383028</c:v>
                </c:pt>
                <c:pt idx="1367">
                  <c:v>138.58416072261426</c:v>
                </c:pt>
                <c:pt idx="1368">
                  <c:v>134.30240919430415</c:v>
                </c:pt>
                <c:pt idx="1369">
                  <c:v>123.79077128424014</c:v>
                </c:pt>
                <c:pt idx="1370">
                  <c:v>129.4321186898238</c:v>
                </c:pt>
                <c:pt idx="1371">
                  <c:v>130.84220311410249</c:v>
                </c:pt>
                <c:pt idx="1372">
                  <c:v>133.23436990954036</c:v>
                </c:pt>
                <c:pt idx="1373">
                  <c:v>131.17355029150056</c:v>
                </c:pt>
                <c:pt idx="1374">
                  <c:v>129.91473400473797</c:v>
                </c:pt>
                <c:pt idx="1375">
                  <c:v>124.74584797032908</c:v>
                </c:pt>
                <c:pt idx="1376">
                  <c:v>125.11598106434941</c:v>
                </c:pt>
                <c:pt idx="1377">
                  <c:v>124.80446202803012</c:v>
                </c:pt>
                <c:pt idx="1378">
                  <c:v>120.23888945164235</c:v>
                </c:pt>
                <c:pt idx="1379">
                  <c:v>121.99275711919462</c:v>
                </c:pt>
                <c:pt idx="1380">
                  <c:v>119.97386462562855</c:v>
                </c:pt>
                <c:pt idx="1381">
                  <c:v>123.58259088956795</c:v>
                </c:pt>
                <c:pt idx="1382">
                  <c:v>124.91581995522489</c:v>
                </c:pt>
                <c:pt idx="1383">
                  <c:v>128.2671925968601</c:v>
                </c:pt>
                <c:pt idx="1384">
                  <c:v>127.43319792062947</c:v>
                </c:pt>
                <c:pt idx="1385">
                  <c:v>127.45893501765205</c:v>
                </c:pt>
                <c:pt idx="1386">
                  <c:v>123.89055269125063</c:v>
                </c:pt>
                <c:pt idx="1387">
                  <c:v>123.98264750601706</c:v>
                </c:pt>
                <c:pt idx="1388">
                  <c:v>122.0428553274472</c:v>
                </c:pt>
                <c:pt idx="1389">
                  <c:v>123.56049036471877</c:v>
                </c:pt>
                <c:pt idx="1390">
                  <c:v>121.40295530191028</c:v>
                </c:pt>
                <c:pt idx="1391">
                  <c:v>121.81587223350758</c:v>
                </c:pt>
                <c:pt idx="1392">
                  <c:v>124.18219181739985</c:v>
                </c:pt>
                <c:pt idx="1393">
                  <c:v>121.71779468757232</c:v>
                </c:pt>
                <c:pt idx="1394">
                  <c:v>123.8611631490778</c:v>
                </c:pt>
                <c:pt idx="1395">
                  <c:v>121.3235884355442</c:v>
                </c:pt>
                <c:pt idx="1396">
                  <c:v>122.25561280278191</c:v>
                </c:pt>
                <c:pt idx="1397">
                  <c:v>124.83676565870094</c:v>
                </c:pt>
                <c:pt idx="1398">
                  <c:v>124.18025161566828</c:v>
                </c:pt>
                <c:pt idx="1399">
                  <c:v>123.5181376365621</c:v>
                </c:pt>
                <c:pt idx="1400">
                  <c:v>124.40839904999672</c:v>
                </c:pt>
                <c:pt idx="1401">
                  <c:v>127.46604464266515</c:v>
                </c:pt>
                <c:pt idx="1402">
                  <c:v>131.00925265150229</c:v>
                </c:pt>
                <c:pt idx="1403">
                  <c:v>129.79716786503246</c:v>
                </c:pt>
                <c:pt idx="1404">
                  <c:v>129.34660850374286</c:v>
                </c:pt>
                <c:pt idx="1405">
                  <c:v>127.06608783770382</c:v>
                </c:pt>
                <c:pt idx="1406">
                  <c:v>128.9496874163745</c:v>
                </c:pt>
                <c:pt idx="1407">
                  <c:v>128.90386765887706</c:v>
                </c:pt>
                <c:pt idx="1408">
                  <c:v>130.01650289709676</c:v>
                </c:pt>
                <c:pt idx="1409">
                  <c:v>132.55501544626549</c:v>
                </c:pt>
                <c:pt idx="1410">
                  <c:v>133.76206891840496</c:v>
                </c:pt>
                <c:pt idx="1411">
                  <c:v>132.35143654934433</c:v>
                </c:pt>
                <c:pt idx="1412">
                  <c:v>133.46075371450959</c:v>
                </c:pt>
                <c:pt idx="1413">
                  <c:v>131.23048399954675</c:v>
                </c:pt>
                <c:pt idx="1414">
                  <c:v>132.16028582987934</c:v>
                </c:pt>
                <c:pt idx="1415">
                  <c:v>132.68333119925677</c:v>
                </c:pt>
                <c:pt idx="1416">
                  <c:v>131.4329356742623</c:v>
                </c:pt>
                <c:pt idx="1417">
                  <c:v>129.08147798514491</c:v>
                </c:pt>
                <c:pt idx="1418">
                  <c:v>130.8159323908321</c:v>
                </c:pt>
                <c:pt idx="1419">
                  <c:v>131.86281023633293</c:v>
                </c:pt>
                <c:pt idx="1420">
                  <c:v>133.81454315375427</c:v>
                </c:pt>
                <c:pt idx="1421">
                  <c:v>133.82491030011278</c:v>
                </c:pt>
                <c:pt idx="1422">
                  <c:v>131.84972708466492</c:v>
                </c:pt>
                <c:pt idx="1423">
                  <c:v>134.01819522549707</c:v>
                </c:pt>
                <c:pt idx="1424">
                  <c:v>136.12535103441525</c:v>
                </c:pt>
                <c:pt idx="1425">
                  <c:v>133.68792399632059</c:v>
                </c:pt>
                <c:pt idx="1426">
                  <c:v>134.21156044029283</c:v>
                </c:pt>
                <c:pt idx="1427">
                  <c:v>137.94795076365148</c:v>
                </c:pt>
                <c:pt idx="1428">
                  <c:v>136.87436400816793</c:v>
                </c:pt>
                <c:pt idx="1429">
                  <c:v>137.04034114266915</c:v>
                </c:pt>
                <c:pt idx="1430">
                  <c:v>135.35099431099704</c:v>
                </c:pt>
                <c:pt idx="1431">
                  <c:v>137.13158515744172</c:v>
                </c:pt>
                <c:pt idx="1432">
                  <c:v>134.88518711006819</c:v>
                </c:pt>
                <c:pt idx="1433">
                  <c:v>134.18213888628952</c:v>
                </c:pt>
                <c:pt idx="1434">
                  <c:v>137.88201142043732</c:v>
                </c:pt>
                <c:pt idx="1435">
                  <c:v>139.92323085210975</c:v>
                </c:pt>
                <c:pt idx="1436">
                  <c:v>140.31381950715695</c:v>
                </c:pt>
                <c:pt idx="1437">
                  <c:v>136.900946574963</c:v>
                </c:pt>
                <c:pt idx="1438">
                  <c:v>134.0777744828539</c:v>
                </c:pt>
                <c:pt idx="1439">
                  <c:v>128.95567017570926</c:v>
                </c:pt>
                <c:pt idx="1440">
                  <c:v>130.35487497981785</c:v>
                </c:pt>
                <c:pt idx="1441">
                  <c:v>125.65031992707462</c:v>
                </c:pt>
                <c:pt idx="1442">
                  <c:v>126.4805163514864</c:v>
                </c:pt>
                <c:pt idx="1443">
                  <c:v>128.98653851710509</c:v>
                </c:pt>
                <c:pt idx="1444">
                  <c:v>131.90882468919594</c:v>
                </c:pt>
                <c:pt idx="1445">
                  <c:v>131.13358014460994</c:v>
                </c:pt>
                <c:pt idx="1446">
                  <c:v>131.45637107442411</c:v>
                </c:pt>
                <c:pt idx="1447">
                  <c:v>133.97707771571925</c:v>
                </c:pt>
                <c:pt idx="1448">
                  <c:v>136.65147705355318</c:v>
                </c:pt>
                <c:pt idx="1449">
                  <c:v>136.81889970785352</c:v>
                </c:pt>
                <c:pt idx="1450">
                  <c:v>136.49483848355641</c:v>
                </c:pt>
                <c:pt idx="1451">
                  <c:v>136.80137425996196</c:v>
                </c:pt>
                <c:pt idx="1452">
                  <c:v>139.08868073062385</c:v>
                </c:pt>
                <c:pt idx="1453">
                  <c:v>137.89898189318825</c:v>
                </c:pt>
                <c:pt idx="1454">
                  <c:v>138.22050636246306</c:v>
                </c:pt>
                <c:pt idx="1455">
                  <c:v>135.55491278049419</c:v>
                </c:pt>
                <c:pt idx="1456">
                  <c:v>134.41244800967488</c:v>
                </c:pt>
                <c:pt idx="1457">
                  <c:v>134.68111948069148</c:v>
                </c:pt>
                <c:pt idx="1458">
                  <c:v>133.91755843312291</c:v>
                </c:pt>
                <c:pt idx="1459">
                  <c:v>131.08128842697508</c:v>
                </c:pt>
                <c:pt idx="1460">
                  <c:v>132.50754973043323</c:v>
                </c:pt>
                <c:pt idx="1461">
                  <c:v>131.573650531666</c:v>
                </c:pt>
                <c:pt idx="1462">
                  <c:v>132.84583508254897</c:v>
                </c:pt>
                <c:pt idx="1463">
                  <c:v>133.35332304365957</c:v>
                </c:pt>
                <c:pt idx="1464">
                  <c:v>130.92516291789454</c:v>
                </c:pt>
                <c:pt idx="1465">
                  <c:v>128.40794630203303</c:v>
                </c:pt>
                <c:pt idx="1466">
                  <c:v>125.59316946208602</c:v>
                </c:pt>
                <c:pt idx="1467">
                  <c:v>130.51125970960013</c:v>
                </c:pt>
                <c:pt idx="1468">
                  <c:v>128.85160947474762</c:v>
                </c:pt>
                <c:pt idx="1469">
                  <c:v>133.05002148129427</c:v>
                </c:pt>
                <c:pt idx="1470">
                  <c:v>135.30003367469263</c:v>
                </c:pt>
                <c:pt idx="1471">
                  <c:v>133.99753531310449</c:v>
                </c:pt>
                <c:pt idx="1472">
                  <c:v>134.18906411892422</c:v>
                </c:pt>
                <c:pt idx="1473">
                  <c:v>132.43778255299705</c:v>
                </c:pt>
                <c:pt idx="1474">
                  <c:v>144.01448648246361</c:v>
                </c:pt>
                <c:pt idx="1475">
                  <c:v>145.04317125045173</c:v>
                </c:pt>
                <c:pt idx="1476">
                  <c:v>144.49099678581825</c:v>
                </c:pt>
                <c:pt idx="1477">
                  <c:v>142.10417316118782</c:v>
                </c:pt>
                <c:pt idx="1478">
                  <c:v>146.76586405717009</c:v>
                </c:pt>
                <c:pt idx="1479">
                  <c:v>148.67083933463508</c:v>
                </c:pt>
                <c:pt idx="1480">
                  <c:v>148.30774588747846</c:v>
                </c:pt>
                <c:pt idx="1481">
                  <c:v>144.17233077970695</c:v>
                </c:pt>
                <c:pt idx="1482">
                  <c:v>145.34939412475521</c:v>
                </c:pt>
                <c:pt idx="1483">
                  <c:v>144.56234207578063</c:v>
                </c:pt>
                <c:pt idx="1484">
                  <c:v>144.83138873742936</c:v>
                </c:pt>
                <c:pt idx="1485">
                  <c:v>146.69381379073673</c:v>
                </c:pt>
                <c:pt idx="1486">
                  <c:v>146.68185392261319</c:v>
                </c:pt>
                <c:pt idx="1487">
                  <c:v>145.70906288884572</c:v>
                </c:pt>
                <c:pt idx="1488">
                  <c:v>143.96228237628358</c:v>
                </c:pt>
                <c:pt idx="1489">
                  <c:v>145.32530789072317</c:v>
                </c:pt>
                <c:pt idx="1490">
                  <c:v>143.93006146826059</c:v>
                </c:pt>
                <c:pt idx="1491">
                  <c:v>145.50697775077211</c:v>
                </c:pt>
                <c:pt idx="1492">
                  <c:v>148.08851923928225</c:v>
                </c:pt>
                <c:pt idx="1493">
                  <c:v>147.05076347584145</c:v>
                </c:pt>
                <c:pt idx="1494">
                  <c:v>146.58796155238628</c:v>
                </c:pt>
                <c:pt idx="1495">
                  <c:v>146.03425024204495</c:v>
                </c:pt>
                <c:pt idx="1496">
                  <c:v>145.36385840108676</c:v>
                </c:pt>
                <c:pt idx="1497">
                  <c:v>145.42223004994241</c:v>
                </c:pt>
                <c:pt idx="1498">
                  <c:v>143.82164332621534</c:v>
                </c:pt>
                <c:pt idx="1499">
                  <c:v>147.35910141074439</c:v>
                </c:pt>
                <c:pt idx="1500">
                  <c:v>147.81006868750436</c:v>
                </c:pt>
                <c:pt idx="1501">
                  <c:v>148.63885803218361</c:v>
                </c:pt>
                <c:pt idx="1502">
                  <c:v>145.70828176880133</c:v>
                </c:pt>
                <c:pt idx="1503">
                  <c:v>143.55533485995431</c:v>
                </c:pt>
                <c:pt idx="1504">
                  <c:v>144.57749648537956</c:v>
                </c:pt>
                <c:pt idx="1505">
                  <c:v>143.44084157427287</c:v>
                </c:pt>
                <c:pt idx="1506">
                  <c:v>144.66340265023283</c:v>
                </c:pt>
                <c:pt idx="1507">
                  <c:v>145.42990065554719</c:v>
                </c:pt>
                <c:pt idx="1508">
                  <c:v>144.34236543739553</c:v>
                </c:pt>
                <c:pt idx="1509">
                  <c:v>144.96423671870605</c:v>
                </c:pt>
                <c:pt idx="1510">
                  <c:v>146.52993165281936</c:v>
                </c:pt>
                <c:pt idx="1511">
                  <c:v>140.93211792530656</c:v>
                </c:pt>
                <c:pt idx="1512">
                  <c:v>141.34864735900808</c:v>
                </c:pt>
                <c:pt idx="1513">
                  <c:v>141.93380059779199</c:v>
                </c:pt>
                <c:pt idx="1514">
                  <c:v>141.93318716140197</c:v>
                </c:pt>
                <c:pt idx="1515">
                  <c:v>143.16245432704923</c:v>
                </c:pt>
                <c:pt idx="1516">
                  <c:v>140.27455972317611</c:v>
                </c:pt>
                <c:pt idx="1517">
                  <c:v>140.70335824306298</c:v>
                </c:pt>
                <c:pt idx="1518">
                  <c:v>143.02359361302473</c:v>
                </c:pt>
                <c:pt idx="1519">
                  <c:v>144.05306894885436</c:v>
                </c:pt>
                <c:pt idx="1520">
                  <c:v>146.00994876077061</c:v>
                </c:pt>
                <c:pt idx="1521">
                  <c:v>144.13087657210568</c:v>
                </c:pt>
                <c:pt idx="1522">
                  <c:v>147.21438200458567</c:v>
                </c:pt>
                <c:pt idx="1523">
                  <c:v>146.8688800155347</c:v>
                </c:pt>
                <c:pt idx="1524">
                  <c:v>148.43870043062799</c:v>
                </c:pt>
                <c:pt idx="1525">
                  <c:v>148.70866094186209</c:v>
                </c:pt>
                <c:pt idx="1526">
                  <c:v>149.33056713929335</c:v>
                </c:pt>
                <c:pt idx="1527">
                  <c:v>146.82215502370983</c:v>
                </c:pt>
                <c:pt idx="1528">
                  <c:v>148.4686981848771</c:v>
                </c:pt>
                <c:pt idx="1529">
                  <c:v>145.43257966349648</c:v>
                </c:pt>
                <c:pt idx="1530">
                  <c:v>149.4765121184488</c:v>
                </c:pt>
                <c:pt idx="1531">
                  <c:v>149.94204787202167</c:v>
                </c:pt>
                <c:pt idx="1532">
                  <c:v>149.75167923045859</c:v>
                </c:pt>
                <c:pt idx="1533">
                  <c:v>151.560904698147</c:v>
                </c:pt>
                <c:pt idx="1534">
                  <c:v>152.02814116720631</c:v>
                </c:pt>
                <c:pt idx="1535">
                  <c:v>152.13353643463867</c:v>
                </c:pt>
                <c:pt idx="1536">
                  <c:v>153.00660563963746</c:v>
                </c:pt>
                <c:pt idx="1537">
                  <c:v>155.12726358181146</c:v>
                </c:pt>
                <c:pt idx="1538">
                  <c:v>156.67797537833866</c:v>
                </c:pt>
                <c:pt idx="1539">
                  <c:v>156.73549184795428</c:v>
                </c:pt>
                <c:pt idx="1540">
                  <c:v>155.3710902318428</c:v>
                </c:pt>
                <c:pt idx="1541">
                  <c:v>155.26303758362624</c:v>
                </c:pt>
                <c:pt idx="1542">
                  <c:v>155.68005321523171</c:v>
                </c:pt>
                <c:pt idx="1543">
                  <c:v>156.92893314452596</c:v>
                </c:pt>
                <c:pt idx="1544">
                  <c:v>159.40812547526502</c:v>
                </c:pt>
                <c:pt idx="1545">
                  <c:v>160.68980831987662</c:v>
                </c:pt>
                <c:pt idx="1546">
                  <c:v>162.18465798855917</c:v>
                </c:pt>
                <c:pt idx="1547">
                  <c:v>158.38044344909144</c:v>
                </c:pt>
                <c:pt idx="1548">
                  <c:v>155.41635389798458</c:v>
                </c:pt>
                <c:pt idx="1549">
                  <c:v>155.88370895329425</c:v>
                </c:pt>
                <c:pt idx="1550">
                  <c:v>155.18968976409209</c:v>
                </c:pt>
                <c:pt idx="1551">
                  <c:v>153.92602958894713</c:v>
                </c:pt>
                <c:pt idx="1552">
                  <c:v>153.02695035759535</c:v>
                </c:pt>
                <c:pt idx="1553">
                  <c:v>155.04516250384057</c:v>
                </c:pt>
                <c:pt idx="1554">
                  <c:v>155.97360949173668</c:v>
                </c:pt>
                <c:pt idx="1555">
                  <c:v>156.9733791889887</c:v>
                </c:pt>
                <c:pt idx="1556">
                  <c:v>158.86291227737308</c:v>
                </c:pt>
                <c:pt idx="1557">
                  <c:v>160.37311537488236</c:v>
                </c:pt>
                <c:pt idx="1558">
                  <c:v>162.18200332175982</c:v>
                </c:pt>
                <c:pt idx="1559">
                  <c:v>164.09436677359204</c:v>
                </c:pt>
                <c:pt idx="1560">
                  <c:v>163.0440037818947</c:v>
                </c:pt>
                <c:pt idx="1561">
                  <c:v>163.47140185605008</c:v>
                </c:pt>
                <c:pt idx="1562">
                  <c:v>161.19737096486648</c:v>
                </c:pt>
                <c:pt idx="1563">
                  <c:v>159.15439412255049</c:v>
                </c:pt>
                <c:pt idx="1564">
                  <c:v>160.2449976191655</c:v>
                </c:pt>
                <c:pt idx="1565">
                  <c:v>160.58462094626805</c:v>
                </c:pt>
                <c:pt idx="1566">
                  <c:v>159.61430180296421</c:v>
                </c:pt>
                <c:pt idx="1567">
                  <c:v>161.01966373805016</c:v>
                </c:pt>
                <c:pt idx="1568">
                  <c:v>165.19936503222056</c:v>
                </c:pt>
                <c:pt idx="1569">
                  <c:v>164.20848022060954</c:v>
                </c:pt>
                <c:pt idx="1570">
                  <c:v>164.84038071331548</c:v>
                </c:pt>
                <c:pt idx="1571">
                  <c:v>163.35082801264733</c:v>
                </c:pt>
                <c:pt idx="1572">
                  <c:v>166.1529374752422</c:v>
                </c:pt>
                <c:pt idx="1573">
                  <c:v>166.54731966860675</c:v>
                </c:pt>
                <c:pt idx="1574">
                  <c:v>167.35739170018999</c:v>
                </c:pt>
                <c:pt idx="1575">
                  <c:v>167.58547588811138</c:v>
                </c:pt>
                <c:pt idx="1576">
                  <c:v>167.00707653118414</c:v>
                </c:pt>
                <c:pt idx="1577">
                  <c:v>167.51264548587184</c:v>
                </c:pt>
                <c:pt idx="1578">
                  <c:v>168.26183759054956</c:v>
                </c:pt>
                <c:pt idx="1579">
                  <c:v>168.60517290545707</c:v>
                </c:pt>
                <c:pt idx="1580">
                  <c:v>167.77301081385798</c:v>
                </c:pt>
                <c:pt idx="1581">
                  <c:v>170.94871136112445</c:v>
                </c:pt>
                <c:pt idx="1582">
                  <c:v>171.05384091506585</c:v>
                </c:pt>
                <c:pt idx="1583">
                  <c:v>170.78895648179744</c:v>
                </c:pt>
                <c:pt idx="1584">
                  <c:v>172.54317856236653</c:v>
                </c:pt>
                <c:pt idx="1585">
                  <c:v>173.33946282556036</c:v>
                </c:pt>
                <c:pt idx="1586">
                  <c:v>172.45684245073079</c:v>
                </c:pt>
                <c:pt idx="1587">
                  <c:v>172.95762445256727</c:v>
                </c:pt>
                <c:pt idx="1588">
                  <c:v>174.15446778903075</c:v>
                </c:pt>
                <c:pt idx="1589">
                  <c:v>174.25967727676044</c:v>
                </c:pt>
                <c:pt idx="1590">
                  <c:v>173.47810759057018</c:v>
                </c:pt>
                <c:pt idx="1591">
                  <c:v>175.12316948941353</c:v>
                </c:pt>
                <c:pt idx="1592">
                  <c:v>175.24774655397624</c:v>
                </c:pt>
                <c:pt idx="1593">
                  <c:v>175.50379565210091</c:v>
                </c:pt>
                <c:pt idx="1594">
                  <c:v>174.27264865839237</c:v>
                </c:pt>
                <c:pt idx="1595">
                  <c:v>170.80813542125324</c:v>
                </c:pt>
                <c:pt idx="1596">
                  <c:v>171.97300186112088</c:v>
                </c:pt>
                <c:pt idx="1597">
                  <c:v>174.36899204013565</c:v>
                </c:pt>
                <c:pt idx="1598">
                  <c:v>174.53010450905728</c:v>
                </c:pt>
                <c:pt idx="1599">
                  <c:v>171.72297972043108</c:v>
                </c:pt>
                <c:pt idx="1600">
                  <c:v>167.64567890878834</c:v>
                </c:pt>
                <c:pt idx="1601">
                  <c:v>169.92521226440519</c:v>
                </c:pt>
                <c:pt idx="1602">
                  <c:v>172.08663262166624</c:v>
                </c:pt>
                <c:pt idx="1603">
                  <c:v>171.76730379354612</c:v>
                </c:pt>
                <c:pt idx="1604">
                  <c:v>171.78869015817352</c:v>
                </c:pt>
                <c:pt idx="1605">
                  <c:v>171.66403428348795</c:v>
                </c:pt>
                <c:pt idx="1606">
                  <c:v>174.08813671084056</c:v>
                </c:pt>
                <c:pt idx="1607">
                  <c:v>173.55873982789743</c:v>
                </c:pt>
                <c:pt idx="1608">
                  <c:v>176.02425361816708</c:v>
                </c:pt>
                <c:pt idx="1609">
                  <c:v>176.42465391121479</c:v>
                </c:pt>
                <c:pt idx="1610">
                  <c:v>176.86649492053888</c:v>
                </c:pt>
                <c:pt idx="1611">
                  <c:v>175.94516726495152</c:v>
                </c:pt>
                <c:pt idx="1612">
                  <c:v>176.93529230018356</c:v>
                </c:pt>
                <c:pt idx="1613">
                  <c:v>180.76155329207393</c:v>
                </c:pt>
                <c:pt idx="1614">
                  <c:v>183.37378196633267</c:v>
                </c:pt>
                <c:pt idx="1615">
                  <c:v>182.02742402304398</c:v>
                </c:pt>
                <c:pt idx="1616">
                  <c:v>181.82162167763755</c:v>
                </c:pt>
                <c:pt idx="1617">
                  <c:v>182.98081407978489</c:v>
                </c:pt>
                <c:pt idx="1618">
                  <c:v>184.48860225760748</c:v>
                </c:pt>
                <c:pt idx="1619">
                  <c:v>185.00528291670167</c:v>
                </c:pt>
                <c:pt idx="1620">
                  <c:v>185.99934772921546</c:v>
                </c:pt>
                <c:pt idx="1621">
                  <c:v>185.62166256970306</c:v>
                </c:pt>
                <c:pt idx="1622">
                  <c:v>186.85057359950184</c:v>
                </c:pt>
                <c:pt idx="1623">
                  <c:v>185.32558869098307</c:v>
                </c:pt>
                <c:pt idx="1624">
                  <c:v>183.3376769611736</c:v>
                </c:pt>
                <c:pt idx="1625">
                  <c:v>183.40373170748947</c:v>
                </c:pt>
                <c:pt idx="1626">
                  <c:v>180.01015737813921</c:v>
                </c:pt>
                <c:pt idx="1627">
                  <c:v>184.07685821425426</c:v>
                </c:pt>
                <c:pt idx="1628">
                  <c:v>184.30033720541147</c:v>
                </c:pt>
                <c:pt idx="1629">
                  <c:v>184.20303755592241</c:v>
                </c:pt>
                <c:pt idx="1630">
                  <c:v>183.21304534415921</c:v>
                </c:pt>
                <c:pt idx="1631">
                  <c:v>184.4084220975991</c:v>
                </c:pt>
                <c:pt idx="1632">
                  <c:v>184.07252019916373</c:v>
                </c:pt>
                <c:pt idx="1633">
                  <c:v>184.13983466442946</c:v>
                </c:pt>
                <c:pt idx="1634">
                  <c:v>182.35544024535</c:v>
                </c:pt>
                <c:pt idx="1635">
                  <c:v>183.22509485201149</c:v>
                </c:pt>
                <c:pt idx="1636">
                  <c:v>183.73418208513561</c:v>
                </c:pt>
                <c:pt idx="1637">
                  <c:v>184.68738420833404</c:v>
                </c:pt>
                <c:pt idx="1638">
                  <c:v>184.81130583203205</c:v>
                </c:pt>
                <c:pt idx="1639">
                  <c:v>184.39733596942114</c:v>
                </c:pt>
                <c:pt idx="1640">
                  <c:v>187.4179988714582</c:v>
                </c:pt>
                <c:pt idx="1641">
                  <c:v>189.18437600796926</c:v>
                </c:pt>
                <c:pt idx="1642">
                  <c:v>186.57725675724288</c:v>
                </c:pt>
                <c:pt idx="1643">
                  <c:v>188.21942916101762</c:v>
                </c:pt>
                <c:pt idx="1644">
                  <c:v>188.30994422682664</c:v>
                </c:pt>
                <c:pt idx="1645">
                  <c:v>188.61448271167893</c:v>
                </c:pt>
                <c:pt idx="1646">
                  <c:v>183.67396509506338</c:v>
                </c:pt>
                <c:pt idx="1647">
                  <c:v>189.16411767740084</c:v>
                </c:pt>
                <c:pt idx="1648">
                  <c:v>189.38539313838172</c:v>
                </c:pt>
                <c:pt idx="1649">
                  <c:v>188.90333608542514</c:v>
                </c:pt>
                <c:pt idx="1650">
                  <c:v>189.84772827412087</c:v>
                </c:pt>
                <c:pt idx="1651">
                  <c:v>190.45447914586185</c:v>
                </c:pt>
                <c:pt idx="1652">
                  <c:v>191.91022662531651</c:v>
                </c:pt>
                <c:pt idx="1653">
                  <c:v>190.36702931768534</c:v>
                </c:pt>
                <c:pt idx="1654">
                  <c:v>190.96577801757789</c:v>
                </c:pt>
                <c:pt idx="1655">
                  <c:v>191.60619219031929</c:v>
                </c:pt>
                <c:pt idx="1656">
                  <c:v>191.02105893277238</c:v>
                </c:pt>
                <c:pt idx="1657">
                  <c:v>192.46787537529224</c:v>
                </c:pt>
                <c:pt idx="1658">
                  <c:v>191.25342784658713</c:v>
                </c:pt>
                <c:pt idx="1659">
                  <c:v>193.92240587407417</c:v>
                </c:pt>
                <c:pt idx="1660">
                  <c:v>192.33568467409452</c:v>
                </c:pt>
                <c:pt idx="1661">
                  <c:v>191.36431258356217</c:v>
                </c:pt>
                <c:pt idx="1662">
                  <c:v>189.80172085900628</c:v>
                </c:pt>
                <c:pt idx="1663">
                  <c:v>190.1345879081108</c:v>
                </c:pt>
                <c:pt idx="1664">
                  <c:v>190.48382389939255</c:v>
                </c:pt>
                <c:pt idx="1665">
                  <c:v>192.18503103524918</c:v>
                </c:pt>
                <c:pt idx="1666">
                  <c:v>192.17710290385872</c:v>
                </c:pt>
                <c:pt idx="1667">
                  <c:v>191.73838258914654</c:v>
                </c:pt>
                <c:pt idx="1668">
                  <c:v>189.61024340421721</c:v>
                </c:pt>
                <c:pt idx="1669">
                  <c:v>190.11944645313417</c:v>
                </c:pt>
                <c:pt idx="1670">
                  <c:v>190.94106709652974</c:v>
                </c:pt>
                <c:pt idx="1671">
                  <c:v>190.27323453485991</c:v>
                </c:pt>
                <c:pt idx="1672">
                  <c:v>189.74558996097758</c:v>
                </c:pt>
                <c:pt idx="1673">
                  <c:v>190.1127094959879</c:v>
                </c:pt>
                <c:pt idx="1674">
                  <c:v>189.51054170644451</c:v>
                </c:pt>
                <c:pt idx="1675">
                  <c:v>191.65266061992693</c:v>
                </c:pt>
                <c:pt idx="1676">
                  <c:v>193.30241734845575</c:v>
                </c:pt>
                <c:pt idx="1677">
                  <c:v>194.83625488114598</c:v>
                </c:pt>
                <c:pt idx="1678">
                  <c:v>197.48790226441821</c:v>
                </c:pt>
                <c:pt idx="1679">
                  <c:v>198.24449672433795</c:v>
                </c:pt>
                <c:pt idx="1680">
                  <c:v>197.90003490104371</c:v>
                </c:pt>
                <c:pt idx="1681">
                  <c:v>195.81390370471229</c:v>
                </c:pt>
                <c:pt idx="1682">
                  <c:v>196.79674233782467</c:v>
                </c:pt>
                <c:pt idx="1683">
                  <c:v>193.82464156093445</c:v>
                </c:pt>
                <c:pt idx="1684">
                  <c:v>192.1310037976998</c:v>
                </c:pt>
                <c:pt idx="1685">
                  <c:v>194.04859137692148</c:v>
                </c:pt>
                <c:pt idx="1686">
                  <c:v>192.97956733170349</c:v>
                </c:pt>
                <c:pt idx="1687">
                  <c:v>193.5983220422759</c:v>
                </c:pt>
                <c:pt idx="1688">
                  <c:v>194.25040046845317</c:v>
                </c:pt>
                <c:pt idx="1689">
                  <c:v>191.78095111835117</c:v>
                </c:pt>
                <c:pt idx="1690">
                  <c:v>190.35147162179084</c:v>
                </c:pt>
                <c:pt idx="1691">
                  <c:v>190.1565874043383</c:v>
                </c:pt>
                <c:pt idx="1692">
                  <c:v>191.58181757774338</c:v>
                </c:pt>
                <c:pt idx="1693">
                  <c:v>190.92262947415128</c:v>
                </c:pt>
                <c:pt idx="1694">
                  <c:v>188.20022219823588</c:v>
                </c:pt>
                <c:pt idx="1695">
                  <c:v>186.43846987695341</c:v>
                </c:pt>
                <c:pt idx="1696">
                  <c:v>185.46594665648897</c:v>
                </c:pt>
                <c:pt idx="1697">
                  <c:v>187.30628578775895</c:v>
                </c:pt>
                <c:pt idx="1698">
                  <c:v>184.14919446895235</c:v>
                </c:pt>
                <c:pt idx="1699">
                  <c:v>186.80942254472177</c:v>
                </c:pt>
                <c:pt idx="1700">
                  <c:v>186.64310775205999</c:v>
                </c:pt>
                <c:pt idx="1701">
                  <c:v>184.32170733051623</c:v>
                </c:pt>
                <c:pt idx="1702">
                  <c:v>185.82762316912678</c:v>
                </c:pt>
                <c:pt idx="1703">
                  <c:v>186.57278914811621</c:v>
                </c:pt>
                <c:pt idx="1704">
                  <c:v>184.7860608963459</c:v>
                </c:pt>
                <c:pt idx="1705">
                  <c:v>185.24199658818418</c:v>
                </c:pt>
                <c:pt idx="1706">
                  <c:v>187.53050359026187</c:v>
                </c:pt>
                <c:pt idx="1707">
                  <c:v>188.71375401449464</c:v>
                </c:pt>
                <c:pt idx="1708">
                  <c:v>191.7463593752598</c:v>
                </c:pt>
                <c:pt idx="1709">
                  <c:v>192.30419998963578</c:v>
                </c:pt>
                <c:pt idx="1710">
                  <c:v>193.27982466823306</c:v>
                </c:pt>
                <c:pt idx="1711">
                  <c:v>193.77806109671613</c:v>
                </c:pt>
                <c:pt idx="1712">
                  <c:v>196.74990973278338</c:v>
                </c:pt>
                <c:pt idx="1713">
                  <c:v>196.53894954111317</c:v>
                </c:pt>
                <c:pt idx="1714">
                  <c:v>196.39383310409363</c:v>
                </c:pt>
                <c:pt idx="1715">
                  <c:v>197.36436739821775</c:v>
                </c:pt>
                <c:pt idx="1716">
                  <c:v>197.55670691469851</c:v>
                </c:pt>
                <c:pt idx="1717">
                  <c:v>196.95392106913653</c:v>
                </c:pt>
                <c:pt idx="1718">
                  <c:v>199.35528383442912</c:v>
                </c:pt>
                <c:pt idx="1719">
                  <c:v>195.69538957109611</c:v>
                </c:pt>
                <c:pt idx="1720">
                  <c:v>196.91142832561735</c:v>
                </c:pt>
                <c:pt idx="1721">
                  <c:v>198.87901549710381</c:v>
                </c:pt>
                <c:pt idx="1722">
                  <c:v>200.84785154118381</c:v>
                </c:pt>
                <c:pt idx="1723">
                  <c:v>198.11965405772824</c:v>
                </c:pt>
                <c:pt idx="1724">
                  <c:v>200.51067828612145</c:v>
                </c:pt>
                <c:pt idx="1725">
                  <c:v>199.57943390729574</c:v>
                </c:pt>
                <c:pt idx="1726">
                  <c:v>200.22381398393571</c:v>
                </c:pt>
                <c:pt idx="1727">
                  <c:v>200.78102700840188</c:v>
                </c:pt>
                <c:pt idx="1728">
                  <c:v>200.58077289770881</c:v>
                </c:pt>
                <c:pt idx="1729">
                  <c:v>200.63937613476875</c:v>
                </c:pt>
                <c:pt idx="1730">
                  <c:v>200.16376591711088</c:v>
                </c:pt>
                <c:pt idx="1731">
                  <c:v>199.25022527383138</c:v>
                </c:pt>
                <c:pt idx="1732">
                  <c:v>200.11028183567913</c:v>
                </c:pt>
                <c:pt idx="1733">
                  <c:v>199.63000309221459</c:v>
                </c:pt>
                <c:pt idx="1734">
                  <c:v>197.57887944679098</c:v>
                </c:pt>
                <c:pt idx="1735">
                  <c:v>196.37276544701203</c:v>
                </c:pt>
                <c:pt idx="1736">
                  <c:v>199.29318056924203</c:v>
                </c:pt>
                <c:pt idx="1737">
                  <c:v>201.20535276818757</c:v>
                </c:pt>
                <c:pt idx="1738">
                  <c:v>194.24866897208543</c:v>
                </c:pt>
                <c:pt idx="1739">
                  <c:v>195.63550991960454</c:v>
                </c:pt>
                <c:pt idx="1740">
                  <c:v>190.41944241133072</c:v>
                </c:pt>
                <c:pt idx="1741">
                  <c:v>187.74299378767174</c:v>
                </c:pt>
                <c:pt idx="1742">
                  <c:v>193.02907881514287</c:v>
                </c:pt>
                <c:pt idx="1743">
                  <c:v>191.91539490233072</c:v>
                </c:pt>
                <c:pt idx="1744">
                  <c:v>195.64209678485614</c:v>
                </c:pt>
                <c:pt idx="1745">
                  <c:v>198.99613269783029</c:v>
                </c:pt>
                <c:pt idx="1746">
                  <c:v>200.4478156917381</c:v>
                </c:pt>
                <c:pt idx="1747">
                  <c:v>197.3286594626264</c:v>
                </c:pt>
                <c:pt idx="1748">
                  <c:v>196.6736217890053</c:v>
                </c:pt>
                <c:pt idx="1749">
                  <c:v>198.39526637830568</c:v>
                </c:pt>
                <c:pt idx="1750">
                  <c:v>195.96588881876136</c:v>
                </c:pt>
                <c:pt idx="1751">
                  <c:v>198.73164250404994</c:v>
                </c:pt>
                <c:pt idx="1752">
                  <c:v>200.06174974378379</c:v>
                </c:pt>
                <c:pt idx="1753">
                  <c:v>198.85136577828578</c:v>
                </c:pt>
                <c:pt idx="1754">
                  <c:v>195.70524795261844</c:v>
                </c:pt>
                <c:pt idx="1755">
                  <c:v>199.23540988926644</c:v>
                </c:pt>
                <c:pt idx="1756">
                  <c:v>200.82353401179745</c:v>
                </c:pt>
                <c:pt idx="1757">
                  <c:v>200.46803716462193</c:v>
                </c:pt>
                <c:pt idx="1758">
                  <c:v>204.47940147808063</c:v>
                </c:pt>
                <c:pt idx="1759">
                  <c:v>205.2615478085782</c:v>
                </c:pt>
                <c:pt idx="1760">
                  <c:v>206.69280623168595</c:v>
                </c:pt>
                <c:pt idx="1761">
                  <c:v>207.8846367040307</c:v>
                </c:pt>
                <c:pt idx="1762">
                  <c:v>207.83975631440603</c:v>
                </c:pt>
                <c:pt idx="1763">
                  <c:v>206.7476000258911</c:v>
                </c:pt>
                <c:pt idx="1764">
                  <c:v>207.86491565932687</c:v>
                </c:pt>
                <c:pt idx="1765">
                  <c:v>202.96772888694724</c:v>
                </c:pt>
                <c:pt idx="1766">
                  <c:v>203.22252619460895</c:v>
                </c:pt>
                <c:pt idx="1767">
                  <c:v>202.4772334659753</c:v>
                </c:pt>
                <c:pt idx="1768">
                  <c:v>201.3251975337235</c:v>
                </c:pt>
                <c:pt idx="1769">
                  <c:v>200.47996865515225</c:v>
                </c:pt>
                <c:pt idx="1770">
                  <c:v>200.72430164935838</c:v>
                </c:pt>
                <c:pt idx="1771">
                  <c:v>201.11678278354466</c:v>
                </c:pt>
                <c:pt idx="1772">
                  <c:v>199.0285953266424</c:v>
                </c:pt>
                <c:pt idx="1773">
                  <c:v>197.35805424005591</c:v>
                </c:pt>
                <c:pt idx="1774">
                  <c:v>194.07064451837229</c:v>
                </c:pt>
                <c:pt idx="1775">
                  <c:v>194.02711883247804</c:v>
                </c:pt>
                <c:pt idx="1776">
                  <c:v>195.76753967078938</c:v>
                </c:pt>
                <c:pt idx="1777">
                  <c:v>194.60753609870974</c:v>
                </c:pt>
                <c:pt idx="1778">
                  <c:v>193.90879170122318</c:v>
                </c:pt>
                <c:pt idx="1779">
                  <c:v>190.98703126560878</c:v>
                </c:pt>
                <c:pt idx="1780">
                  <c:v>188.63746224626587</c:v>
                </c:pt>
                <c:pt idx="1781">
                  <c:v>193.51781082024303</c:v>
                </c:pt>
                <c:pt idx="1782">
                  <c:v>196.93825214118567</c:v>
                </c:pt>
                <c:pt idx="1783">
                  <c:v>194.90629255360133</c:v>
                </c:pt>
                <c:pt idx="1784">
                  <c:v>197.05000689064008</c:v>
                </c:pt>
                <c:pt idx="1785">
                  <c:v>194.12228837325924</c:v>
                </c:pt>
                <c:pt idx="1786">
                  <c:v>190.98947072479274</c:v>
                </c:pt>
                <c:pt idx="1787">
                  <c:v>191.81043146001986</c:v>
                </c:pt>
                <c:pt idx="1788">
                  <c:v>190.29189086519077</c:v>
                </c:pt>
                <c:pt idx="1789">
                  <c:v>194.50631287169134</c:v>
                </c:pt>
                <c:pt idx="1790">
                  <c:v>190.1992813758437</c:v>
                </c:pt>
                <c:pt idx="1791">
                  <c:v>187.542195233694</c:v>
                </c:pt>
                <c:pt idx="1792">
                  <c:v>185.38923712338311</c:v>
                </c:pt>
                <c:pt idx="1793">
                  <c:v>186.95242662938463</c:v>
                </c:pt>
                <c:pt idx="1794">
                  <c:v>189.03387133876905</c:v>
                </c:pt>
                <c:pt idx="1795">
                  <c:v>187.40439612590248</c:v>
                </c:pt>
                <c:pt idx="1796">
                  <c:v>187.32362897549987</c:v>
                </c:pt>
                <c:pt idx="1797">
                  <c:v>186.57611803030974</c:v>
                </c:pt>
                <c:pt idx="1798">
                  <c:v>183.06901751933862</c:v>
                </c:pt>
                <c:pt idx="1799">
                  <c:v>185.30180322372397</c:v>
                </c:pt>
                <c:pt idx="1800">
                  <c:v>190.80498836831558</c:v>
                </c:pt>
                <c:pt idx="1801">
                  <c:v>187.75516152370832</c:v>
                </c:pt>
                <c:pt idx="1802">
                  <c:v>186.54729259379459</c:v>
                </c:pt>
                <c:pt idx="1803">
                  <c:v>190.66010560734978</c:v>
                </c:pt>
                <c:pt idx="1804">
                  <c:v>192.00455453356039</c:v>
                </c:pt>
                <c:pt idx="1805">
                  <c:v>191.49099972634471</c:v>
                </c:pt>
                <c:pt idx="1806">
                  <c:v>187.49233114279022</c:v>
                </c:pt>
                <c:pt idx="1807">
                  <c:v>187.80286829984365</c:v>
                </c:pt>
                <c:pt idx="1808">
                  <c:v>190.44838690105558</c:v>
                </c:pt>
                <c:pt idx="1809">
                  <c:v>191.54286335826734</c:v>
                </c:pt>
                <c:pt idx="1810">
                  <c:v>190.71198972105609</c:v>
                </c:pt>
                <c:pt idx="1811">
                  <c:v>189.7063839606048</c:v>
                </c:pt>
                <c:pt idx="1812">
                  <c:v>190.81415477916278</c:v>
                </c:pt>
                <c:pt idx="1813">
                  <c:v>193.45546119323257</c:v>
                </c:pt>
                <c:pt idx="1814">
                  <c:v>195.91473884062879</c:v>
                </c:pt>
                <c:pt idx="1815">
                  <c:v>196.68168016755996</c:v>
                </c:pt>
                <c:pt idx="1816">
                  <c:v>195.73072156966364</c:v>
                </c:pt>
                <c:pt idx="1817">
                  <c:v>197.17997558850487</c:v>
                </c:pt>
                <c:pt idx="1818">
                  <c:v>194.99062113805866</c:v>
                </c:pt>
                <c:pt idx="1819">
                  <c:v>196.40494652494289</c:v>
                </c:pt>
                <c:pt idx="1820">
                  <c:v>198.86334586475147</c:v>
                </c:pt>
                <c:pt idx="1821">
                  <c:v>200.55988589594972</c:v>
                </c:pt>
                <c:pt idx="1822">
                  <c:v>206.32137779697891</c:v>
                </c:pt>
                <c:pt idx="1823">
                  <c:v>204.85788506399959</c:v>
                </c:pt>
                <c:pt idx="1824">
                  <c:v>201.85173992027856</c:v>
                </c:pt>
                <c:pt idx="1825">
                  <c:v>205.61873082819454</c:v>
                </c:pt>
                <c:pt idx="1826">
                  <c:v>205.56015844207067</c:v>
                </c:pt>
                <c:pt idx="1827">
                  <c:v>204.38197053495495</c:v>
                </c:pt>
                <c:pt idx="1828">
                  <c:v>206.18288013627716</c:v>
                </c:pt>
                <c:pt idx="1829">
                  <c:v>203.93947810519654</c:v>
                </c:pt>
                <c:pt idx="1830">
                  <c:v>204.5930305667859</c:v>
                </c:pt>
                <c:pt idx="1831">
                  <c:v>202.6397592827476</c:v>
                </c:pt>
                <c:pt idx="1832">
                  <c:v>201.89726325788342</c:v>
                </c:pt>
                <c:pt idx="1833">
                  <c:v>202.75285687859247</c:v>
                </c:pt>
                <c:pt idx="1834">
                  <c:v>201.31138838042142</c:v>
                </c:pt>
                <c:pt idx="1835">
                  <c:v>201.3670458561931</c:v>
                </c:pt>
                <c:pt idx="1836">
                  <c:v>204.91270092374378</c:v>
                </c:pt>
                <c:pt idx="1837">
                  <c:v>207.75904568787823</c:v>
                </c:pt>
                <c:pt idx="1838">
                  <c:v>205.83380114640502</c:v>
                </c:pt>
                <c:pt idx="1839">
                  <c:v>201.58209570634642</c:v>
                </c:pt>
                <c:pt idx="1840">
                  <c:v>201.228509760218</c:v>
                </c:pt>
                <c:pt idx="1841">
                  <c:v>198.71867052288331</c:v>
                </c:pt>
                <c:pt idx="1842">
                  <c:v>197.33985963542816</c:v>
                </c:pt>
                <c:pt idx="1843">
                  <c:v>200.88807726550147</c:v>
                </c:pt>
                <c:pt idx="1844">
                  <c:v>191.52903449449235</c:v>
                </c:pt>
                <c:pt idx="1845">
                  <c:v>188.12945900275554</c:v>
                </c:pt>
                <c:pt idx="1846">
                  <c:v>190.87894716566595</c:v>
                </c:pt>
                <c:pt idx="1847">
                  <c:v>192.64644905660168</c:v>
                </c:pt>
                <c:pt idx="1848">
                  <c:v>188.14650579755434</c:v>
                </c:pt>
                <c:pt idx="1849">
                  <c:v>186.27884461629574</c:v>
                </c:pt>
                <c:pt idx="1850">
                  <c:v>179.4572985339062</c:v>
                </c:pt>
                <c:pt idx="1851">
                  <c:v>174.36760630528806</c:v>
                </c:pt>
                <c:pt idx="1852">
                  <c:v>173.62056500964096</c:v>
                </c:pt>
                <c:pt idx="1853">
                  <c:v>175.04362343984877</c:v>
                </c:pt>
                <c:pt idx="1854">
                  <c:v>179.73165797844575</c:v>
                </c:pt>
                <c:pt idx="1855">
                  <c:v>178.90032679260392</c:v>
                </c:pt>
                <c:pt idx="1856">
                  <c:v>181.49822942688937</c:v>
                </c:pt>
                <c:pt idx="1857">
                  <c:v>176.51424823295127</c:v>
                </c:pt>
                <c:pt idx="1858">
                  <c:v>176.2615935844627</c:v>
                </c:pt>
                <c:pt idx="1859">
                  <c:v>177.86310103120135</c:v>
                </c:pt>
                <c:pt idx="1860">
                  <c:v>178.44337210748046</c:v>
                </c:pt>
                <c:pt idx="1861">
                  <c:v>179.81172223265486</c:v>
                </c:pt>
                <c:pt idx="1862">
                  <c:v>181.45357130773692</c:v>
                </c:pt>
                <c:pt idx="1863">
                  <c:v>181.56362682717727</c:v>
                </c:pt>
                <c:pt idx="1864">
                  <c:v>186.05485082282934</c:v>
                </c:pt>
                <c:pt idx="1865">
                  <c:v>184.3148909938925</c:v>
                </c:pt>
                <c:pt idx="1866">
                  <c:v>181.65038334162315</c:v>
                </c:pt>
                <c:pt idx="1867">
                  <c:v>184.79304506725794</c:v>
                </c:pt>
                <c:pt idx="1868">
                  <c:v>182.48313530768965</c:v>
                </c:pt>
                <c:pt idx="1869">
                  <c:v>182.03550330272671</c:v>
                </c:pt>
                <c:pt idx="1870">
                  <c:v>184.5112832625552</c:v>
                </c:pt>
                <c:pt idx="1871">
                  <c:v>179.08424873166797</c:v>
                </c:pt>
                <c:pt idx="1872">
                  <c:v>174.7484153179451</c:v>
                </c:pt>
                <c:pt idx="1873">
                  <c:v>170.98017901199273</c:v>
                </c:pt>
                <c:pt idx="1874">
                  <c:v>162.04782197073297</c:v>
                </c:pt>
                <c:pt idx="1875">
                  <c:v>161.43008293954205</c:v>
                </c:pt>
                <c:pt idx="1876">
                  <c:v>165.7268048842885</c:v>
                </c:pt>
                <c:pt idx="1877">
                  <c:v>161.5028730887841</c:v>
                </c:pt>
                <c:pt idx="1878">
                  <c:v>162.45350189921379</c:v>
                </c:pt>
                <c:pt idx="1879">
                  <c:v>164.56773059508467</c:v>
                </c:pt>
                <c:pt idx="1880">
                  <c:v>167.29169879618945</c:v>
                </c:pt>
                <c:pt idx="1881">
                  <c:v>170.26402168218536</c:v>
                </c:pt>
                <c:pt idx="1882">
                  <c:v>174.19744239933533</c:v>
                </c:pt>
                <c:pt idx="1883">
                  <c:v>173.8181210331044</c:v>
                </c:pt>
                <c:pt idx="1884">
                  <c:v>172.02038238813049</c:v>
                </c:pt>
                <c:pt idx="1885">
                  <c:v>171.36790843454261</c:v>
                </c:pt>
                <c:pt idx="1886">
                  <c:v>170.65518857827269</c:v>
                </c:pt>
                <c:pt idx="1887">
                  <c:v>173.8316668883817</c:v>
                </c:pt>
                <c:pt idx="1888">
                  <c:v>173.23144563565816</c:v>
                </c:pt>
                <c:pt idx="1889">
                  <c:v>172.38435774013453</c:v>
                </c:pt>
                <c:pt idx="1890">
                  <c:v>172.61081396982885</c:v>
                </c:pt>
                <c:pt idx="1891">
                  <c:v>172.10175408510415</c:v>
                </c:pt>
                <c:pt idx="1892">
                  <c:v>172.39469263886173</c:v>
                </c:pt>
                <c:pt idx="1893">
                  <c:v>172.19173637707209</c:v>
                </c:pt>
                <c:pt idx="1894">
                  <c:v>170.28711830799392</c:v>
                </c:pt>
                <c:pt idx="1895">
                  <c:v>168.51101784795685</c:v>
                </c:pt>
                <c:pt idx="1896">
                  <c:v>171.82792819009697</c:v>
                </c:pt>
                <c:pt idx="1897">
                  <c:v>170.44636992951393</c:v>
                </c:pt>
                <c:pt idx="1898">
                  <c:v>175.18269193980933</c:v>
                </c:pt>
                <c:pt idx="1899">
                  <c:v>174.64093137370716</c:v>
                </c:pt>
                <c:pt idx="1900">
                  <c:v>175.98071479597925</c:v>
                </c:pt>
                <c:pt idx="1901">
                  <c:v>177.85849672448947</c:v>
                </c:pt>
                <c:pt idx="1902">
                  <c:v>178.8502478793784</c:v>
                </c:pt>
                <c:pt idx="1903">
                  <c:v>179.05499329196033</c:v>
                </c:pt>
                <c:pt idx="1904">
                  <c:v>179.27025837240438</c:v>
                </c:pt>
                <c:pt idx="1905">
                  <c:v>184.91434642273879</c:v>
                </c:pt>
                <c:pt idx="1906">
                  <c:v>185.42824367251688</c:v>
                </c:pt>
                <c:pt idx="1907">
                  <c:v>183.97616523966204</c:v>
                </c:pt>
                <c:pt idx="1908">
                  <c:v>180.60192741346651</c:v>
                </c:pt>
                <c:pt idx="1909">
                  <c:v>180.92966492720842</c:v>
                </c:pt>
                <c:pt idx="1910">
                  <c:v>179.96954161329342</c:v>
                </c:pt>
                <c:pt idx="1911">
                  <c:v>179.60910525033341</c:v>
                </c:pt>
                <c:pt idx="1912">
                  <c:v>180.99159615266012</c:v>
                </c:pt>
                <c:pt idx="1913">
                  <c:v>182.37200701892505</c:v>
                </c:pt>
                <c:pt idx="1914">
                  <c:v>185.04806137557952</c:v>
                </c:pt>
                <c:pt idx="1915">
                  <c:v>184.05933285272505</c:v>
                </c:pt>
                <c:pt idx="1916">
                  <c:v>187.36169704230434</c:v>
                </c:pt>
                <c:pt idx="1917">
                  <c:v>186.64823612561071</c:v>
                </c:pt>
                <c:pt idx="1918">
                  <c:v>185.53803030130555</c:v>
                </c:pt>
                <c:pt idx="1919">
                  <c:v>185.0800087938851</c:v>
                </c:pt>
                <c:pt idx="1920">
                  <c:v>183.15022168007846</c:v>
                </c:pt>
                <c:pt idx="1921">
                  <c:v>181.47300181690036</c:v>
                </c:pt>
                <c:pt idx="1922">
                  <c:v>178.03122967866997</c:v>
                </c:pt>
                <c:pt idx="1923">
                  <c:v>175.45788153887707</c:v>
                </c:pt>
                <c:pt idx="1924">
                  <c:v>176.25459817806473</c:v>
                </c:pt>
                <c:pt idx="1925">
                  <c:v>179.11296376021812</c:v>
                </c:pt>
                <c:pt idx="1926">
                  <c:v>174.67662556229433</c:v>
                </c:pt>
                <c:pt idx="1927">
                  <c:v>173.58233886337035</c:v>
                </c:pt>
                <c:pt idx="1928">
                  <c:v>171.44531090194332</c:v>
                </c:pt>
                <c:pt idx="1929">
                  <c:v>171.14933692085356</c:v>
                </c:pt>
                <c:pt idx="1930">
                  <c:v>171.10186653701066</c:v>
                </c:pt>
                <c:pt idx="1931">
                  <c:v>168.39869549977266</c:v>
                </c:pt>
                <c:pt idx="1932">
                  <c:v>169.85862842416677</c:v>
                </c:pt>
                <c:pt idx="1933">
                  <c:v>173.35664455675737</c:v>
                </c:pt>
                <c:pt idx="1934">
                  <c:v>172.60922486983151</c:v>
                </c:pt>
                <c:pt idx="1935">
                  <c:v>174.82023095686637</c:v>
                </c:pt>
                <c:pt idx="1936">
                  <c:v>176.74007683319456</c:v>
                </c:pt>
                <c:pt idx="1937">
                  <c:v>170.10623029160328</c:v>
                </c:pt>
                <c:pt idx="1938">
                  <c:v>167.59278576052225</c:v>
                </c:pt>
                <c:pt idx="1939">
                  <c:v>163.86901961006274</c:v>
                </c:pt>
                <c:pt idx="1940">
                  <c:v>163.58092914660969</c:v>
                </c:pt>
                <c:pt idx="1941">
                  <c:v>162.84924666024648</c:v>
                </c:pt>
                <c:pt idx="1942">
                  <c:v>159.27509832735521</c:v>
                </c:pt>
                <c:pt idx="1943">
                  <c:v>156.62194466946744</c:v>
                </c:pt>
                <c:pt idx="1944">
                  <c:v>154.74367414197619</c:v>
                </c:pt>
                <c:pt idx="1945">
                  <c:v>151.96634345096462</c:v>
                </c:pt>
                <c:pt idx="1946">
                  <c:v>147.67945042417503</c:v>
                </c:pt>
                <c:pt idx="1947">
                  <c:v>145.45997522341332</c:v>
                </c:pt>
                <c:pt idx="1948">
                  <c:v>148.18113644831806</c:v>
                </c:pt>
                <c:pt idx="1949">
                  <c:v>143.29524515728144</c:v>
                </c:pt>
                <c:pt idx="1950">
                  <c:v>144.49617078019327</c:v>
                </c:pt>
                <c:pt idx="1951">
                  <c:v>147.20034913607401</c:v>
                </c:pt>
                <c:pt idx="1952">
                  <c:v>149.64627033483839</c:v>
                </c:pt>
                <c:pt idx="1953">
                  <c:v>147.09962255917492</c:v>
                </c:pt>
                <c:pt idx="1954">
                  <c:v>142.3651953928638</c:v>
                </c:pt>
                <c:pt idx="1955">
                  <c:v>139.29940682603967</c:v>
                </c:pt>
                <c:pt idx="1956">
                  <c:v>137.07690999026889</c:v>
                </c:pt>
                <c:pt idx="1957">
                  <c:v>138.41048791917419</c:v>
                </c:pt>
                <c:pt idx="1958">
                  <c:v>136.8785858461284</c:v>
                </c:pt>
                <c:pt idx="1959">
                  <c:v>139.59923090454186</c:v>
                </c:pt>
                <c:pt idx="1960">
                  <c:v>136.15882787648127</c:v>
                </c:pt>
                <c:pt idx="1961">
                  <c:v>141.67755302082699</c:v>
                </c:pt>
                <c:pt idx="1962">
                  <c:v>143.44659264506754</c:v>
                </c:pt>
                <c:pt idx="1963">
                  <c:v>139.86808297937696</c:v>
                </c:pt>
                <c:pt idx="1964">
                  <c:v>139.75315148188065</c:v>
                </c:pt>
                <c:pt idx="1965">
                  <c:v>140.26553181537011</c:v>
                </c:pt>
                <c:pt idx="1966">
                  <c:v>140.64005238217288</c:v>
                </c:pt>
                <c:pt idx="1967">
                  <c:v>146.72205104865608</c:v>
                </c:pt>
                <c:pt idx="1968">
                  <c:v>146.94362809410663</c:v>
                </c:pt>
                <c:pt idx="1969">
                  <c:v>146.86044493321765</c:v>
                </c:pt>
                <c:pt idx="1970">
                  <c:v>150.10677095260252</c:v>
                </c:pt>
                <c:pt idx="1971">
                  <c:v>149.26479032288589</c:v>
                </c:pt>
                <c:pt idx="1972">
                  <c:v>148.77058648791987</c:v>
                </c:pt>
                <c:pt idx="1973">
                  <c:v>145.20262692008504</c:v>
                </c:pt>
                <c:pt idx="1974">
                  <c:v>145.02605172674816</c:v>
                </c:pt>
                <c:pt idx="1975">
                  <c:v>149.12441104583385</c:v>
                </c:pt>
                <c:pt idx="1976">
                  <c:v>150.32793807904005</c:v>
                </c:pt>
                <c:pt idx="1977">
                  <c:v>153.4615905302596</c:v>
                </c:pt>
                <c:pt idx="1978">
                  <c:v>152.01934184766955</c:v>
                </c:pt>
                <c:pt idx="1979">
                  <c:v>163.65713904895406</c:v>
                </c:pt>
                <c:pt idx="1980">
                  <c:v>164.65565141598017</c:v>
                </c:pt>
                <c:pt idx="1981">
                  <c:v>160.43468141533987</c:v>
                </c:pt>
                <c:pt idx="1982">
                  <c:v>161.87747055079009</c:v>
                </c:pt>
                <c:pt idx="1983">
                  <c:v>159.81024234451101</c:v>
                </c:pt>
                <c:pt idx="1984">
                  <c:v>158.30536754372241</c:v>
                </c:pt>
                <c:pt idx="1985">
                  <c:v>160.31456468384391</c:v>
                </c:pt>
                <c:pt idx="1986">
                  <c:v>161.06579985511345</c:v>
                </c:pt>
                <c:pt idx="1987">
                  <c:v>162.09802676872815</c:v>
                </c:pt>
                <c:pt idx="1988">
                  <c:v>162.58738896978235</c:v>
                </c:pt>
                <c:pt idx="1989">
                  <c:v>163.73967524510937</c:v>
                </c:pt>
                <c:pt idx="1990">
                  <c:v>157.87949304236503</c:v>
                </c:pt>
                <c:pt idx="1991">
                  <c:v>161.13505612517923</c:v>
                </c:pt>
                <c:pt idx="1992">
                  <c:v>165.38828990973127</c:v>
                </c:pt>
                <c:pt idx="1993">
                  <c:v>164.9483891416329</c:v>
                </c:pt>
                <c:pt idx="1994">
                  <c:v>164.59383770187458</c:v>
                </c:pt>
                <c:pt idx="1995">
                  <c:v>161.88863684838748</c:v>
                </c:pt>
                <c:pt idx="1996">
                  <c:v>160.70601518770044</c:v>
                </c:pt>
                <c:pt idx="1997">
                  <c:v>159.51989089831875</c:v>
                </c:pt>
                <c:pt idx="1998">
                  <c:v>160.76691151446812</c:v>
                </c:pt>
                <c:pt idx="1999">
                  <c:v>160.943455507892</c:v>
                </c:pt>
                <c:pt idx="2000">
                  <c:v>162.08974788640944</c:v>
                </c:pt>
                <c:pt idx="2001">
                  <c:v>165.33888472696137</c:v>
                </c:pt>
                <c:pt idx="2002">
                  <c:v>164.81722947511253</c:v>
                </c:pt>
                <c:pt idx="2003">
                  <c:v>163.04242506495672</c:v>
                </c:pt>
                <c:pt idx="2004">
                  <c:v>157.82249016388153</c:v>
                </c:pt>
                <c:pt idx="2005">
                  <c:v>156.63485437208251</c:v>
                </c:pt>
                <c:pt idx="2006">
                  <c:v>156.31783890581343</c:v>
                </c:pt>
                <c:pt idx="2007">
                  <c:v>158.18924551704873</c:v>
                </c:pt>
                <c:pt idx="2008">
                  <c:v>157.84700021243873</c:v>
                </c:pt>
                <c:pt idx="2009">
                  <c:v>159.23645725236523</c:v>
                </c:pt>
                <c:pt idx="2010">
                  <c:v>159.3575300796636</c:v>
                </c:pt>
                <c:pt idx="2011">
                  <c:v>156.66405504515438</c:v>
                </c:pt>
                <c:pt idx="2012">
                  <c:v>160.02977402732725</c:v>
                </c:pt>
                <c:pt idx="2013">
                  <c:v>158.57034001630143</c:v>
                </c:pt>
                <c:pt idx="2014">
                  <c:v>160.06645611226122</c:v>
                </c:pt>
                <c:pt idx="2015">
                  <c:v>164.22104258241325</c:v>
                </c:pt>
                <c:pt idx="2016">
                  <c:v>160.22740321195005</c:v>
                </c:pt>
                <c:pt idx="2017">
                  <c:v>164.45157100197747</c:v>
                </c:pt>
                <c:pt idx="2018">
                  <c:v>164.60717374035801</c:v>
                </c:pt>
                <c:pt idx="2019">
                  <c:v>164.81394277927208</c:v>
                </c:pt>
                <c:pt idx="2020">
                  <c:v>170.2969430581667</c:v>
                </c:pt>
                <c:pt idx="2021">
                  <c:v>172.64655973959407</c:v>
                </c:pt>
                <c:pt idx="2022">
                  <c:v>171.62715803489451</c:v>
                </c:pt>
                <c:pt idx="2023">
                  <c:v>171.4652916408956</c:v>
                </c:pt>
                <c:pt idx="2024">
                  <c:v>169.87781362135527</c:v>
                </c:pt>
                <c:pt idx="2025">
                  <c:v>168.75249453051072</c:v>
                </c:pt>
                <c:pt idx="2026">
                  <c:v>170.9777360897381</c:v>
                </c:pt>
                <c:pt idx="2027">
                  <c:v>172.97743362270052</c:v>
                </c:pt>
                <c:pt idx="2028">
                  <c:v>173.11517070430216</c:v>
                </c:pt>
                <c:pt idx="2029">
                  <c:v>172.82043867507304</c:v>
                </c:pt>
                <c:pt idx="2030">
                  <c:v>174.54019132026892</c:v>
                </c:pt>
                <c:pt idx="2031">
                  <c:v>176.40267623292328</c:v>
                </c:pt>
                <c:pt idx="2032">
                  <c:v>174.55290610466656</c:v>
                </c:pt>
                <c:pt idx="2033">
                  <c:v>177.11796436751089</c:v>
                </c:pt>
                <c:pt idx="2034">
                  <c:v>177.83598217616185</c:v>
                </c:pt>
                <c:pt idx="2035">
                  <c:v>181.51491029948633</c:v>
                </c:pt>
                <c:pt idx="2036">
                  <c:v>178.79897425915749</c:v>
                </c:pt>
                <c:pt idx="2037">
                  <c:v>177.17040530503161</c:v>
                </c:pt>
                <c:pt idx="2038">
                  <c:v>176.44404831829314</c:v>
                </c:pt>
                <c:pt idx="2039">
                  <c:v>175.67450271360383</c:v>
                </c:pt>
                <c:pt idx="2040">
                  <c:v>174.22021091182475</c:v>
                </c:pt>
                <c:pt idx="2041">
                  <c:v>175.14015663031583</c:v>
                </c:pt>
                <c:pt idx="2042">
                  <c:v>176.64837279613721</c:v>
                </c:pt>
                <c:pt idx="2043">
                  <c:v>175.32324054989166</c:v>
                </c:pt>
                <c:pt idx="2044">
                  <c:v>175.62594224663167</c:v>
                </c:pt>
                <c:pt idx="2045">
                  <c:v>175.26104728199795</c:v>
                </c:pt>
                <c:pt idx="2046">
                  <c:v>174.23034499332073</c:v>
                </c:pt>
                <c:pt idx="2047">
                  <c:v>171.23205359602642</c:v>
                </c:pt>
                <c:pt idx="2048">
                  <c:v>169.82992973481515</c:v>
                </c:pt>
                <c:pt idx="2049">
                  <c:v>171.81938108133446</c:v>
                </c:pt>
                <c:pt idx="2050">
                  <c:v>168.52419772958677</c:v>
                </c:pt>
                <c:pt idx="2051">
                  <c:v>168.57432788021683</c:v>
                </c:pt>
                <c:pt idx="2052">
                  <c:v>168.26316460984449</c:v>
                </c:pt>
                <c:pt idx="2053">
                  <c:v>165.69211755389821</c:v>
                </c:pt>
                <c:pt idx="2054">
                  <c:v>168.01247474685087</c:v>
                </c:pt>
                <c:pt idx="2055">
                  <c:v>170.75384567582933</c:v>
                </c:pt>
                <c:pt idx="2056">
                  <c:v>170.23977741925012</c:v>
                </c:pt>
                <c:pt idx="2057">
                  <c:v>166.37626314719026</c:v>
                </c:pt>
                <c:pt idx="2058">
                  <c:v>168.22389440418081</c:v>
                </c:pt>
                <c:pt idx="2059">
                  <c:v>163.80956948734655</c:v>
                </c:pt>
                <c:pt idx="2060">
                  <c:v>157.76691680712219</c:v>
                </c:pt>
                <c:pt idx="2061">
                  <c:v>159.36429017350048</c:v>
                </c:pt>
                <c:pt idx="2062">
                  <c:v>161.78576213924822</c:v>
                </c:pt>
                <c:pt idx="2063">
                  <c:v>161.1308560788662</c:v>
                </c:pt>
                <c:pt idx="2064">
                  <c:v>161.37686859247938</c:v>
                </c:pt>
                <c:pt idx="2065">
                  <c:v>156.8560351757956</c:v>
                </c:pt>
                <c:pt idx="2066">
                  <c:v>158.47546851033607</c:v>
                </c:pt>
                <c:pt idx="2067">
                  <c:v>157.76112534476511</c:v>
                </c:pt>
                <c:pt idx="2068">
                  <c:v>151.22100108878612</c:v>
                </c:pt>
                <c:pt idx="2069">
                  <c:v>150.18119247115078</c:v>
                </c:pt>
                <c:pt idx="2070">
                  <c:v>153.29920125684984</c:v>
                </c:pt>
                <c:pt idx="2071">
                  <c:v>153.19040795243231</c:v>
                </c:pt>
                <c:pt idx="2072">
                  <c:v>153.10537072595588</c:v>
                </c:pt>
                <c:pt idx="2073">
                  <c:v>156.33653196715153</c:v>
                </c:pt>
                <c:pt idx="2074">
                  <c:v>158.45602420317235</c:v>
                </c:pt>
                <c:pt idx="2075">
                  <c:v>160.94173427476375</c:v>
                </c:pt>
                <c:pt idx="2076">
                  <c:v>159.58244138110416</c:v>
                </c:pt>
                <c:pt idx="2077">
                  <c:v>158.54077020010263</c:v>
                </c:pt>
                <c:pt idx="2078">
                  <c:v>157.45188329860275</c:v>
                </c:pt>
                <c:pt idx="2079">
                  <c:v>158.61249549631452</c:v>
                </c:pt>
                <c:pt idx="2080">
                  <c:v>160.13484125731628</c:v>
                </c:pt>
                <c:pt idx="2081">
                  <c:v>161.07946306632965</c:v>
                </c:pt>
                <c:pt idx="2082">
                  <c:v>160.87260382023877</c:v>
                </c:pt>
                <c:pt idx="2083">
                  <c:v>160.10394452480926</c:v>
                </c:pt>
                <c:pt idx="2084">
                  <c:v>158.08283994834508</c:v>
                </c:pt>
                <c:pt idx="2085">
                  <c:v>161.75813421037574</c:v>
                </c:pt>
                <c:pt idx="2086">
                  <c:v>161.65683469457903</c:v>
                </c:pt>
                <c:pt idx="2087">
                  <c:v>162.64183652712921</c:v>
                </c:pt>
                <c:pt idx="2088">
                  <c:v>161.46857474226147</c:v>
                </c:pt>
                <c:pt idx="2089">
                  <c:v>161.95005067301551</c:v>
                </c:pt>
                <c:pt idx="2090">
                  <c:v>161.73192164920624</c:v>
                </c:pt>
                <c:pt idx="2091">
                  <c:v>161.48585351018778</c:v>
                </c:pt>
                <c:pt idx="2092">
                  <c:v>160.16182096616748</c:v>
                </c:pt>
                <c:pt idx="2093">
                  <c:v>165.27669688828198</c:v>
                </c:pt>
                <c:pt idx="2094">
                  <c:v>167.21214093816198</c:v>
                </c:pt>
                <c:pt idx="2095">
                  <c:v>165.19866316445649</c:v>
                </c:pt>
                <c:pt idx="2096">
                  <c:v>163.16879905898975</c:v>
                </c:pt>
                <c:pt idx="2097">
                  <c:v>162.2802460415588</c:v>
                </c:pt>
                <c:pt idx="2098">
                  <c:v>163.23557529783307</c:v>
                </c:pt>
                <c:pt idx="2099">
                  <c:v>165.52653716779199</c:v>
                </c:pt>
                <c:pt idx="2100">
                  <c:v>163.73081504875907</c:v>
                </c:pt>
                <c:pt idx="2101">
                  <c:v>163.34826977921159</c:v>
                </c:pt>
                <c:pt idx="2102">
                  <c:v>165.00159208418853</c:v>
                </c:pt>
                <c:pt idx="2103">
                  <c:v>163.73784285465348</c:v>
                </c:pt>
                <c:pt idx="2104">
                  <c:v>163.86877779844485</c:v>
                </c:pt>
                <c:pt idx="2105">
                  <c:v>164.47632926842027</c:v>
                </c:pt>
                <c:pt idx="2106">
                  <c:v>159.85331347192275</c:v>
                </c:pt>
                <c:pt idx="2107">
                  <c:v>161.77460412199281</c:v>
                </c:pt>
                <c:pt idx="2108">
                  <c:v>160.51954429205313</c:v>
                </c:pt>
                <c:pt idx="2109">
                  <c:v>160.20349218458529</c:v>
                </c:pt>
                <c:pt idx="2110">
                  <c:v>160.94733651837126</c:v>
                </c:pt>
                <c:pt idx="2111">
                  <c:v>159.21455699719849</c:v>
                </c:pt>
                <c:pt idx="2112">
                  <c:v>155.19452366629716</c:v>
                </c:pt>
                <c:pt idx="2113">
                  <c:v>155.66086958331738</c:v>
                </c:pt>
                <c:pt idx="2114">
                  <c:v>157.40397022739154</c:v>
                </c:pt>
                <c:pt idx="2115">
                  <c:v>157.62938514327678</c:v>
                </c:pt>
                <c:pt idx="2116">
                  <c:v>158.8495493723704</c:v>
                </c:pt>
                <c:pt idx="2117">
                  <c:v>158.9065807593513</c:v>
                </c:pt>
                <c:pt idx="2118">
                  <c:v>162.4033451982404</c:v>
                </c:pt>
                <c:pt idx="2119">
                  <c:v>161.49992950733542</c:v>
                </c:pt>
                <c:pt idx="2120">
                  <c:v>163.62892395785232</c:v>
                </c:pt>
                <c:pt idx="2121">
                  <c:v>166.80597220541173</c:v>
                </c:pt>
                <c:pt idx="2122">
                  <c:v>164.28774787350531</c:v>
                </c:pt>
                <c:pt idx="2123">
                  <c:v>164.32492837008832</c:v>
                </c:pt>
                <c:pt idx="2124">
                  <c:v>164.44576180104448</c:v>
                </c:pt>
                <c:pt idx="2125">
                  <c:v>165.37117059045863</c:v>
                </c:pt>
                <c:pt idx="2126">
                  <c:v>165.82891304007671</c:v>
                </c:pt>
                <c:pt idx="2127">
                  <c:v>165.49188954292399</c:v>
                </c:pt>
                <c:pt idx="2128">
                  <c:v>165.67641827688792</c:v>
                </c:pt>
                <c:pt idx="2129">
                  <c:v>163.44761281207812</c:v>
                </c:pt>
                <c:pt idx="2130">
                  <c:v>162.69852109209566</c:v>
                </c:pt>
                <c:pt idx="2131">
                  <c:v>161.03405911708279</c:v>
                </c:pt>
                <c:pt idx="2132">
                  <c:v>159.23831774213821</c:v>
                </c:pt>
                <c:pt idx="2133">
                  <c:v>162.98781979011289</c:v>
                </c:pt>
                <c:pt idx="2134">
                  <c:v>165.43137641680647</c:v>
                </c:pt>
                <c:pt idx="2135">
                  <c:v>165.49426441017403</c:v>
                </c:pt>
                <c:pt idx="2136">
                  <c:v>167.44341022382957</c:v>
                </c:pt>
                <c:pt idx="2137">
                  <c:v>168.11222951974926</c:v>
                </c:pt>
                <c:pt idx="2138">
                  <c:v>169.93034271307337</c:v>
                </c:pt>
                <c:pt idx="2139">
                  <c:v>170.85624739322657</c:v>
                </c:pt>
                <c:pt idx="2140">
                  <c:v>169.57073184018131</c:v>
                </c:pt>
                <c:pt idx="2141">
                  <c:v>168.64276661408576</c:v>
                </c:pt>
                <c:pt idx="2142">
                  <c:v>169.01828512944303</c:v>
                </c:pt>
                <c:pt idx="2143">
                  <c:v>171.40442719047473</c:v>
                </c:pt>
                <c:pt idx="2144">
                  <c:v>171.94480619685558</c:v>
                </c:pt>
                <c:pt idx="2145">
                  <c:v>173.61242862167592</c:v>
                </c:pt>
                <c:pt idx="2146">
                  <c:v>172.64177941899163</c:v>
                </c:pt>
                <c:pt idx="2147">
                  <c:v>172.00712567810675</c:v>
                </c:pt>
                <c:pt idx="2148">
                  <c:v>170.44434679155674</c:v>
                </c:pt>
                <c:pt idx="2149">
                  <c:v>172.37573914760534</c:v>
                </c:pt>
                <c:pt idx="2150">
                  <c:v>173.25427407834965</c:v>
                </c:pt>
                <c:pt idx="2151">
                  <c:v>173.76124006032339</c:v>
                </c:pt>
                <c:pt idx="2152">
                  <c:v>175.49483541193382</c:v>
                </c:pt>
                <c:pt idx="2153">
                  <c:v>174.72290079280515</c:v>
                </c:pt>
                <c:pt idx="2154">
                  <c:v>175.56071594722491</c:v>
                </c:pt>
                <c:pt idx="2155">
                  <c:v>171.63144086973287</c:v>
                </c:pt>
                <c:pt idx="2156">
                  <c:v>171.2051773906808</c:v>
                </c:pt>
                <c:pt idx="2157">
                  <c:v>172.46512680509687</c:v>
                </c:pt>
                <c:pt idx="2158">
                  <c:v>173.02671840000752</c:v>
                </c:pt>
                <c:pt idx="2159">
                  <c:v>172.28568988536671</c:v>
                </c:pt>
                <c:pt idx="2160">
                  <c:v>170.24015580774335</c:v>
                </c:pt>
                <c:pt idx="2161">
                  <c:v>167.41284522857725</c:v>
                </c:pt>
                <c:pt idx="2162">
                  <c:v>169.83420201804489</c:v>
                </c:pt>
                <c:pt idx="2163">
                  <c:v>169.29211298545428</c:v>
                </c:pt>
                <c:pt idx="2164">
                  <c:v>168.85771407800345</c:v>
                </c:pt>
                <c:pt idx="2165">
                  <c:v>167.95711553629187</c:v>
                </c:pt>
                <c:pt idx="2166">
                  <c:v>167.63208786455519</c:v>
                </c:pt>
                <c:pt idx="2167">
                  <c:v>167.4775601982665</c:v>
                </c:pt>
                <c:pt idx="2168">
                  <c:v>165.68181550951229</c:v>
                </c:pt>
                <c:pt idx="2169">
                  <c:v>163.63244418926348</c:v>
                </c:pt>
                <c:pt idx="2170">
                  <c:v>162.64418372085552</c:v>
                </c:pt>
                <c:pt idx="2171">
                  <c:v>162.91002141457304</c:v>
                </c:pt>
                <c:pt idx="2172">
                  <c:v>161.20511249652751</c:v>
                </c:pt>
                <c:pt idx="2173">
                  <c:v>161.4197940905716</c:v>
                </c:pt>
                <c:pt idx="2174">
                  <c:v>164.26603340750611</c:v>
                </c:pt>
                <c:pt idx="2175">
                  <c:v>163.59126399737511</c:v>
                </c:pt>
                <c:pt idx="2176">
                  <c:v>163.55666955178782</c:v>
                </c:pt>
                <c:pt idx="2177">
                  <c:v>165.04160047635696</c:v>
                </c:pt>
                <c:pt idx="2178">
                  <c:v>167.09202645210925</c:v>
                </c:pt>
                <c:pt idx="2179">
                  <c:v>167.42433616990778</c:v>
                </c:pt>
                <c:pt idx="2180">
                  <c:v>166.62286073176517</c:v>
                </c:pt>
                <c:pt idx="2181">
                  <c:v>166.66962342546157</c:v>
                </c:pt>
                <c:pt idx="2182">
                  <c:v>164.52396777949454</c:v>
                </c:pt>
                <c:pt idx="2183">
                  <c:v>164.62275326948037</c:v>
                </c:pt>
                <c:pt idx="2184">
                  <c:v>165.58258704120777</c:v>
                </c:pt>
                <c:pt idx="2185">
                  <c:v>165.12712144658835</c:v>
                </c:pt>
                <c:pt idx="2186">
                  <c:v>165.87009442280851</c:v>
                </c:pt>
                <c:pt idx="2187">
                  <c:v>165.7019716577143</c:v>
                </c:pt>
                <c:pt idx="2188">
                  <c:v>163.14364779221552</c:v>
                </c:pt>
                <c:pt idx="2189">
                  <c:v>166.44175114273722</c:v>
                </c:pt>
                <c:pt idx="2190">
                  <c:v>165.40061481290329</c:v>
                </c:pt>
                <c:pt idx="2191">
                  <c:v>164.34478974802067</c:v>
                </c:pt>
                <c:pt idx="2192">
                  <c:v>163.23986035917352</c:v>
                </c:pt>
                <c:pt idx="2193">
                  <c:v>163.73957235927531</c:v>
                </c:pt>
                <c:pt idx="2194">
                  <c:v>158.37847854100661</c:v>
                </c:pt>
                <c:pt idx="2195">
                  <c:v>157.29103454784158</c:v>
                </c:pt>
                <c:pt idx="2196">
                  <c:v>157.02839253292018</c:v>
                </c:pt>
                <c:pt idx="2197">
                  <c:v>153.93711217106915</c:v>
                </c:pt>
                <c:pt idx="2198">
                  <c:v>152.5553440592241</c:v>
                </c:pt>
                <c:pt idx="2199">
                  <c:v>153.79763089691639</c:v>
                </c:pt>
                <c:pt idx="2200">
                  <c:v>154.7164859420127</c:v>
                </c:pt>
                <c:pt idx="2201">
                  <c:v>152.02566963938318</c:v>
                </c:pt>
                <c:pt idx="2202">
                  <c:v>148.84477114451786</c:v>
                </c:pt>
                <c:pt idx="2203">
                  <c:v>150.5619646410436</c:v>
                </c:pt>
                <c:pt idx="2204">
                  <c:v>151.71876693845039</c:v>
                </c:pt>
                <c:pt idx="2205">
                  <c:v>150.94092886860881</c:v>
                </c:pt>
                <c:pt idx="2206">
                  <c:v>152.68307481238637</c:v>
                </c:pt>
                <c:pt idx="2207">
                  <c:v>153.9070872654159</c:v>
                </c:pt>
                <c:pt idx="2208">
                  <c:v>157.54748378042072</c:v>
                </c:pt>
                <c:pt idx="2209">
                  <c:v>155.54177094415834</c:v>
                </c:pt>
                <c:pt idx="2210">
                  <c:v>155.96421614320948</c:v>
                </c:pt>
                <c:pt idx="2211">
                  <c:v>157.38278271946274</c:v>
                </c:pt>
                <c:pt idx="2212">
                  <c:v>156.74702816665987</c:v>
                </c:pt>
                <c:pt idx="2213">
                  <c:v>153.6392148005132</c:v>
                </c:pt>
                <c:pt idx="2214">
                  <c:v>150.15645128852256</c:v>
                </c:pt>
                <c:pt idx="2215">
                  <c:v>149.79565138486262</c:v>
                </c:pt>
                <c:pt idx="2216">
                  <c:v>148.49955610734619</c:v>
                </c:pt>
                <c:pt idx="2217">
                  <c:v>150.33781447644085</c:v>
                </c:pt>
                <c:pt idx="2218">
                  <c:v>147.59277168409821</c:v>
                </c:pt>
                <c:pt idx="2219">
                  <c:v>150.7657732768694</c:v>
                </c:pt>
                <c:pt idx="2220">
                  <c:v>148.68828128082052</c:v>
                </c:pt>
                <c:pt idx="2221">
                  <c:v>148.85305933209023</c:v>
                </c:pt>
                <c:pt idx="2222">
                  <c:v>152.51139247138289</c:v>
                </c:pt>
                <c:pt idx="2223">
                  <c:v>154.42470724687414</c:v>
                </c:pt>
                <c:pt idx="2224">
                  <c:v>159.02874991773135</c:v>
                </c:pt>
                <c:pt idx="2225">
                  <c:v>162.27472349755251</c:v>
                </c:pt>
                <c:pt idx="2226">
                  <c:v>160.70526281540756</c:v>
                </c:pt>
                <c:pt idx="2227">
                  <c:v>158.98303213199202</c:v>
                </c:pt>
                <c:pt idx="2228">
                  <c:v>159.61288331738933</c:v>
                </c:pt>
                <c:pt idx="2229">
                  <c:v>156.18475583074823</c:v>
                </c:pt>
                <c:pt idx="2230">
                  <c:v>157.94234637759698</c:v>
                </c:pt>
                <c:pt idx="2231">
                  <c:v>157.27567272261396</c:v>
                </c:pt>
                <c:pt idx="2232">
                  <c:v>164.77720018462634</c:v>
                </c:pt>
                <c:pt idx="2233">
                  <c:v>165.23927655737452</c:v>
                </c:pt>
                <c:pt idx="2234">
                  <c:v>165.80095801049092</c:v>
                </c:pt>
                <c:pt idx="2235">
                  <c:v>165.773771814355</c:v>
                </c:pt>
                <c:pt idx="2236">
                  <c:v>167.10491575435154</c:v>
                </c:pt>
                <c:pt idx="2237">
                  <c:v>166.54583866266401</c:v>
                </c:pt>
                <c:pt idx="2238">
                  <c:v>166.98453658740101</c:v>
                </c:pt>
                <c:pt idx="2239">
                  <c:v>167.90533395268034</c:v>
                </c:pt>
                <c:pt idx="2240">
                  <c:v>168.58926880750008</c:v>
                </c:pt>
                <c:pt idx="2241">
                  <c:v>168.71046783539248</c:v>
                </c:pt>
                <c:pt idx="2242">
                  <c:v>169.15015121628485</c:v>
                </c:pt>
                <c:pt idx="2243">
                  <c:v>170.72043699438274</c:v>
                </c:pt>
                <c:pt idx="2244">
                  <c:v>173.82813423700725</c:v>
                </c:pt>
                <c:pt idx="2245">
                  <c:v>175.2317818961838</c:v>
                </c:pt>
                <c:pt idx="2246">
                  <c:v>174.47882802554264</c:v>
                </c:pt>
                <c:pt idx="2247">
                  <c:v>173.26443662560766</c:v>
                </c:pt>
                <c:pt idx="2248">
                  <c:v>173.57970268193421</c:v>
                </c:pt>
                <c:pt idx="2249">
                  <c:v>173.69431866736744</c:v>
                </c:pt>
                <c:pt idx="2250">
                  <c:v>174.65385252371587</c:v>
                </c:pt>
                <c:pt idx="2251">
                  <c:v>174.62978897093583</c:v>
                </c:pt>
                <c:pt idx="2252">
                  <c:v>181.00797178257056</c:v>
                </c:pt>
                <c:pt idx="2253">
                  <c:v>186.78215268686174</c:v>
                </c:pt>
                <c:pt idx="2254">
                  <c:v>184.63773301173839</c:v>
                </c:pt>
                <c:pt idx="2255">
                  <c:v>183.62273784949289</c:v>
                </c:pt>
                <c:pt idx="2256">
                  <c:v>184.71956843047272</c:v>
                </c:pt>
                <c:pt idx="2257">
                  <c:v>182.01140492742741</c:v>
                </c:pt>
                <c:pt idx="2258">
                  <c:v>183.98839464541882</c:v>
                </c:pt>
                <c:pt idx="2259">
                  <c:v>184.80088427849117</c:v>
                </c:pt>
                <c:pt idx="2260">
                  <c:v>186.35151703684306</c:v>
                </c:pt>
                <c:pt idx="2261">
                  <c:v>187.34567443371122</c:v>
                </c:pt>
                <c:pt idx="2262">
                  <c:v>188.16617000120516</c:v>
                </c:pt>
                <c:pt idx="2263">
                  <c:v>185.7119974224978</c:v>
                </c:pt>
                <c:pt idx="2264">
                  <c:v>187.41073395531265</c:v>
                </c:pt>
                <c:pt idx="2265">
                  <c:v>183.18445379122747</c:v>
                </c:pt>
                <c:pt idx="2266">
                  <c:v>182.36058793938597</c:v>
                </c:pt>
                <c:pt idx="2267">
                  <c:v>181.79799587943714</c:v>
                </c:pt>
                <c:pt idx="2268">
                  <c:v>184.2425407087562</c:v>
                </c:pt>
                <c:pt idx="2269">
                  <c:v>182.92620587035324</c:v>
                </c:pt>
                <c:pt idx="2270">
                  <c:v>183.78801650526401</c:v>
                </c:pt>
                <c:pt idx="2271">
                  <c:v>181.79772879452156</c:v>
                </c:pt>
                <c:pt idx="2272">
                  <c:v>183.98504639513507</c:v>
                </c:pt>
                <c:pt idx="2273">
                  <c:v>183.33737864904714</c:v>
                </c:pt>
                <c:pt idx="2274">
                  <c:v>179.49056016156905</c:v>
                </c:pt>
                <c:pt idx="2275">
                  <c:v>178.44682331867725</c:v>
                </c:pt>
                <c:pt idx="2276">
                  <c:v>180.09289376257473</c:v>
                </c:pt>
                <c:pt idx="2277">
                  <c:v>180.60677201475872</c:v>
                </c:pt>
                <c:pt idx="2278">
                  <c:v>179.36741889112656</c:v>
                </c:pt>
                <c:pt idx="2279">
                  <c:v>177.13656222155873</c:v>
                </c:pt>
                <c:pt idx="2280">
                  <c:v>178.62218642871738</c:v>
                </c:pt>
                <c:pt idx="2281">
                  <c:v>178.13495302826695</c:v>
                </c:pt>
                <c:pt idx="2282">
                  <c:v>179.54475522604579</c:v>
                </c:pt>
                <c:pt idx="2283">
                  <c:v>177.50646778405695</c:v>
                </c:pt>
                <c:pt idx="2284">
                  <c:v>176.29665454409428</c:v>
                </c:pt>
                <c:pt idx="2285">
                  <c:v>179.15564127683083</c:v>
                </c:pt>
                <c:pt idx="2286">
                  <c:v>176.8773843789123</c:v>
                </c:pt>
                <c:pt idx="2287">
                  <c:v>173.36926657668764</c:v>
                </c:pt>
                <c:pt idx="2288">
                  <c:v>176.045767839094</c:v>
                </c:pt>
                <c:pt idx="2289">
                  <c:v>176.02620941229543</c:v>
                </c:pt>
                <c:pt idx="2290">
                  <c:v>177.63189938621861</c:v>
                </c:pt>
                <c:pt idx="2291">
                  <c:v>178.43841232598081</c:v>
                </c:pt>
                <c:pt idx="2292">
                  <c:v>177.78824950582987</c:v>
                </c:pt>
                <c:pt idx="2293">
                  <c:v>174.92737702328611</c:v>
                </c:pt>
                <c:pt idx="2294">
                  <c:v>177.68318906860929</c:v>
                </c:pt>
                <c:pt idx="2295">
                  <c:v>180.93811822807345</c:v>
                </c:pt>
                <c:pt idx="2296">
                  <c:v>179.35759100070464</c:v>
                </c:pt>
                <c:pt idx="2297">
                  <c:v>178.35597581396149</c:v>
                </c:pt>
                <c:pt idx="2298">
                  <c:v>179.74341145361433</c:v>
                </c:pt>
                <c:pt idx="2299">
                  <c:v>180.27388394968546</c:v>
                </c:pt>
                <c:pt idx="2300">
                  <c:v>179.9228422562461</c:v>
                </c:pt>
                <c:pt idx="2301">
                  <c:v>177.91281121609362</c:v>
                </c:pt>
                <c:pt idx="2302">
                  <c:v>177.8152719738714</c:v>
                </c:pt>
                <c:pt idx="2303">
                  <c:v>179.17004196368836</c:v>
                </c:pt>
                <c:pt idx="2304">
                  <c:v>179.83271375605122</c:v>
                </c:pt>
                <c:pt idx="2305">
                  <c:v>182.59057923005105</c:v>
                </c:pt>
                <c:pt idx="2306">
                  <c:v>183.63397707883672</c:v>
                </c:pt>
                <c:pt idx="2307">
                  <c:v>181.07028967590514</c:v>
                </c:pt>
                <c:pt idx="2308">
                  <c:v>182.21495092337705</c:v>
                </c:pt>
                <c:pt idx="2309">
                  <c:v>182.06685116177198</c:v>
                </c:pt>
                <c:pt idx="2310">
                  <c:v>184.16526675992409</c:v>
                </c:pt>
                <c:pt idx="2311">
                  <c:v>183.50720515312568</c:v>
                </c:pt>
                <c:pt idx="2312">
                  <c:v>182.90443635199088</c:v>
                </c:pt>
                <c:pt idx="2313">
                  <c:v>181.89435636261794</c:v>
                </c:pt>
                <c:pt idx="2314">
                  <c:v>179.27945714794191</c:v>
                </c:pt>
                <c:pt idx="2315">
                  <c:v>178.57579496550841</c:v>
                </c:pt>
                <c:pt idx="2316">
                  <c:v>178.96927506620446</c:v>
                </c:pt>
                <c:pt idx="2317">
                  <c:v>179.92964691855829</c:v>
                </c:pt>
                <c:pt idx="2318">
                  <c:v>180.55704534800415</c:v>
                </c:pt>
                <c:pt idx="2319">
                  <c:v>181.36998981119245</c:v>
                </c:pt>
                <c:pt idx="2320">
                  <c:v>179.18607485612404</c:v>
                </c:pt>
                <c:pt idx="2321">
                  <c:v>178.0434113365483</c:v>
                </c:pt>
                <c:pt idx="2322">
                  <c:v>177.44070149125156</c:v>
                </c:pt>
                <c:pt idx="2323">
                  <c:v>181.6660046308879</c:v>
                </c:pt>
                <c:pt idx="2324">
                  <c:v>182.68172848623516</c:v>
                </c:pt>
                <c:pt idx="2325">
                  <c:v>179.40225806147208</c:v>
                </c:pt>
                <c:pt idx="2326">
                  <c:v>177.46423093809585</c:v>
                </c:pt>
                <c:pt idx="2327">
                  <c:v>178.08970977577005</c:v>
                </c:pt>
                <c:pt idx="2328">
                  <c:v>176.63256662982582</c:v>
                </c:pt>
                <c:pt idx="2329">
                  <c:v>178.05187769533612</c:v>
                </c:pt>
                <c:pt idx="2330">
                  <c:v>178.91761591097494</c:v>
                </c:pt>
                <c:pt idx="2331">
                  <c:v>180.37807409868898</c:v>
                </c:pt>
                <c:pt idx="2332">
                  <c:v>173.25602524460851</c:v>
                </c:pt>
                <c:pt idx="2333">
                  <c:v>173.4855200315684</c:v>
                </c:pt>
                <c:pt idx="2334">
                  <c:v>172.12592076637162</c:v>
                </c:pt>
                <c:pt idx="2335">
                  <c:v>169.26852784671715</c:v>
                </c:pt>
                <c:pt idx="2336">
                  <c:v>166.74044289873765</c:v>
                </c:pt>
                <c:pt idx="2337">
                  <c:v>165.59832616139303</c:v>
                </c:pt>
                <c:pt idx="2338">
                  <c:v>165.82602348031605</c:v>
                </c:pt>
                <c:pt idx="2339">
                  <c:v>166.3360237055075</c:v>
                </c:pt>
                <c:pt idx="2340">
                  <c:v>167.24870457992972</c:v>
                </c:pt>
                <c:pt idx="2341">
                  <c:v>168.90791404362673</c:v>
                </c:pt>
                <c:pt idx="2342">
                  <c:v>168.62598347898771</c:v>
                </c:pt>
                <c:pt idx="2343">
                  <c:v>168.48279595835317</c:v>
                </c:pt>
                <c:pt idx="2344">
                  <c:v>169.02197494271289</c:v>
                </c:pt>
                <c:pt idx="2345">
                  <c:v>171.07103137683896</c:v>
                </c:pt>
                <c:pt idx="2346">
                  <c:v>168.18282654732158</c:v>
                </c:pt>
                <c:pt idx="2347">
                  <c:v>168.0187044178565</c:v>
                </c:pt>
                <c:pt idx="2348">
                  <c:v>171.71831042009572</c:v>
                </c:pt>
                <c:pt idx="2349">
                  <c:v>173.31632175238283</c:v>
                </c:pt>
                <c:pt idx="2350">
                  <c:v>173.06469343544933</c:v>
                </c:pt>
                <c:pt idx="2351">
                  <c:v>174.98357253886638</c:v>
                </c:pt>
                <c:pt idx="2352">
                  <c:v>174.34000471795875</c:v>
                </c:pt>
                <c:pt idx="2353">
                  <c:v>177.02314114367493</c:v>
                </c:pt>
                <c:pt idx="2354">
                  <c:v>176.92769145440514</c:v>
                </c:pt>
                <c:pt idx="2355">
                  <c:v>176.93144347543117</c:v>
                </c:pt>
                <c:pt idx="2356">
                  <c:v>177.82327398794681</c:v>
                </c:pt>
                <c:pt idx="2357">
                  <c:v>181.24746611981115</c:v>
                </c:pt>
                <c:pt idx="2358">
                  <c:v>181.5126133988507</c:v>
                </c:pt>
                <c:pt idx="2359">
                  <c:v>181.64196241395734</c:v>
                </c:pt>
                <c:pt idx="2360">
                  <c:v>180.56123839834621</c:v>
                </c:pt>
                <c:pt idx="2361">
                  <c:v>180.56580159372322</c:v>
                </c:pt>
                <c:pt idx="2362">
                  <c:v>179.18563314982194</c:v>
                </c:pt>
                <c:pt idx="2363">
                  <c:v>175.09091456570366</c:v>
                </c:pt>
                <c:pt idx="2364">
                  <c:v>175.4843191208648</c:v>
                </c:pt>
                <c:pt idx="2365">
                  <c:v>174.84722390683598</c:v>
                </c:pt>
                <c:pt idx="2366">
                  <c:v>174.3180680307124</c:v>
                </c:pt>
                <c:pt idx="2367">
                  <c:v>177.69084315149277</c:v>
                </c:pt>
                <c:pt idx="2368">
                  <c:v>181.36494516363979</c:v>
                </c:pt>
                <c:pt idx="2369">
                  <c:v>180.21989751485884</c:v>
                </c:pt>
                <c:pt idx="2370">
                  <c:v>181.62247411365891</c:v>
                </c:pt>
                <c:pt idx="2371">
                  <c:v>181.61002729274369</c:v>
                </c:pt>
                <c:pt idx="2372">
                  <c:v>182.04241465508193</c:v>
                </c:pt>
                <c:pt idx="2373">
                  <c:v>180.45342028942707</c:v>
                </c:pt>
                <c:pt idx="2374">
                  <c:v>181.33936282347005</c:v>
                </c:pt>
                <c:pt idx="2375">
                  <c:v>180.7215133167571</c:v>
                </c:pt>
                <c:pt idx="2376">
                  <c:v>181.79027961798104</c:v>
                </c:pt>
                <c:pt idx="2377">
                  <c:v>182.79263342418548</c:v>
                </c:pt>
                <c:pt idx="2378">
                  <c:v>182.09473216354078</c:v>
                </c:pt>
                <c:pt idx="2379">
                  <c:v>181.00133263556904</c:v>
                </c:pt>
                <c:pt idx="2380">
                  <c:v>181.43049957011095</c:v>
                </c:pt>
                <c:pt idx="2381">
                  <c:v>181.08127361356827</c:v>
                </c:pt>
                <c:pt idx="2382">
                  <c:v>181.34289500533831</c:v>
                </c:pt>
                <c:pt idx="2383">
                  <c:v>182.69050696618766</c:v>
                </c:pt>
                <c:pt idx="2384">
                  <c:v>179.91841307685485</c:v>
                </c:pt>
                <c:pt idx="2385">
                  <c:v>180.12245302913362</c:v>
                </c:pt>
                <c:pt idx="2386">
                  <c:v>182.00564910853794</c:v>
                </c:pt>
                <c:pt idx="2387">
                  <c:v>183.41461795591979</c:v>
                </c:pt>
                <c:pt idx="2388">
                  <c:v>181.42952103610705</c:v>
                </c:pt>
                <c:pt idx="2389">
                  <c:v>183.07842549522474</c:v>
                </c:pt>
                <c:pt idx="2390">
                  <c:v>183.29425641346327</c:v>
                </c:pt>
                <c:pt idx="2391">
                  <c:v>184.30402388678866</c:v>
                </c:pt>
                <c:pt idx="2392">
                  <c:v>184.09091146402289</c:v>
                </c:pt>
                <c:pt idx="2393">
                  <c:v>184.45109982190115</c:v>
                </c:pt>
                <c:pt idx="2394">
                  <c:v>185.76940631389567</c:v>
                </c:pt>
                <c:pt idx="2395">
                  <c:v>190.15523613075521</c:v>
                </c:pt>
                <c:pt idx="2396">
                  <c:v>190.95033230577113</c:v>
                </c:pt>
                <c:pt idx="2397">
                  <c:v>191.8939992990216</c:v>
                </c:pt>
                <c:pt idx="2398">
                  <c:v>193.47960372277822</c:v>
                </c:pt>
                <c:pt idx="2399">
                  <c:v>195.32091398363556</c:v>
                </c:pt>
                <c:pt idx="2400">
                  <c:v>193.84949830740908</c:v>
                </c:pt>
                <c:pt idx="2401">
                  <c:v>194.60304705981025</c:v>
                </c:pt>
                <c:pt idx="2402">
                  <c:v>196.68264630590565</c:v>
                </c:pt>
                <c:pt idx="2403">
                  <c:v>196.54332506577083</c:v>
                </c:pt>
                <c:pt idx="2404">
                  <c:v>194.30933303336991</c:v>
                </c:pt>
                <c:pt idx="2405">
                  <c:v>194.73975021625489</c:v>
                </c:pt>
                <c:pt idx="2406">
                  <c:v>197.68362396890396</c:v>
                </c:pt>
                <c:pt idx="2407">
                  <c:v>199.15457500053751</c:v>
                </c:pt>
                <c:pt idx="2408">
                  <c:v>201.53604586113656</c:v>
                </c:pt>
                <c:pt idx="2409">
                  <c:v>200.71039774444603</c:v>
                </c:pt>
                <c:pt idx="2410">
                  <c:v>203.31402645612275</c:v>
                </c:pt>
                <c:pt idx="2411">
                  <c:v>203.67553117488674</c:v>
                </c:pt>
                <c:pt idx="2412">
                  <c:v>198.5032078053072</c:v>
                </c:pt>
                <c:pt idx="2413">
                  <c:v>203.44574080097902</c:v>
                </c:pt>
                <c:pt idx="2414">
                  <c:v>202.33618777379618</c:v>
                </c:pt>
                <c:pt idx="2415">
                  <c:v>204.72082494713257</c:v>
                </c:pt>
                <c:pt idx="2416">
                  <c:v>206.07752334173998</c:v>
                </c:pt>
                <c:pt idx="2417">
                  <c:v>204.25760960695789</c:v>
                </c:pt>
                <c:pt idx="2418">
                  <c:v>206.05677432372619</c:v>
                </c:pt>
                <c:pt idx="2419">
                  <c:v>206.37315511772962</c:v>
                </c:pt>
                <c:pt idx="2420">
                  <c:v>205.35485835505906</c:v>
                </c:pt>
                <c:pt idx="2421">
                  <c:v>205.38718616922657</c:v>
                </c:pt>
                <c:pt idx="2422">
                  <c:v>206.61106084972778</c:v>
                </c:pt>
                <c:pt idx="2423">
                  <c:v>206.78184762488291</c:v>
                </c:pt>
                <c:pt idx="2424">
                  <c:v>207.16862071265686</c:v>
                </c:pt>
                <c:pt idx="2425">
                  <c:v>208.5696419285421</c:v>
                </c:pt>
                <c:pt idx="2426">
                  <c:v>212.60975420824946</c:v>
                </c:pt>
                <c:pt idx="2427">
                  <c:v>212.62226630966842</c:v>
                </c:pt>
                <c:pt idx="2428">
                  <c:v>213.20996498539742</c:v>
                </c:pt>
                <c:pt idx="2429">
                  <c:v>213.0316719892482</c:v>
                </c:pt>
                <c:pt idx="2430">
                  <c:v>211.70702956895707</c:v>
                </c:pt>
                <c:pt idx="2431">
                  <c:v>213.90540209618965</c:v>
                </c:pt>
                <c:pt idx="2432">
                  <c:v>214.82481175432846</c:v>
                </c:pt>
                <c:pt idx="2433">
                  <c:v>215.77355524839473</c:v>
                </c:pt>
                <c:pt idx="2434">
                  <c:v>215.27562605478892</c:v>
                </c:pt>
                <c:pt idx="2435">
                  <c:v>215.54280420477144</c:v>
                </c:pt>
                <c:pt idx="2436">
                  <c:v>218.49045158644344</c:v>
                </c:pt>
                <c:pt idx="2437">
                  <c:v>221.94184219060259</c:v>
                </c:pt>
                <c:pt idx="2438">
                  <c:v>221.25977167523598</c:v>
                </c:pt>
                <c:pt idx="2439">
                  <c:v>221.0301347617916</c:v>
                </c:pt>
                <c:pt idx="2440">
                  <c:v>221.65291639013097</c:v>
                </c:pt>
                <c:pt idx="2441">
                  <c:v>221.8707006958108</c:v>
                </c:pt>
                <c:pt idx="2442">
                  <c:v>220.2380917354179</c:v>
                </c:pt>
                <c:pt idx="2443">
                  <c:v>219.73768174339861</c:v>
                </c:pt>
                <c:pt idx="2444">
                  <c:v>218.45437876651877</c:v>
                </c:pt>
                <c:pt idx="2445">
                  <c:v>218.07934798149188</c:v>
                </c:pt>
                <c:pt idx="2446">
                  <c:v>221.24078854142664</c:v>
                </c:pt>
                <c:pt idx="2447">
                  <c:v>221.61534110480139</c:v>
                </c:pt>
                <c:pt idx="2448">
                  <c:v>221.76977590378695</c:v>
                </c:pt>
                <c:pt idx="2449">
                  <c:v>219.72391680683324</c:v>
                </c:pt>
                <c:pt idx="2450">
                  <c:v>219.98938314279269</c:v>
                </c:pt>
                <c:pt idx="2451">
                  <c:v>221.69423463004239</c:v>
                </c:pt>
                <c:pt idx="2452">
                  <c:v>220.48972632986761</c:v>
                </c:pt>
                <c:pt idx="2453">
                  <c:v>219.660309742431</c:v>
                </c:pt>
                <c:pt idx="2454">
                  <c:v>217.45725639216624</c:v>
                </c:pt>
                <c:pt idx="2455">
                  <c:v>216.21453711432881</c:v>
                </c:pt>
                <c:pt idx="2456">
                  <c:v>214.47690299556203</c:v>
                </c:pt>
                <c:pt idx="2457">
                  <c:v>214.83810230102205</c:v>
                </c:pt>
                <c:pt idx="2458">
                  <c:v>214.79575354711702</c:v>
                </c:pt>
                <c:pt idx="2459">
                  <c:v>212.63782651690323</c:v>
                </c:pt>
                <c:pt idx="2460">
                  <c:v>215.71521632510937</c:v>
                </c:pt>
                <c:pt idx="2461">
                  <c:v>217.51672849325604</c:v>
                </c:pt>
                <c:pt idx="2462">
                  <c:v>220.2578263656456</c:v>
                </c:pt>
                <c:pt idx="2463">
                  <c:v>222.91118778357233</c:v>
                </c:pt>
                <c:pt idx="2464">
                  <c:v>221.34277410739497</c:v>
                </c:pt>
                <c:pt idx="2465">
                  <c:v>223.44672659540416</c:v>
                </c:pt>
                <c:pt idx="2466">
                  <c:v>219.02925040090039</c:v>
                </c:pt>
                <c:pt idx="2467">
                  <c:v>219.42088999417803</c:v>
                </c:pt>
                <c:pt idx="2468">
                  <c:v>221.85097954958823</c:v>
                </c:pt>
                <c:pt idx="2469">
                  <c:v>223.49386143007175</c:v>
                </c:pt>
                <c:pt idx="2470">
                  <c:v>221.31436847587182</c:v>
                </c:pt>
                <c:pt idx="2471">
                  <c:v>221.50339210826584</c:v>
                </c:pt>
                <c:pt idx="2472">
                  <c:v>221.31928180408414</c:v>
                </c:pt>
                <c:pt idx="2473">
                  <c:v>222.39420108925938</c:v>
                </c:pt>
                <c:pt idx="2474">
                  <c:v>218.78105665980496</c:v>
                </c:pt>
                <c:pt idx="2475">
                  <c:v>216.67257806088972</c:v>
                </c:pt>
                <c:pt idx="2476">
                  <c:v>218.54647615838874</c:v>
                </c:pt>
                <c:pt idx="2477">
                  <c:v>220.39423454512328</c:v>
                </c:pt>
                <c:pt idx="2478">
                  <c:v>214.52296736192332</c:v>
                </c:pt>
                <c:pt idx="2479">
                  <c:v>217.25607382082262</c:v>
                </c:pt>
                <c:pt idx="2480">
                  <c:v>220.9332602366791</c:v>
                </c:pt>
                <c:pt idx="2481">
                  <c:v>219.61462357713549</c:v>
                </c:pt>
                <c:pt idx="2482">
                  <c:v>217.0036762768589</c:v>
                </c:pt>
                <c:pt idx="2483">
                  <c:v>218.40891780035895</c:v>
                </c:pt>
                <c:pt idx="2484">
                  <c:v>216.04703126810449</c:v>
                </c:pt>
                <c:pt idx="2485">
                  <c:v>216.53485261498497</c:v>
                </c:pt>
                <c:pt idx="2486">
                  <c:v>218.55467175477182</c:v>
                </c:pt>
                <c:pt idx="2487">
                  <c:v>219.8643541384256</c:v>
                </c:pt>
                <c:pt idx="2488">
                  <c:v>219.0315084879627</c:v>
                </c:pt>
                <c:pt idx="2489">
                  <c:v>219.7812809322767</c:v>
                </c:pt>
                <c:pt idx="2490">
                  <c:v>221.06123763034</c:v>
                </c:pt>
                <c:pt idx="2491">
                  <c:v>222.61589493404742</c:v>
                </c:pt>
                <c:pt idx="2492">
                  <c:v>224.42916697877675</c:v>
                </c:pt>
                <c:pt idx="2493">
                  <c:v>225.73937054239434</c:v>
                </c:pt>
                <c:pt idx="2494">
                  <c:v>224.53458892339376</c:v>
                </c:pt>
                <c:pt idx="2495">
                  <c:v>220.64476676949454</c:v>
                </c:pt>
                <c:pt idx="2496">
                  <c:v>220.06943546674501</c:v>
                </c:pt>
                <c:pt idx="2497">
                  <c:v>219.69047765263306</c:v>
                </c:pt>
                <c:pt idx="2498">
                  <c:v>219.07953884745592</c:v>
                </c:pt>
                <c:pt idx="2499">
                  <c:v>218.46407982265615</c:v>
                </c:pt>
                <c:pt idx="2500">
                  <c:v>218.4304091541878</c:v>
                </c:pt>
                <c:pt idx="2501">
                  <c:v>215.38418981172276</c:v>
                </c:pt>
                <c:pt idx="2502">
                  <c:v>214.54184971720258</c:v>
                </c:pt>
                <c:pt idx="2503">
                  <c:v>214.11818866058036</c:v>
                </c:pt>
                <c:pt idx="2504">
                  <c:v>213.6473258196917</c:v>
                </c:pt>
                <c:pt idx="2505">
                  <c:v>212.20724918245261</c:v>
                </c:pt>
                <c:pt idx="2506">
                  <c:v>212.03036134290332</c:v>
                </c:pt>
                <c:pt idx="2507">
                  <c:v>203.87519053185818</c:v>
                </c:pt>
                <c:pt idx="2508">
                  <c:v>199.92664304556399</c:v>
                </c:pt>
                <c:pt idx="2509">
                  <c:v>203.46641160526229</c:v>
                </c:pt>
                <c:pt idx="2510">
                  <c:v>204.52471477270612</c:v>
                </c:pt>
                <c:pt idx="2511">
                  <c:v>205.95315743547235</c:v>
                </c:pt>
                <c:pt idx="2512">
                  <c:v>206.49862833720803</c:v>
                </c:pt>
                <c:pt idx="2513">
                  <c:v>204.32723440796917</c:v>
                </c:pt>
                <c:pt idx="2514">
                  <c:v>203.68147380431884</c:v>
                </c:pt>
                <c:pt idx="2515">
                  <c:v>205.31689998222069</c:v>
                </c:pt>
                <c:pt idx="2516">
                  <c:v>203.27633532455911</c:v>
                </c:pt>
                <c:pt idx="2517">
                  <c:v>205.65552039866466</c:v>
                </c:pt>
                <c:pt idx="2518">
                  <c:v>203.86113674294918</c:v>
                </c:pt>
                <c:pt idx="2519">
                  <c:v>202.88332088042026</c:v>
                </c:pt>
                <c:pt idx="2520">
                  <c:v>204.36062314467367</c:v>
                </c:pt>
                <c:pt idx="2521">
                  <c:v>199.37439533940432</c:v>
                </c:pt>
                <c:pt idx="2522">
                  <c:v>201.36471773378167</c:v>
                </c:pt>
                <c:pt idx="2523">
                  <c:v>203.45140549405824</c:v>
                </c:pt>
                <c:pt idx="2524">
                  <c:v>204.53524587104206</c:v>
                </c:pt>
                <c:pt idx="2525">
                  <c:v>209.28338615342346</c:v>
                </c:pt>
                <c:pt idx="2526">
                  <c:v>209.73481519769445</c:v>
                </c:pt>
                <c:pt idx="2527">
                  <c:v>215.42879429057456</c:v>
                </c:pt>
                <c:pt idx="2528">
                  <c:v>211.11924932986216</c:v>
                </c:pt>
                <c:pt idx="2529">
                  <c:v>213.88234728223813</c:v>
                </c:pt>
                <c:pt idx="2530">
                  <c:v>215.50559370686472</c:v>
                </c:pt>
                <c:pt idx="2531">
                  <c:v>218.19010074206363</c:v>
                </c:pt>
                <c:pt idx="2532">
                  <c:v>215.63532730365949</c:v>
                </c:pt>
                <c:pt idx="2533">
                  <c:v>212.85571673525496</c:v>
                </c:pt>
                <c:pt idx="2534">
                  <c:v>215.62360297534167</c:v>
                </c:pt>
                <c:pt idx="2535">
                  <c:v>214.93399740161962</c:v>
                </c:pt>
                <c:pt idx="2536">
                  <c:v>215.30791015947631</c:v>
                </c:pt>
                <c:pt idx="2537">
                  <c:v>214.54608466548825</c:v>
                </c:pt>
                <c:pt idx="2538">
                  <c:v>218.13013188544684</c:v>
                </c:pt>
                <c:pt idx="2539">
                  <c:v>217.96935186252679</c:v>
                </c:pt>
                <c:pt idx="2540">
                  <c:v>217.1360285957019</c:v>
                </c:pt>
                <c:pt idx="2541">
                  <c:v>217.71081618426879</c:v>
                </c:pt>
                <c:pt idx="2542">
                  <c:v>219.05686969958853</c:v>
                </c:pt>
                <c:pt idx="2543">
                  <c:v>218.13766302607394</c:v>
                </c:pt>
                <c:pt idx="2544">
                  <c:v>223.55354860031858</c:v>
                </c:pt>
                <c:pt idx="2545">
                  <c:v>223.75504537248179</c:v>
                </c:pt>
                <c:pt idx="2546">
                  <c:v>224.72013753698462</c:v>
                </c:pt>
                <c:pt idx="2547">
                  <c:v>225.03243504080768</c:v>
                </c:pt>
                <c:pt idx="2548">
                  <c:v>225.84160792860959</c:v>
                </c:pt>
                <c:pt idx="2549">
                  <c:v>223.17961822135237</c:v>
                </c:pt>
                <c:pt idx="2550">
                  <c:v>224.58636575677025</c:v>
                </c:pt>
                <c:pt idx="2551">
                  <c:v>226.81404559259852</c:v>
                </c:pt>
                <c:pt idx="2552">
                  <c:v>226.50249829316863</c:v>
                </c:pt>
                <c:pt idx="2553">
                  <c:v>227.194663256186</c:v>
                </c:pt>
                <c:pt idx="2554">
                  <c:v>229.27922722849601</c:v>
                </c:pt>
                <c:pt idx="2555">
                  <c:v>231.34770532811106</c:v>
                </c:pt>
                <c:pt idx="2556">
                  <c:v>228.88321547833016</c:v>
                </c:pt>
                <c:pt idx="2557">
                  <c:v>231.24766501035251</c:v>
                </c:pt>
                <c:pt idx="2558">
                  <c:v>223.11542743967635</c:v>
                </c:pt>
                <c:pt idx="2559">
                  <c:v>222.94679424930524</c:v>
                </c:pt>
                <c:pt idx="2560">
                  <c:v>219.86246672703606</c:v>
                </c:pt>
                <c:pt idx="2561">
                  <c:v>218.20198127678788</c:v>
                </c:pt>
                <c:pt idx="2562">
                  <c:v>218.09559215438398</c:v>
                </c:pt>
                <c:pt idx="2563">
                  <c:v>213.41824256548554</c:v>
                </c:pt>
                <c:pt idx="2564">
                  <c:v>216.58104064285718</c:v>
                </c:pt>
                <c:pt idx="2565">
                  <c:v>221.15758301564802</c:v>
                </c:pt>
                <c:pt idx="2566">
                  <c:v>219.08736021505118</c:v>
                </c:pt>
                <c:pt idx="2567">
                  <c:v>219.07799345706817</c:v>
                </c:pt>
                <c:pt idx="2568">
                  <c:v>218.994460423541</c:v>
                </c:pt>
                <c:pt idx="2569">
                  <c:v>216.4082166333404</c:v>
                </c:pt>
                <c:pt idx="2570">
                  <c:v>220.08025228035856</c:v>
                </c:pt>
                <c:pt idx="2571">
                  <c:v>217.87034146463498</c:v>
                </c:pt>
                <c:pt idx="2572">
                  <c:v>219.47514200653265</c:v>
                </c:pt>
                <c:pt idx="2573">
                  <c:v>218.68605858355053</c:v>
                </c:pt>
                <c:pt idx="2574">
                  <c:v>219.14602635573141</c:v>
                </c:pt>
                <c:pt idx="2575">
                  <c:v>221.10034226947846</c:v>
                </c:pt>
                <c:pt idx="2576">
                  <c:v>221.66751634462145</c:v>
                </c:pt>
                <c:pt idx="2577">
                  <c:v>222.82441483556227</c:v>
                </c:pt>
                <c:pt idx="2578">
                  <c:v>215.76764993173893</c:v>
                </c:pt>
                <c:pt idx="2579">
                  <c:v>206.25434204822545</c:v>
                </c:pt>
                <c:pt idx="2580">
                  <c:v>200.89174169304894</c:v>
                </c:pt>
                <c:pt idx="2581">
                  <c:v>195.85083459734619</c:v>
                </c:pt>
                <c:pt idx="2582">
                  <c:v>206.57563487743758</c:v>
                </c:pt>
                <c:pt idx="2583">
                  <c:v>203.52552921910288</c:v>
                </c:pt>
                <c:pt idx="2584">
                  <c:v>205.60363223539301</c:v>
                </c:pt>
                <c:pt idx="2585">
                  <c:v>209.6218997753067</c:v>
                </c:pt>
                <c:pt idx="2586">
                  <c:v>210.26428986791609</c:v>
                </c:pt>
                <c:pt idx="2587">
                  <c:v>210.29383638687318</c:v>
                </c:pt>
                <c:pt idx="2588">
                  <c:v>213.14748573162473</c:v>
                </c:pt>
                <c:pt idx="2589">
                  <c:v>208.51811007242725</c:v>
                </c:pt>
                <c:pt idx="2590">
                  <c:v>212.54484542941063</c:v>
                </c:pt>
                <c:pt idx="2591">
                  <c:v>213.65882527612095</c:v>
                </c:pt>
                <c:pt idx="2592">
                  <c:v>214.41619069599793</c:v>
                </c:pt>
                <c:pt idx="2593">
                  <c:v>213.84509417774811</c:v>
                </c:pt>
                <c:pt idx="2594">
                  <c:v>215.47675698026839</c:v>
                </c:pt>
                <c:pt idx="2595">
                  <c:v>217.36359144193378</c:v>
                </c:pt>
                <c:pt idx="2596">
                  <c:v>218.87410284215625</c:v>
                </c:pt>
                <c:pt idx="2597">
                  <c:v>216.61404404880111</c:v>
                </c:pt>
                <c:pt idx="2598">
                  <c:v>219.15843130796392</c:v>
                </c:pt>
                <c:pt idx="2599">
                  <c:v>219.19857809006919</c:v>
                </c:pt>
                <c:pt idx="2600">
                  <c:v>217.74657467696136</c:v>
                </c:pt>
                <c:pt idx="2601">
                  <c:v>218.17249509076527</c:v>
                </c:pt>
                <c:pt idx="2602">
                  <c:v>217.25834870560786</c:v>
                </c:pt>
                <c:pt idx="2603">
                  <c:v>218.87592516896657</c:v>
                </c:pt>
                <c:pt idx="2604">
                  <c:v>219.3886127882094</c:v>
                </c:pt>
                <c:pt idx="2605">
                  <c:v>216.11241868960295</c:v>
                </c:pt>
                <c:pt idx="2606">
                  <c:v>214.13353557193838</c:v>
                </c:pt>
                <c:pt idx="2607">
                  <c:v>218.01087072826826</c:v>
                </c:pt>
                <c:pt idx="2608">
                  <c:v>220.61367116717022</c:v>
                </c:pt>
                <c:pt idx="2609">
                  <c:v>220.97261467723055</c:v>
                </c:pt>
                <c:pt idx="2610">
                  <c:v>219.51135124657264</c:v>
                </c:pt>
                <c:pt idx="2611">
                  <c:v>213.66083149321975</c:v>
                </c:pt>
                <c:pt idx="2612">
                  <c:v>213.08138716413868</c:v>
                </c:pt>
                <c:pt idx="2613">
                  <c:v>213.78105613788966</c:v>
                </c:pt>
                <c:pt idx="2614">
                  <c:v>217.60200156296125</c:v>
                </c:pt>
                <c:pt idx="2615">
                  <c:v>217.33322456972809</c:v>
                </c:pt>
                <c:pt idx="2616">
                  <c:v>219.03538322907113</c:v>
                </c:pt>
                <c:pt idx="2617">
                  <c:v>219.43195503650543</c:v>
                </c:pt>
                <c:pt idx="2618">
                  <c:v>219.50228129451293</c:v>
                </c:pt>
                <c:pt idx="2619">
                  <c:v>218.09308158229442</c:v>
                </c:pt>
                <c:pt idx="2620">
                  <c:v>218.66063627962427</c:v>
                </c:pt>
                <c:pt idx="2621">
                  <c:v>218.7591636272594</c:v>
                </c:pt>
                <c:pt idx="2622">
                  <c:v>219.68961343458685</c:v>
                </c:pt>
                <c:pt idx="2623">
                  <c:v>218.45393478110361</c:v>
                </c:pt>
                <c:pt idx="2624">
                  <c:v>220.53651223504284</c:v>
                </c:pt>
                <c:pt idx="2625">
                  <c:v>219.89474945030875</c:v>
                </c:pt>
                <c:pt idx="2626">
                  <c:v>221.03962479659754</c:v>
                </c:pt>
                <c:pt idx="2627">
                  <c:v>219.45332464970474</c:v>
                </c:pt>
                <c:pt idx="2628">
                  <c:v>218.69446870217223</c:v>
                </c:pt>
                <c:pt idx="2629">
                  <c:v>217.97546270716737</c:v>
                </c:pt>
                <c:pt idx="2630">
                  <c:v>218.45246215655692</c:v>
                </c:pt>
                <c:pt idx="2631">
                  <c:v>218.18124511549703</c:v>
                </c:pt>
                <c:pt idx="2632">
                  <c:v>222.17485291842172</c:v>
                </c:pt>
                <c:pt idx="2633">
                  <c:v>222.95544637499273</c:v>
                </c:pt>
                <c:pt idx="2634">
                  <c:v>218.81781397870265</c:v>
                </c:pt>
                <c:pt idx="2635">
                  <c:v>218.45127378028658</c:v>
                </c:pt>
                <c:pt idx="2636">
                  <c:v>219.02505005243361</c:v>
                </c:pt>
                <c:pt idx="2637">
                  <c:v>220.48094593497817</c:v>
                </c:pt>
                <c:pt idx="2638">
                  <c:v>221.49029739966076</c:v>
                </c:pt>
                <c:pt idx="2639">
                  <c:v>222.09458596505957</c:v>
                </c:pt>
                <c:pt idx="2640">
                  <c:v>222.45994388806389</c:v>
                </c:pt>
                <c:pt idx="2641">
                  <c:v>221.40969303023962</c:v>
                </c:pt>
                <c:pt idx="2642">
                  <c:v>220.15656844753357</c:v>
                </c:pt>
                <c:pt idx="2643">
                  <c:v>219.89024901029495</c:v>
                </c:pt>
                <c:pt idx="2644">
                  <c:v>221.06590829995895</c:v>
                </c:pt>
                <c:pt idx="2645">
                  <c:v>222.02200739979224</c:v>
                </c:pt>
                <c:pt idx="2646">
                  <c:v>224.38491348815134</c:v>
                </c:pt>
                <c:pt idx="2647">
                  <c:v>221.39113921887645</c:v>
                </c:pt>
                <c:pt idx="2648">
                  <c:v>223.46356031468318</c:v>
                </c:pt>
                <c:pt idx="2649">
                  <c:v>222.55432253822988</c:v>
                </c:pt>
                <c:pt idx="2650">
                  <c:v>223.68951689573908</c:v>
                </c:pt>
                <c:pt idx="2651">
                  <c:v>225.34805169714673</c:v>
                </c:pt>
                <c:pt idx="2652">
                  <c:v>228.4996395764955</c:v>
                </c:pt>
                <c:pt idx="2653">
                  <c:v>229.05218781144376</c:v>
                </c:pt>
                <c:pt idx="2654">
                  <c:v>228.7230243010226</c:v>
                </c:pt>
                <c:pt idx="2655">
                  <c:v>229.18424593101795</c:v>
                </c:pt>
                <c:pt idx="2656">
                  <c:v>225.06537506104507</c:v>
                </c:pt>
                <c:pt idx="2657">
                  <c:v>230.29257325838381</c:v>
                </c:pt>
                <c:pt idx="2658">
                  <c:v>228.05216320863778</c:v>
                </c:pt>
                <c:pt idx="2659">
                  <c:v>226.2165897195348</c:v>
                </c:pt>
                <c:pt idx="2660">
                  <c:v>225.7111599014456</c:v>
                </c:pt>
                <c:pt idx="2661">
                  <c:v>228.11847326744891</c:v>
                </c:pt>
                <c:pt idx="2662">
                  <c:v>229.48532351779761</c:v>
                </c:pt>
                <c:pt idx="2663">
                  <c:v>227.93448081373145</c:v>
                </c:pt>
                <c:pt idx="2664">
                  <c:v>228.42570485222939</c:v>
                </c:pt>
                <c:pt idx="2665">
                  <c:v>227.3240092080384</c:v>
                </c:pt>
                <c:pt idx="2666">
                  <c:v>226.26854415460858</c:v>
                </c:pt>
                <c:pt idx="2667">
                  <c:v>226.93723949604632</c:v>
                </c:pt>
                <c:pt idx="2668">
                  <c:v>227.84202956599614</c:v>
                </c:pt>
                <c:pt idx="2669">
                  <c:v>226.58690188297348</c:v>
                </c:pt>
                <c:pt idx="2670">
                  <c:v>228.12651941286009</c:v>
                </c:pt>
                <c:pt idx="2671">
                  <c:v>226.15218815497869</c:v>
                </c:pt>
                <c:pt idx="2672">
                  <c:v>230.44000119043079</c:v>
                </c:pt>
                <c:pt idx="2673">
                  <c:v>232.07194166787963</c:v>
                </c:pt>
                <c:pt idx="2674">
                  <c:v>231.01925918280054</c:v>
                </c:pt>
                <c:pt idx="2675">
                  <c:v>232.97665123345894</c:v>
                </c:pt>
                <c:pt idx="2676">
                  <c:v>232.29086949145972</c:v>
                </c:pt>
                <c:pt idx="2677">
                  <c:v>231.7530305457588</c:v>
                </c:pt>
                <c:pt idx="2678">
                  <c:v>232.72008246242351</c:v>
                </c:pt>
                <c:pt idx="2679">
                  <c:v>232.07544074674726</c:v>
                </c:pt>
                <c:pt idx="2680">
                  <c:v>233.52612108505141</c:v>
                </c:pt>
                <c:pt idx="2681">
                  <c:v>230.40051239983171</c:v>
                </c:pt>
                <c:pt idx="2682">
                  <c:v>229.44467345503969</c:v>
                </c:pt>
                <c:pt idx="2683">
                  <c:v>230.93371430137225</c:v>
                </c:pt>
                <c:pt idx="2684">
                  <c:v>232.98794946916783</c:v>
                </c:pt>
                <c:pt idx="2685">
                  <c:v>232.23634192850596</c:v>
                </c:pt>
                <c:pt idx="2686">
                  <c:v>231.60399815717247</c:v>
                </c:pt>
                <c:pt idx="2687">
                  <c:v>232.30628337716226</c:v>
                </c:pt>
                <c:pt idx="2688">
                  <c:v>235.90711973908051</c:v>
                </c:pt>
                <c:pt idx="2689">
                  <c:v>235.53936764593465</c:v>
                </c:pt>
                <c:pt idx="2690">
                  <c:v>235.17469243844059</c:v>
                </c:pt>
                <c:pt idx="2691">
                  <c:v>232.67553455643781</c:v>
                </c:pt>
                <c:pt idx="2692">
                  <c:v>232.65083786394368</c:v>
                </c:pt>
                <c:pt idx="2693">
                  <c:v>232.8259765640386</c:v>
                </c:pt>
                <c:pt idx="2694">
                  <c:v>231.44020081963205</c:v>
                </c:pt>
                <c:pt idx="2695">
                  <c:v>232.04459821123592</c:v>
                </c:pt>
                <c:pt idx="2696">
                  <c:v>234.86819680843706</c:v>
                </c:pt>
                <c:pt idx="2697">
                  <c:v>232.5887810223474</c:v>
                </c:pt>
                <c:pt idx="2698">
                  <c:v>232.39936740187497</c:v>
                </c:pt>
                <c:pt idx="2699">
                  <c:v>234.92992986013741</c:v>
                </c:pt>
                <c:pt idx="2700">
                  <c:v>235.53375085380705</c:v>
                </c:pt>
                <c:pt idx="2701">
                  <c:v>236.41612099623748</c:v>
                </c:pt>
                <c:pt idx="2702">
                  <c:v>236.93923413372124</c:v>
                </c:pt>
                <c:pt idx="2703">
                  <c:v>235.10887678268148</c:v>
                </c:pt>
                <c:pt idx="2704">
                  <c:v>235.86964282334822</c:v>
                </c:pt>
                <c:pt idx="2705">
                  <c:v>233.4548457462185</c:v>
                </c:pt>
                <c:pt idx="2706">
                  <c:v>232.5089300943639</c:v>
                </c:pt>
                <c:pt idx="2707">
                  <c:v>230.69734607936977</c:v>
                </c:pt>
                <c:pt idx="2708">
                  <c:v>229.85234132080683</c:v>
                </c:pt>
                <c:pt idx="2709">
                  <c:v>227.32103959146195</c:v>
                </c:pt>
                <c:pt idx="2710">
                  <c:v>228.49970341676598</c:v>
                </c:pt>
                <c:pt idx="2711">
                  <c:v>230.99281148416623</c:v>
                </c:pt>
                <c:pt idx="2712">
                  <c:v>236.11212963899041</c:v>
                </c:pt>
                <c:pt idx="2713">
                  <c:v>235.61280128903923</c:v>
                </c:pt>
                <c:pt idx="2714">
                  <c:v>238.30474987491786</c:v>
                </c:pt>
                <c:pt idx="2715">
                  <c:v>241.49591128550512</c:v>
                </c:pt>
                <c:pt idx="2716">
                  <c:v>239.60995714148191</c:v>
                </c:pt>
                <c:pt idx="2717">
                  <c:v>240.63576083442248</c:v>
                </c:pt>
                <c:pt idx="2718">
                  <c:v>240.21484388930713</c:v>
                </c:pt>
                <c:pt idx="2719">
                  <c:v>241.06095131114463</c:v>
                </c:pt>
                <c:pt idx="2720">
                  <c:v>242.50834505675971</c:v>
                </c:pt>
                <c:pt idx="2721">
                  <c:v>237.95645886535479</c:v>
                </c:pt>
                <c:pt idx="2722">
                  <c:v>233.29884135952926</c:v>
                </c:pt>
                <c:pt idx="2723">
                  <c:v>236.92499734262219</c:v>
                </c:pt>
                <c:pt idx="2724">
                  <c:v>236.84644209713457</c:v>
                </c:pt>
                <c:pt idx="2725">
                  <c:v>236.80166314036308</c:v>
                </c:pt>
                <c:pt idx="2726">
                  <c:v>237.86041887178544</c:v>
                </c:pt>
                <c:pt idx="2727">
                  <c:v>237.54692335710382</c:v>
                </c:pt>
                <c:pt idx="2728">
                  <c:v>237.59705342837765</c:v>
                </c:pt>
                <c:pt idx="2729">
                  <c:v>240.4154046945398</c:v>
                </c:pt>
                <c:pt idx="2730">
                  <c:v>239.97655100893471</c:v>
                </c:pt>
                <c:pt idx="2731">
                  <c:v>242.67384321473256</c:v>
                </c:pt>
                <c:pt idx="2732">
                  <c:v>241.60875770740617</c:v>
                </c:pt>
                <c:pt idx="2733">
                  <c:v>239.80561734233359</c:v>
                </c:pt>
                <c:pt idx="2734">
                  <c:v>240.75454117866926</c:v>
                </c:pt>
                <c:pt idx="2735">
                  <c:v>240.46775839413741</c:v>
                </c:pt>
                <c:pt idx="2736">
                  <c:v>241.910036002411</c:v>
                </c:pt>
                <c:pt idx="2737">
                  <c:v>240.63867680843683</c:v>
                </c:pt>
                <c:pt idx="2738">
                  <c:v>240.17002774299843</c:v>
                </c:pt>
                <c:pt idx="2739">
                  <c:v>242.79027570380677</c:v>
                </c:pt>
                <c:pt idx="2740">
                  <c:v>243.47622034902577</c:v>
                </c:pt>
                <c:pt idx="2741">
                  <c:v>245.47828249035268</c:v>
                </c:pt>
                <c:pt idx="2742">
                  <c:v>246.98493947188254</c:v>
                </c:pt>
                <c:pt idx="2743">
                  <c:v>248.0794349620939</c:v>
                </c:pt>
                <c:pt idx="2744">
                  <c:v>245.28308788609684</c:v>
                </c:pt>
                <c:pt idx="2745">
                  <c:v>244.58847320588504</c:v>
                </c:pt>
                <c:pt idx="2746">
                  <c:v>245.70548470798889</c:v>
                </c:pt>
                <c:pt idx="2747">
                  <c:v>246.43252306238614</c:v>
                </c:pt>
                <c:pt idx="2748">
                  <c:v>246.7624362538582</c:v>
                </c:pt>
                <c:pt idx="2749">
                  <c:v>244.74286943509048</c:v>
                </c:pt>
                <c:pt idx="2750">
                  <c:v>242.96138098661424</c:v>
                </c:pt>
                <c:pt idx="2751">
                  <c:v>241.61400215437996</c:v>
                </c:pt>
                <c:pt idx="2752">
                  <c:v>241.99936624102227</c:v>
                </c:pt>
                <c:pt idx="2753">
                  <c:v>242.01825941313558</c:v>
                </c:pt>
                <c:pt idx="2754">
                  <c:v>243.48230271179983</c:v>
                </c:pt>
                <c:pt idx="2755">
                  <c:v>241.61657051955572</c:v>
                </c:pt>
                <c:pt idx="2756">
                  <c:v>241.71114061818386</c:v>
                </c:pt>
                <c:pt idx="2757">
                  <c:v>240.65739466050522</c:v>
                </c:pt>
                <c:pt idx="2758">
                  <c:v>239.7992349776093</c:v>
                </c:pt>
                <c:pt idx="2759">
                  <c:v>241.1667761008022</c:v>
                </c:pt>
                <c:pt idx="2760">
                  <c:v>241.3569986290143</c:v>
                </c:pt>
                <c:pt idx="2761">
                  <c:v>242.97121488972502</c:v>
                </c:pt>
                <c:pt idx="2762">
                  <c:v>243.01530638696298</c:v>
                </c:pt>
                <c:pt idx="2763">
                  <c:v>243.17540471938491</c:v>
                </c:pt>
                <c:pt idx="2764">
                  <c:v>242.80002945137025</c:v>
                </c:pt>
                <c:pt idx="2765">
                  <c:v>239.92062065125197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8A3-4532-A8F3-10ED1F4537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24493119"/>
        <c:axId val="824498879"/>
      </c:lineChart>
      <c:lineChart>
        <c:grouping val="standard"/>
        <c:varyColors val="0"/>
        <c:ser>
          <c:idx val="0"/>
          <c:order val="0"/>
          <c:tx>
            <c:strRef>
              <c:f>Tecnología!$AT$8</c:f>
              <c:strCache>
                <c:ptCount val="1"/>
                <c:pt idx="0">
                  <c:v>Tecnología</c:v>
                </c:pt>
              </c:strCache>
            </c:strRef>
          </c:tx>
          <c:spPr>
            <a:ln w="28575" cap="rnd">
              <a:solidFill>
                <a:schemeClr val="accent2">
                  <a:alpha val="80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'Consumo Básico'!$A$9:$A$2774</c:f>
              <c:numCache>
                <c:formatCode>m/d/yyyy</c:formatCode>
                <c:ptCount val="2766"/>
                <c:pt idx="0">
                  <c:v>42006</c:v>
                </c:pt>
                <c:pt idx="1">
                  <c:v>42009</c:v>
                </c:pt>
                <c:pt idx="2">
                  <c:v>42010</c:v>
                </c:pt>
                <c:pt idx="3">
                  <c:v>42011</c:v>
                </c:pt>
                <c:pt idx="4">
                  <c:v>42012</c:v>
                </c:pt>
                <c:pt idx="5">
                  <c:v>42013</c:v>
                </c:pt>
                <c:pt idx="6">
                  <c:v>42016</c:v>
                </c:pt>
                <c:pt idx="7">
                  <c:v>42017</c:v>
                </c:pt>
                <c:pt idx="8">
                  <c:v>42018</c:v>
                </c:pt>
                <c:pt idx="9">
                  <c:v>42019</c:v>
                </c:pt>
                <c:pt idx="10">
                  <c:v>42020</c:v>
                </c:pt>
                <c:pt idx="11">
                  <c:v>42024</c:v>
                </c:pt>
                <c:pt idx="12">
                  <c:v>42025</c:v>
                </c:pt>
                <c:pt idx="13">
                  <c:v>42026</c:v>
                </c:pt>
                <c:pt idx="14">
                  <c:v>42027</c:v>
                </c:pt>
                <c:pt idx="15">
                  <c:v>42030</c:v>
                </c:pt>
                <c:pt idx="16">
                  <c:v>42031</c:v>
                </c:pt>
                <c:pt idx="17">
                  <c:v>42032</c:v>
                </c:pt>
                <c:pt idx="18">
                  <c:v>42033</c:v>
                </c:pt>
                <c:pt idx="19">
                  <c:v>42034</c:v>
                </c:pt>
                <c:pt idx="20">
                  <c:v>42037</c:v>
                </c:pt>
                <c:pt idx="21">
                  <c:v>42038</c:v>
                </c:pt>
                <c:pt idx="22">
                  <c:v>42039</c:v>
                </c:pt>
                <c:pt idx="23">
                  <c:v>42040</c:v>
                </c:pt>
                <c:pt idx="24">
                  <c:v>42041</c:v>
                </c:pt>
                <c:pt idx="25">
                  <c:v>42044</c:v>
                </c:pt>
                <c:pt idx="26">
                  <c:v>42045</c:v>
                </c:pt>
                <c:pt idx="27">
                  <c:v>42046</c:v>
                </c:pt>
                <c:pt idx="28">
                  <c:v>42047</c:v>
                </c:pt>
                <c:pt idx="29">
                  <c:v>42048</c:v>
                </c:pt>
                <c:pt idx="30">
                  <c:v>42052</c:v>
                </c:pt>
                <c:pt idx="31">
                  <c:v>42053</c:v>
                </c:pt>
                <c:pt idx="32">
                  <c:v>42054</c:v>
                </c:pt>
                <c:pt idx="33">
                  <c:v>42055</c:v>
                </c:pt>
                <c:pt idx="34">
                  <c:v>42058</c:v>
                </c:pt>
                <c:pt idx="35">
                  <c:v>42059</c:v>
                </c:pt>
                <c:pt idx="36">
                  <c:v>42060</c:v>
                </c:pt>
                <c:pt idx="37">
                  <c:v>42061</c:v>
                </c:pt>
                <c:pt idx="38">
                  <c:v>42062</c:v>
                </c:pt>
                <c:pt idx="39">
                  <c:v>42065</c:v>
                </c:pt>
                <c:pt idx="40">
                  <c:v>42066</c:v>
                </c:pt>
                <c:pt idx="41">
                  <c:v>42067</c:v>
                </c:pt>
                <c:pt idx="42">
                  <c:v>42068</c:v>
                </c:pt>
                <c:pt idx="43">
                  <c:v>42069</c:v>
                </c:pt>
                <c:pt idx="44">
                  <c:v>42072</c:v>
                </c:pt>
                <c:pt idx="45">
                  <c:v>42073</c:v>
                </c:pt>
                <c:pt idx="46">
                  <c:v>42074</c:v>
                </c:pt>
                <c:pt idx="47">
                  <c:v>42075</c:v>
                </c:pt>
                <c:pt idx="48">
                  <c:v>42076</c:v>
                </c:pt>
                <c:pt idx="49">
                  <c:v>42079</c:v>
                </c:pt>
                <c:pt idx="50">
                  <c:v>42080</c:v>
                </c:pt>
                <c:pt idx="51">
                  <c:v>42081</c:v>
                </c:pt>
                <c:pt idx="52">
                  <c:v>42082</c:v>
                </c:pt>
                <c:pt idx="53">
                  <c:v>42083</c:v>
                </c:pt>
                <c:pt idx="54">
                  <c:v>42086</c:v>
                </c:pt>
                <c:pt idx="55">
                  <c:v>42087</c:v>
                </c:pt>
                <c:pt idx="56">
                  <c:v>42088</c:v>
                </c:pt>
                <c:pt idx="57">
                  <c:v>42089</c:v>
                </c:pt>
                <c:pt idx="58">
                  <c:v>42090</c:v>
                </c:pt>
                <c:pt idx="59">
                  <c:v>42093</c:v>
                </c:pt>
                <c:pt idx="60">
                  <c:v>42094</c:v>
                </c:pt>
                <c:pt idx="61">
                  <c:v>42095</c:v>
                </c:pt>
                <c:pt idx="62">
                  <c:v>42096</c:v>
                </c:pt>
                <c:pt idx="63">
                  <c:v>42100</c:v>
                </c:pt>
                <c:pt idx="64">
                  <c:v>42101</c:v>
                </c:pt>
                <c:pt idx="65">
                  <c:v>42102</c:v>
                </c:pt>
                <c:pt idx="66">
                  <c:v>42103</c:v>
                </c:pt>
                <c:pt idx="67">
                  <c:v>42104</c:v>
                </c:pt>
                <c:pt idx="68">
                  <c:v>42107</c:v>
                </c:pt>
                <c:pt idx="69">
                  <c:v>42108</c:v>
                </c:pt>
                <c:pt idx="70">
                  <c:v>42109</c:v>
                </c:pt>
                <c:pt idx="71">
                  <c:v>42110</c:v>
                </c:pt>
                <c:pt idx="72">
                  <c:v>42111</c:v>
                </c:pt>
                <c:pt idx="73">
                  <c:v>42114</c:v>
                </c:pt>
                <c:pt idx="74">
                  <c:v>42115</c:v>
                </c:pt>
                <c:pt idx="75">
                  <c:v>42116</c:v>
                </c:pt>
                <c:pt idx="76">
                  <c:v>42117</c:v>
                </c:pt>
                <c:pt idx="77">
                  <c:v>42118</c:v>
                </c:pt>
                <c:pt idx="78">
                  <c:v>42121</c:v>
                </c:pt>
                <c:pt idx="79">
                  <c:v>42122</c:v>
                </c:pt>
                <c:pt idx="80">
                  <c:v>42123</c:v>
                </c:pt>
                <c:pt idx="81">
                  <c:v>42124</c:v>
                </c:pt>
                <c:pt idx="82">
                  <c:v>42125</c:v>
                </c:pt>
                <c:pt idx="83">
                  <c:v>42128</c:v>
                </c:pt>
                <c:pt idx="84">
                  <c:v>42129</c:v>
                </c:pt>
                <c:pt idx="85">
                  <c:v>42130</c:v>
                </c:pt>
                <c:pt idx="86">
                  <c:v>42131</c:v>
                </c:pt>
                <c:pt idx="87">
                  <c:v>42132</c:v>
                </c:pt>
                <c:pt idx="88">
                  <c:v>42135</c:v>
                </c:pt>
                <c:pt idx="89">
                  <c:v>42136</c:v>
                </c:pt>
                <c:pt idx="90">
                  <c:v>42137</c:v>
                </c:pt>
                <c:pt idx="91">
                  <c:v>42138</c:v>
                </c:pt>
                <c:pt idx="92">
                  <c:v>42139</c:v>
                </c:pt>
                <c:pt idx="93">
                  <c:v>42142</c:v>
                </c:pt>
                <c:pt idx="94">
                  <c:v>42143</c:v>
                </c:pt>
                <c:pt idx="95">
                  <c:v>42144</c:v>
                </c:pt>
                <c:pt idx="96">
                  <c:v>42145</c:v>
                </c:pt>
                <c:pt idx="97">
                  <c:v>42146</c:v>
                </c:pt>
                <c:pt idx="98">
                  <c:v>42150</c:v>
                </c:pt>
                <c:pt idx="99">
                  <c:v>42151</c:v>
                </c:pt>
                <c:pt idx="100">
                  <c:v>42152</c:v>
                </c:pt>
                <c:pt idx="101">
                  <c:v>42153</c:v>
                </c:pt>
                <c:pt idx="102">
                  <c:v>42156</c:v>
                </c:pt>
                <c:pt idx="103">
                  <c:v>42157</c:v>
                </c:pt>
                <c:pt idx="104">
                  <c:v>42158</c:v>
                </c:pt>
                <c:pt idx="105">
                  <c:v>42159</c:v>
                </c:pt>
                <c:pt idx="106">
                  <c:v>42160</c:v>
                </c:pt>
                <c:pt idx="107">
                  <c:v>42163</c:v>
                </c:pt>
                <c:pt idx="108">
                  <c:v>42164</c:v>
                </c:pt>
                <c:pt idx="109">
                  <c:v>42165</c:v>
                </c:pt>
                <c:pt idx="110">
                  <c:v>42166</c:v>
                </c:pt>
                <c:pt idx="111">
                  <c:v>42167</c:v>
                </c:pt>
                <c:pt idx="112">
                  <c:v>42170</c:v>
                </c:pt>
                <c:pt idx="113">
                  <c:v>42171</c:v>
                </c:pt>
                <c:pt idx="114">
                  <c:v>42172</c:v>
                </c:pt>
                <c:pt idx="115">
                  <c:v>42173</c:v>
                </c:pt>
                <c:pt idx="116">
                  <c:v>42174</c:v>
                </c:pt>
                <c:pt idx="117">
                  <c:v>42177</c:v>
                </c:pt>
                <c:pt idx="118">
                  <c:v>42178</c:v>
                </c:pt>
                <c:pt idx="119">
                  <c:v>42179</c:v>
                </c:pt>
                <c:pt idx="120">
                  <c:v>42180</c:v>
                </c:pt>
                <c:pt idx="121">
                  <c:v>42181</c:v>
                </c:pt>
                <c:pt idx="122">
                  <c:v>42184</c:v>
                </c:pt>
                <c:pt idx="123">
                  <c:v>42185</c:v>
                </c:pt>
                <c:pt idx="124">
                  <c:v>42186</c:v>
                </c:pt>
                <c:pt idx="125">
                  <c:v>42187</c:v>
                </c:pt>
                <c:pt idx="126">
                  <c:v>42191</c:v>
                </c:pt>
                <c:pt idx="127">
                  <c:v>42192</c:v>
                </c:pt>
                <c:pt idx="128">
                  <c:v>42193</c:v>
                </c:pt>
                <c:pt idx="129">
                  <c:v>42194</c:v>
                </c:pt>
                <c:pt idx="130">
                  <c:v>42195</c:v>
                </c:pt>
                <c:pt idx="131">
                  <c:v>42198</c:v>
                </c:pt>
                <c:pt idx="132">
                  <c:v>42199</c:v>
                </c:pt>
                <c:pt idx="133">
                  <c:v>42200</c:v>
                </c:pt>
                <c:pt idx="134">
                  <c:v>42201</c:v>
                </c:pt>
                <c:pt idx="135">
                  <c:v>42202</c:v>
                </c:pt>
                <c:pt idx="136">
                  <c:v>42205</c:v>
                </c:pt>
                <c:pt idx="137">
                  <c:v>42206</c:v>
                </c:pt>
                <c:pt idx="138">
                  <c:v>42207</c:v>
                </c:pt>
                <c:pt idx="139">
                  <c:v>42208</c:v>
                </c:pt>
                <c:pt idx="140">
                  <c:v>42209</c:v>
                </c:pt>
                <c:pt idx="141">
                  <c:v>42212</c:v>
                </c:pt>
                <c:pt idx="142">
                  <c:v>42213</c:v>
                </c:pt>
                <c:pt idx="143">
                  <c:v>42214</c:v>
                </c:pt>
                <c:pt idx="144">
                  <c:v>42215</c:v>
                </c:pt>
                <c:pt idx="145">
                  <c:v>42216</c:v>
                </c:pt>
                <c:pt idx="146">
                  <c:v>42219</c:v>
                </c:pt>
                <c:pt idx="147">
                  <c:v>42220</c:v>
                </c:pt>
                <c:pt idx="148">
                  <c:v>42221</c:v>
                </c:pt>
                <c:pt idx="149">
                  <c:v>42222</c:v>
                </c:pt>
                <c:pt idx="150">
                  <c:v>42223</c:v>
                </c:pt>
                <c:pt idx="151">
                  <c:v>42226</c:v>
                </c:pt>
                <c:pt idx="152">
                  <c:v>42227</c:v>
                </c:pt>
                <c:pt idx="153">
                  <c:v>42228</c:v>
                </c:pt>
                <c:pt idx="154">
                  <c:v>42229</c:v>
                </c:pt>
                <c:pt idx="155">
                  <c:v>42230</c:v>
                </c:pt>
                <c:pt idx="156">
                  <c:v>42233</c:v>
                </c:pt>
                <c:pt idx="157">
                  <c:v>42234</c:v>
                </c:pt>
                <c:pt idx="158">
                  <c:v>42235</c:v>
                </c:pt>
                <c:pt idx="159">
                  <c:v>42236</c:v>
                </c:pt>
                <c:pt idx="160">
                  <c:v>42237</c:v>
                </c:pt>
                <c:pt idx="161">
                  <c:v>42240</c:v>
                </c:pt>
                <c:pt idx="162">
                  <c:v>42241</c:v>
                </c:pt>
                <c:pt idx="163">
                  <c:v>42242</c:v>
                </c:pt>
                <c:pt idx="164">
                  <c:v>42243</c:v>
                </c:pt>
                <c:pt idx="165">
                  <c:v>42244</c:v>
                </c:pt>
                <c:pt idx="166">
                  <c:v>42247</c:v>
                </c:pt>
                <c:pt idx="167">
                  <c:v>42248</c:v>
                </c:pt>
                <c:pt idx="168">
                  <c:v>42249</c:v>
                </c:pt>
                <c:pt idx="169">
                  <c:v>42250</c:v>
                </c:pt>
                <c:pt idx="170">
                  <c:v>42251</c:v>
                </c:pt>
                <c:pt idx="171">
                  <c:v>42255</c:v>
                </c:pt>
                <c:pt idx="172">
                  <c:v>42256</c:v>
                </c:pt>
                <c:pt idx="173">
                  <c:v>42257</c:v>
                </c:pt>
                <c:pt idx="174">
                  <c:v>42258</c:v>
                </c:pt>
                <c:pt idx="175">
                  <c:v>42261</c:v>
                </c:pt>
                <c:pt idx="176">
                  <c:v>42262</c:v>
                </c:pt>
                <c:pt idx="177">
                  <c:v>42263</c:v>
                </c:pt>
                <c:pt idx="178">
                  <c:v>42264</c:v>
                </c:pt>
                <c:pt idx="179">
                  <c:v>42265</c:v>
                </c:pt>
                <c:pt idx="180">
                  <c:v>42268</c:v>
                </c:pt>
                <c:pt idx="181">
                  <c:v>42269</c:v>
                </c:pt>
                <c:pt idx="182">
                  <c:v>42270</c:v>
                </c:pt>
                <c:pt idx="183">
                  <c:v>42271</c:v>
                </c:pt>
                <c:pt idx="184">
                  <c:v>42272</c:v>
                </c:pt>
                <c:pt idx="185">
                  <c:v>42275</c:v>
                </c:pt>
                <c:pt idx="186">
                  <c:v>42276</c:v>
                </c:pt>
                <c:pt idx="187">
                  <c:v>42277</c:v>
                </c:pt>
                <c:pt idx="188">
                  <c:v>42278</c:v>
                </c:pt>
                <c:pt idx="189">
                  <c:v>42279</c:v>
                </c:pt>
                <c:pt idx="190">
                  <c:v>42282</c:v>
                </c:pt>
                <c:pt idx="191">
                  <c:v>42283</c:v>
                </c:pt>
                <c:pt idx="192">
                  <c:v>42284</c:v>
                </c:pt>
                <c:pt idx="193">
                  <c:v>42285</c:v>
                </c:pt>
                <c:pt idx="194">
                  <c:v>42286</c:v>
                </c:pt>
                <c:pt idx="195">
                  <c:v>42289</c:v>
                </c:pt>
                <c:pt idx="196">
                  <c:v>42290</c:v>
                </c:pt>
                <c:pt idx="197">
                  <c:v>42291</c:v>
                </c:pt>
                <c:pt idx="198">
                  <c:v>42292</c:v>
                </c:pt>
                <c:pt idx="199">
                  <c:v>42293</c:v>
                </c:pt>
                <c:pt idx="200">
                  <c:v>42296</c:v>
                </c:pt>
                <c:pt idx="201">
                  <c:v>42297</c:v>
                </c:pt>
                <c:pt idx="202">
                  <c:v>42298</c:v>
                </c:pt>
                <c:pt idx="203">
                  <c:v>42299</c:v>
                </c:pt>
                <c:pt idx="204">
                  <c:v>42300</c:v>
                </c:pt>
                <c:pt idx="205">
                  <c:v>42303</c:v>
                </c:pt>
                <c:pt idx="206">
                  <c:v>42304</c:v>
                </c:pt>
                <c:pt idx="207">
                  <c:v>42305</c:v>
                </c:pt>
                <c:pt idx="208">
                  <c:v>42306</c:v>
                </c:pt>
                <c:pt idx="209">
                  <c:v>42307</c:v>
                </c:pt>
                <c:pt idx="210">
                  <c:v>42310</c:v>
                </c:pt>
                <c:pt idx="211">
                  <c:v>42311</c:v>
                </c:pt>
                <c:pt idx="212">
                  <c:v>42312</c:v>
                </c:pt>
                <c:pt idx="213">
                  <c:v>42313</c:v>
                </c:pt>
                <c:pt idx="214">
                  <c:v>42314</c:v>
                </c:pt>
                <c:pt idx="215">
                  <c:v>42317</c:v>
                </c:pt>
                <c:pt idx="216">
                  <c:v>42318</c:v>
                </c:pt>
                <c:pt idx="217">
                  <c:v>42319</c:v>
                </c:pt>
                <c:pt idx="218">
                  <c:v>42320</c:v>
                </c:pt>
                <c:pt idx="219">
                  <c:v>42321</c:v>
                </c:pt>
                <c:pt idx="220">
                  <c:v>42324</c:v>
                </c:pt>
                <c:pt idx="221">
                  <c:v>42325</c:v>
                </c:pt>
                <c:pt idx="222">
                  <c:v>42326</c:v>
                </c:pt>
                <c:pt idx="223">
                  <c:v>42327</c:v>
                </c:pt>
                <c:pt idx="224">
                  <c:v>42328</c:v>
                </c:pt>
                <c:pt idx="225">
                  <c:v>42331</c:v>
                </c:pt>
                <c:pt idx="226">
                  <c:v>42332</c:v>
                </c:pt>
                <c:pt idx="227">
                  <c:v>42333</c:v>
                </c:pt>
                <c:pt idx="228">
                  <c:v>42335</c:v>
                </c:pt>
                <c:pt idx="229">
                  <c:v>42338</c:v>
                </c:pt>
                <c:pt idx="230">
                  <c:v>42339</c:v>
                </c:pt>
                <c:pt idx="231">
                  <c:v>42340</c:v>
                </c:pt>
                <c:pt idx="232">
                  <c:v>42341</c:v>
                </c:pt>
                <c:pt idx="233">
                  <c:v>42342</c:v>
                </c:pt>
                <c:pt idx="234">
                  <c:v>42345</c:v>
                </c:pt>
                <c:pt idx="235">
                  <c:v>42346</c:v>
                </c:pt>
                <c:pt idx="236">
                  <c:v>42347</c:v>
                </c:pt>
                <c:pt idx="237">
                  <c:v>42348</c:v>
                </c:pt>
                <c:pt idx="238">
                  <c:v>42349</c:v>
                </c:pt>
                <c:pt idx="239">
                  <c:v>42352</c:v>
                </c:pt>
                <c:pt idx="240">
                  <c:v>42353</c:v>
                </c:pt>
                <c:pt idx="241">
                  <c:v>42354</c:v>
                </c:pt>
                <c:pt idx="242">
                  <c:v>42355</c:v>
                </c:pt>
                <c:pt idx="243">
                  <c:v>42356</c:v>
                </c:pt>
                <c:pt idx="244">
                  <c:v>42359</c:v>
                </c:pt>
                <c:pt idx="245">
                  <c:v>42360</c:v>
                </c:pt>
                <c:pt idx="246">
                  <c:v>42361</c:v>
                </c:pt>
                <c:pt idx="247">
                  <c:v>42362</c:v>
                </c:pt>
                <c:pt idx="248">
                  <c:v>42366</c:v>
                </c:pt>
                <c:pt idx="249">
                  <c:v>42367</c:v>
                </c:pt>
                <c:pt idx="250">
                  <c:v>42368</c:v>
                </c:pt>
                <c:pt idx="251">
                  <c:v>42369</c:v>
                </c:pt>
                <c:pt idx="252">
                  <c:v>42373</c:v>
                </c:pt>
                <c:pt idx="253">
                  <c:v>42374</c:v>
                </c:pt>
                <c:pt idx="254">
                  <c:v>42375</c:v>
                </c:pt>
                <c:pt idx="255">
                  <c:v>42376</c:v>
                </c:pt>
                <c:pt idx="256">
                  <c:v>42377</c:v>
                </c:pt>
                <c:pt idx="257">
                  <c:v>42380</c:v>
                </c:pt>
                <c:pt idx="258">
                  <c:v>42381</c:v>
                </c:pt>
                <c:pt idx="259">
                  <c:v>42382</c:v>
                </c:pt>
                <c:pt idx="260">
                  <c:v>42383</c:v>
                </c:pt>
                <c:pt idx="261">
                  <c:v>42384</c:v>
                </c:pt>
                <c:pt idx="262">
                  <c:v>42388</c:v>
                </c:pt>
                <c:pt idx="263">
                  <c:v>42389</c:v>
                </c:pt>
                <c:pt idx="264">
                  <c:v>42390</c:v>
                </c:pt>
                <c:pt idx="265">
                  <c:v>42391</c:v>
                </c:pt>
                <c:pt idx="266">
                  <c:v>42394</c:v>
                </c:pt>
                <c:pt idx="267">
                  <c:v>42395</c:v>
                </c:pt>
                <c:pt idx="268">
                  <c:v>42396</c:v>
                </c:pt>
                <c:pt idx="269">
                  <c:v>42397</c:v>
                </c:pt>
                <c:pt idx="270">
                  <c:v>42398</c:v>
                </c:pt>
                <c:pt idx="271">
                  <c:v>42401</c:v>
                </c:pt>
                <c:pt idx="272">
                  <c:v>42402</c:v>
                </c:pt>
                <c:pt idx="273">
                  <c:v>42403</c:v>
                </c:pt>
                <c:pt idx="274">
                  <c:v>42404</c:v>
                </c:pt>
                <c:pt idx="275">
                  <c:v>42405</c:v>
                </c:pt>
                <c:pt idx="276">
                  <c:v>42408</c:v>
                </c:pt>
                <c:pt idx="277">
                  <c:v>42409</c:v>
                </c:pt>
                <c:pt idx="278">
                  <c:v>42410</c:v>
                </c:pt>
                <c:pt idx="279">
                  <c:v>42411</c:v>
                </c:pt>
                <c:pt idx="280">
                  <c:v>42412</c:v>
                </c:pt>
                <c:pt idx="281">
                  <c:v>42416</c:v>
                </c:pt>
                <c:pt idx="282">
                  <c:v>42417</c:v>
                </c:pt>
                <c:pt idx="283">
                  <c:v>42418</c:v>
                </c:pt>
                <c:pt idx="284">
                  <c:v>42419</c:v>
                </c:pt>
                <c:pt idx="285">
                  <c:v>42422</c:v>
                </c:pt>
                <c:pt idx="286">
                  <c:v>42423</c:v>
                </c:pt>
                <c:pt idx="287">
                  <c:v>42424</c:v>
                </c:pt>
                <c:pt idx="288">
                  <c:v>42425</c:v>
                </c:pt>
                <c:pt idx="289">
                  <c:v>42426</c:v>
                </c:pt>
                <c:pt idx="290">
                  <c:v>42429</c:v>
                </c:pt>
                <c:pt idx="291">
                  <c:v>42430</c:v>
                </c:pt>
                <c:pt idx="292">
                  <c:v>42431</c:v>
                </c:pt>
                <c:pt idx="293">
                  <c:v>42432</c:v>
                </c:pt>
                <c:pt idx="294">
                  <c:v>42433</c:v>
                </c:pt>
                <c:pt idx="295">
                  <c:v>42436</c:v>
                </c:pt>
                <c:pt idx="296">
                  <c:v>42437</c:v>
                </c:pt>
                <c:pt idx="297">
                  <c:v>42438</c:v>
                </c:pt>
                <c:pt idx="298">
                  <c:v>42439</c:v>
                </c:pt>
                <c:pt idx="299">
                  <c:v>42440</c:v>
                </c:pt>
                <c:pt idx="300">
                  <c:v>42443</c:v>
                </c:pt>
                <c:pt idx="301">
                  <c:v>42444</c:v>
                </c:pt>
                <c:pt idx="302">
                  <c:v>42445</c:v>
                </c:pt>
                <c:pt idx="303">
                  <c:v>42446</c:v>
                </c:pt>
                <c:pt idx="304">
                  <c:v>42447</c:v>
                </c:pt>
                <c:pt idx="305">
                  <c:v>42450</c:v>
                </c:pt>
                <c:pt idx="306">
                  <c:v>42451</c:v>
                </c:pt>
                <c:pt idx="307">
                  <c:v>42452</c:v>
                </c:pt>
                <c:pt idx="308">
                  <c:v>42453</c:v>
                </c:pt>
                <c:pt idx="309">
                  <c:v>42457</c:v>
                </c:pt>
                <c:pt idx="310">
                  <c:v>42458</c:v>
                </c:pt>
                <c:pt idx="311">
                  <c:v>42459</c:v>
                </c:pt>
                <c:pt idx="312">
                  <c:v>42460</c:v>
                </c:pt>
                <c:pt idx="313">
                  <c:v>42461</c:v>
                </c:pt>
                <c:pt idx="314">
                  <c:v>42464</c:v>
                </c:pt>
                <c:pt idx="315">
                  <c:v>42465</c:v>
                </c:pt>
                <c:pt idx="316">
                  <c:v>42466</c:v>
                </c:pt>
                <c:pt idx="317">
                  <c:v>42467</c:v>
                </c:pt>
                <c:pt idx="318">
                  <c:v>42468</c:v>
                </c:pt>
                <c:pt idx="319">
                  <c:v>42471</c:v>
                </c:pt>
                <c:pt idx="320">
                  <c:v>42472</c:v>
                </c:pt>
                <c:pt idx="321">
                  <c:v>42473</c:v>
                </c:pt>
                <c:pt idx="322">
                  <c:v>42474</c:v>
                </c:pt>
                <c:pt idx="323">
                  <c:v>42475</c:v>
                </c:pt>
                <c:pt idx="324">
                  <c:v>42478</c:v>
                </c:pt>
                <c:pt idx="325">
                  <c:v>42479</c:v>
                </c:pt>
                <c:pt idx="326">
                  <c:v>42480</c:v>
                </c:pt>
                <c:pt idx="327">
                  <c:v>42481</c:v>
                </c:pt>
                <c:pt idx="328">
                  <c:v>42482</c:v>
                </c:pt>
                <c:pt idx="329">
                  <c:v>42485</c:v>
                </c:pt>
                <c:pt idx="330">
                  <c:v>42486</c:v>
                </c:pt>
                <c:pt idx="331">
                  <c:v>42487</c:v>
                </c:pt>
                <c:pt idx="332">
                  <c:v>42488</c:v>
                </c:pt>
                <c:pt idx="333">
                  <c:v>42489</c:v>
                </c:pt>
                <c:pt idx="334">
                  <c:v>42492</c:v>
                </c:pt>
                <c:pt idx="335">
                  <c:v>42493</c:v>
                </c:pt>
                <c:pt idx="336">
                  <c:v>42494</c:v>
                </c:pt>
                <c:pt idx="337">
                  <c:v>42495</c:v>
                </c:pt>
                <c:pt idx="338">
                  <c:v>42496</c:v>
                </c:pt>
                <c:pt idx="339">
                  <c:v>42499</c:v>
                </c:pt>
                <c:pt idx="340">
                  <c:v>42500</c:v>
                </c:pt>
                <c:pt idx="341">
                  <c:v>42501</c:v>
                </c:pt>
                <c:pt idx="342">
                  <c:v>42502</c:v>
                </c:pt>
                <c:pt idx="343">
                  <c:v>42503</c:v>
                </c:pt>
                <c:pt idx="344">
                  <c:v>42506</c:v>
                </c:pt>
                <c:pt idx="345">
                  <c:v>42507</c:v>
                </c:pt>
                <c:pt idx="346">
                  <c:v>42508</c:v>
                </c:pt>
                <c:pt idx="347">
                  <c:v>42509</c:v>
                </c:pt>
                <c:pt idx="348">
                  <c:v>42510</c:v>
                </c:pt>
                <c:pt idx="349">
                  <c:v>42513</c:v>
                </c:pt>
                <c:pt idx="350">
                  <c:v>42514</c:v>
                </c:pt>
                <c:pt idx="351">
                  <c:v>42515</c:v>
                </c:pt>
                <c:pt idx="352">
                  <c:v>42516</c:v>
                </c:pt>
                <c:pt idx="353">
                  <c:v>42517</c:v>
                </c:pt>
                <c:pt idx="354">
                  <c:v>42521</c:v>
                </c:pt>
                <c:pt idx="355">
                  <c:v>42522</c:v>
                </c:pt>
                <c:pt idx="356">
                  <c:v>42523</c:v>
                </c:pt>
                <c:pt idx="357">
                  <c:v>42524</c:v>
                </c:pt>
                <c:pt idx="358">
                  <c:v>42527</c:v>
                </c:pt>
                <c:pt idx="359">
                  <c:v>42528</c:v>
                </c:pt>
                <c:pt idx="360">
                  <c:v>42529</c:v>
                </c:pt>
                <c:pt idx="361">
                  <c:v>42530</c:v>
                </c:pt>
                <c:pt idx="362">
                  <c:v>42531</c:v>
                </c:pt>
                <c:pt idx="363">
                  <c:v>42534</c:v>
                </c:pt>
                <c:pt idx="364">
                  <c:v>42535</c:v>
                </c:pt>
                <c:pt idx="365">
                  <c:v>42536</c:v>
                </c:pt>
                <c:pt idx="366">
                  <c:v>42537</c:v>
                </c:pt>
                <c:pt idx="367">
                  <c:v>42538</c:v>
                </c:pt>
                <c:pt idx="368">
                  <c:v>42541</c:v>
                </c:pt>
                <c:pt idx="369">
                  <c:v>42542</c:v>
                </c:pt>
                <c:pt idx="370">
                  <c:v>42543</c:v>
                </c:pt>
                <c:pt idx="371">
                  <c:v>42544</c:v>
                </c:pt>
                <c:pt idx="372">
                  <c:v>42545</c:v>
                </c:pt>
                <c:pt idx="373">
                  <c:v>42548</c:v>
                </c:pt>
                <c:pt idx="374">
                  <c:v>42549</c:v>
                </c:pt>
                <c:pt idx="375">
                  <c:v>42550</c:v>
                </c:pt>
                <c:pt idx="376">
                  <c:v>42551</c:v>
                </c:pt>
                <c:pt idx="377">
                  <c:v>42552</c:v>
                </c:pt>
                <c:pt idx="378">
                  <c:v>42556</c:v>
                </c:pt>
                <c:pt idx="379">
                  <c:v>42557</c:v>
                </c:pt>
                <c:pt idx="380">
                  <c:v>42558</c:v>
                </c:pt>
                <c:pt idx="381">
                  <c:v>42559</c:v>
                </c:pt>
                <c:pt idx="382">
                  <c:v>42562</c:v>
                </c:pt>
                <c:pt idx="383">
                  <c:v>42563</c:v>
                </c:pt>
                <c:pt idx="384">
                  <c:v>42564</c:v>
                </c:pt>
                <c:pt idx="385">
                  <c:v>42565</c:v>
                </c:pt>
                <c:pt idx="386">
                  <c:v>42566</c:v>
                </c:pt>
                <c:pt idx="387">
                  <c:v>42569</c:v>
                </c:pt>
                <c:pt idx="388">
                  <c:v>42570</c:v>
                </c:pt>
                <c:pt idx="389">
                  <c:v>42571</c:v>
                </c:pt>
                <c:pt idx="390">
                  <c:v>42572</c:v>
                </c:pt>
                <c:pt idx="391">
                  <c:v>42573</c:v>
                </c:pt>
                <c:pt idx="392">
                  <c:v>42576</c:v>
                </c:pt>
                <c:pt idx="393">
                  <c:v>42577</c:v>
                </c:pt>
                <c:pt idx="394">
                  <c:v>42578</c:v>
                </c:pt>
                <c:pt idx="395">
                  <c:v>42579</c:v>
                </c:pt>
                <c:pt idx="396">
                  <c:v>42580</c:v>
                </c:pt>
                <c:pt idx="397">
                  <c:v>42583</c:v>
                </c:pt>
                <c:pt idx="398">
                  <c:v>42584</c:v>
                </c:pt>
                <c:pt idx="399">
                  <c:v>42585</c:v>
                </c:pt>
                <c:pt idx="400">
                  <c:v>42586</c:v>
                </c:pt>
                <c:pt idx="401">
                  <c:v>42587</c:v>
                </c:pt>
                <c:pt idx="402">
                  <c:v>42590</c:v>
                </c:pt>
                <c:pt idx="403">
                  <c:v>42591</c:v>
                </c:pt>
                <c:pt idx="404">
                  <c:v>42592</c:v>
                </c:pt>
                <c:pt idx="405">
                  <c:v>42593</c:v>
                </c:pt>
                <c:pt idx="406">
                  <c:v>42594</c:v>
                </c:pt>
                <c:pt idx="407">
                  <c:v>42597</c:v>
                </c:pt>
                <c:pt idx="408">
                  <c:v>42598</c:v>
                </c:pt>
                <c:pt idx="409">
                  <c:v>42599</c:v>
                </c:pt>
                <c:pt idx="410">
                  <c:v>42600</c:v>
                </c:pt>
                <c:pt idx="411">
                  <c:v>42601</c:v>
                </c:pt>
                <c:pt idx="412">
                  <c:v>42604</c:v>
                </c:pt>
                <c:pt idx="413">
                  <c:v>42605</c:v>
                </c:pt>
                <c:pt idx="414">
                  <c:v>42606</c:v>
                </c:pt>
                <c:pt idx="415">
                  <c:v>42607</c:v>
                </c:pt>
                <c:pt idx="416">
                  <c:v>42608</c:v>
                </c:pt>
                <c:pt idx="417">
                  <c:v>42611</c:v>
                </c:pt>
                <c:pt idx="418">
                  <c:v>42612</c:v>
                </c:pt>
                <c:pt idx="419">
                  <c:v>42613</c:v>
                </c:pt>
                <c:pt idx="420">
                  <c:v>42614</c:v>
                </c:pt>
                <c:pt idx="421">
                  <c:v>42615</c:v>
                </c:pt>
                <c:pt idx="422">
                  <c:v>42619</c:v>
                </c:pt>
                <c:pt idx="423">
                  <c:v>42620</c:v>
                </c:pt>
                <c:pt idx="424">
                  <c:v>42621</c:v>
                </c:pt>
                <c:pt idx="425">
                  <c:v>42622</c:v>
                </c:pt>
                <c:pt idx="426">
                  <c:v>42625</c:v>
                </c:pt>
                <c:pt idx="427">
                  <c:v>42626</c:v>
                </c:pt>
                <c:pt idx="428">
                  <c:v>42627</c:v>
                </c:pt>
                <c:pt idx="429">
                  <c:v>42628</c:v>
                </c:pt>
                <c:pt idx="430">
                  <c:v>42629</c:v>
                </c:pt>
                <c:pt idx="431">
                  <c:v>42632</c:v>
                </c:pt>
                <c:pt idx="432">
                  <c:v>42633</c:v>
                </c:pt>
                <c:pt idx="433">
                  <c:v>42634</c:v>
                </c:pt>
                <c:pt idx="434">
                  <c:v>42635</c:v>
                </c:pt>
                <c:pt idx="435">
                  <c:v>42636</c:v>
                </c:pt>
                <c:pt idx="436">
                  <c:v>42639</c:v>
                </c:pt>
                <c:pt idx="437">
                  <c:v>42640</c:v>
                </c:pt>
                <c:pt idx="438">
                  <c:v>42641</c:v>
                </c:pt>
                <c:pt idx="439">
                  <c:v>42642</c:v>
                </c:pt>
                <c:pt idx="440">
                  <c:v>42643</c:v>
                </c:pt>
                <c:pt idx="441">
                  <c:v>42646</c:v>
                </c:pt>
                <c:pt idx="442">
                  <c:v>42647</c:v>
                </c:pt>
                <c:pt idx="443">
                  <c:v>42648</c:v>
                </c:pt>
                <c:pt idx="444">
                  <c:v>42649</c:v>
                </c:pt>
                <c:pt idx="445">
                  <c:v>42650</c:v>
                </c:pt>
                <c:pt idx="446">
                  <c:v>42653</c:v>
                </c:pt>
                <c:pt idx="447">
                  <c:v>42654</c:v>
                </c:pt>
                <c:pt idx="448">
                  <c:v>42655</c:v>
                </c:pt>
                <c:pt idx="449">
                  <c:v>42656</c:v>
                </c:pt>
                <c:pt idx="450">
                  <c:v>42657</c:v>
                </c:pt>
                <c:pt idx="451">
                  <c:v>42660</c:v>
                </c:pt>
                <c:pt idx="452">
                  <c:v>42661</c:v>
                </c:pt>
                <c:pt idx="453">
                  <c:v>42662</c:v>
                </c:pt>
                <c:pt idx="454">
                  <c:v>42663</c:v>
                </c:pt>
                <c:pt idx="455">
                  <c:v>42664</c:v>
                </c:pt>
                <c:pt idx="456">
                  <c:v>42667</c:v>
                </c:pt>
                <c:pt idx="457">
                  <c:v>42668</c:v>
                </c:pt>
                <c:pt idx="458">
                  <c:v>42669</c:v>
                </c:pt>
                <c:pt idx="459">
                  <c:v>42670</c:v>
                </c:pt>
                <c:pt idx="460">
                  <c:v>42671</c:v>
                </c:pt>
                <c:pt idx="461">
                  <c:v>42674</c:v>
                </c:pt>
                <c:pt idx="462">
                  <c:v>42675</c:v>
                </c:pt>
                <c:pt idx="463">
                  <c:v>42676</c:v>
                </c:pt>
                <c:pt idx="464">
                  <c:v>42677</c:v>
                </c:pt>
                <c:pt idx="465">
                  <c:v>42678</c:v>
                </c:pt>
                <c:pt idx="466">
                  <c:v>42681</c:v>
                </c:pt>
                <c:pt idx="467">
                  <c:v>42682</c:v>
                </c:pt>
                <c:pt idx="468">
                  <c:v>42683</c:v>
                </c:pt>
                <c:pt idx="469">
                  <c:v>42684</c:v>
                </c:pt>
                <c:pt idx="470">
                  <c:v>42685</c:v>
                </c:pt>
                <c:pt idx="471">
                  <c:v>42688</c:v>
                </c:pt>
                <c:pt idx="472">
                  <c:v>42689</c:v>
                </c:pt>
                <c:pt idx="473">
                  <c:v>42690</c:v>
                </c:pt>
                <c:pt idx="474">
                  <c:v>42691</c:v>
                </c:pt>
                <c:pt idx="475">
                  <c:v>42692</c:v>
                </c:pt>
                <c:pt idx="476">
                  <c:v>42695</c:v>
                </c:pt>
                <c:pt idx="477">
                  <c:v>42696</c:v>
                </c:pt>
                <c:pt idx="478">
                  <c:v>42697</c:v>
                </c:pt>
                <c:pt idx="479">
                  <c:v>42699</c:v>
                </c:pt>
                <c:pt idx="480">
                  <c:v>42702</c:v>
                </c:pt>
                <c:pt idx="481">
                  <c:v>42703</c:v>
                </c:pt>
                <c:pt idx="482">
                  <c:v>42704</c:v>
                </c:pt>
                <c:pt idx="483">
                  <c:v>42705</c:v>
                </c:pt>
                <c:pt idx="484">
                  <c:v>42706</c:v>
                </c:pt>
                <c:pt idx="485">
                  <c:v>42709</c:v>
                </c:pt>
                <c:pt idx="486">
                  <c:v>42710</c:v>
                </c:pt>
                <c:pt idx="487">
                  <c:v>42711</c:v>
                </c:pt>
                <c:pt idx="488">
                  <c:v>42712</c:v>
                </c:pt>
                <c:pt idx="489">
                  <c:v>42713</c:v>
                </c:pt>
                <c:pt idx="490">
                  <c:v>42716</c:v>
                </c:pt>
                <c:pt idx="491">
                  <c:v>42717</c:v>
                </c:pt>
                <c:pt idx="492">
                  <c:v>42718</c:v>
                </c:pt>
                <c:pt idx="493">
                  <c:v>42719</c:v>
                </c:pt>
                <c:pt idx="494">
                  <c:v>42720</c:v>
                </c:pt>
                <c:pt idx="495">
                  <c:v>42723</c:v>
                </c:pt>
                <c:pt idx="496">
                  <c:v>42724</c:v>
                </c:pt>
                <c:pt idx="497">
                  <c:v>42725</c:v>
                </c:pt>
                <c:pt idx="498">
                  <c:v>42726</c:v>
                </c:pt>
                <c:pt idx="499">
                  <c:v>42727</c:v>
                </c:pt>
                <c:pt idx="500">
                  <c:v>42731</c:v>
                </c:pt>
                <c:pt idx="501">
                  <c:v>42732</c:v>
                </c:pt>
                <c:pt idx="502">
                  <c:v>42733</c:v>
                </c:pt>
                <c:pt idx="503">
                  <c:v>42734</c:v>
                </c:pt>
                <c:pt idx="504">
                  <c:v>42738</c:v>
                </c:pt>
                <c:pt idx="505">
                  <c:v>42739</c:v>
                </c:pt>
                <c:pt idx="506">
                  <c:v>42740</c:v>
                </c:pt>
                <c:pt idx="507">
                  <c:v>42741</c:v>
                </c:pt>
                <c:pt idx="508">
                  <c:v>42744</c:v>
                </c:pt>
                <c:pt idx="509">
                  <c:v>42745</c:v>
                </c:pt>
                <c:pt idx="510">
                  <c:v>42746</c:v>
                </c:pt>
                <c:pt idx="511">
                  <c:v>42747</c:v>
                </c:pt>
                <c:pt idx="512">
                  <c:v>42748</c:v>
                </c:pt>
                <c:pt idx="513">
                  <c:v>42752</c:v>
                </c:pt>
                <c:pt idx="514">
                  <c:v>42753</c:v>
                </c:pt>
                <c:pt idx="515">
                  <c:v>42754</c:v>
                </c:pt>
                <c:pt idx="516">
                  <c:v>42755</c:v>
                </c:pt>
                <c:pt idx="517">
                  <c:v>42758</c:v>
                </c:pt>
                <c:pt idx="518">
                  <c:v>42759</c:v>
                </c:pt>
                <c:pt idx="519">
                  <c:v>42760</c:v>
                </c:pt>
                <c:pt idx="520">
                  <c:v>42761</c:v>
                </c:pt>
                <c:pt idx="521">
                  <c:v>42762</c:v>
                </c:pt>
                <c:pt idx="522">
                  <c:v>42765</c:v>
                </c:pt>
                <c:pt idx="523">
                  <c:v>42766</c:v>
                </c:pt>
                <c:pt idx="524">
                  <c:v>42767</c:v>
                </c:pt>
                <c:pt idx="525">
                  <c:v>42768</c:v>
                </c:pt>
                <c:pt idx="526">
                  <c:v>42769</c:v>
                </c:pt>
                <c:pt idx="527">
                  <c:v>42772</c:v>
                </c:pt>
                <c:pt idx="528">
                  <c:v>42773</c:v>
                </c:pt>
                <c:pt idx="529">
                  <c:v>42774</c:v>
                </c:pt>
                <c:pt idx="530">
                  <c:v>42775</c:v>
                </c:pt>
                <c:pt idx="531">
                  <c:v>42776</c:v>
                </c:pt>
                <c:pt idx="532">
                  <c:v>42779</c:v>
                </c:pt>
                <c:pt idx="533">
                  <c:v>42780</c:v>
                </c:pt>
                <c:pt idx="534">
                  <c:v>42781</c:v>
                </c:pt>
                <c:pt idx="535">
                  <c:v>42782</c:v>
                </c:pt>
                <c:pt idx="536">
                  <c:v>42783</c:v>
                </c:pt>
                <c:pt idx="537">
                  <c:v>42787</c:v>
                </c:pt>
                <c:pt idx="538">
                  <c:v>42788</c:v>
                </c:pt>
                <c:pt idx="539">
                  <c:v>42789</c:v>
                </c:pt>
                <c:pt idx="540">
                  <c:v>42790</c:v>
                </c:pt>
                <c:pt idx="541">
                  <c:v>42793</c:v>
                </c:pt>
                <c:pt idx="542">
                  <c:v>42794</c:v>
                </c:pt>
                <c:pt idx="543">
                  <c:v>42795</c:v>
                </c:pt>
                <c:pt idx="544">
                  <c:v>42796</c:v>
                </c:pt>
                <c:pt idx="545">
                  <c:v>42797</c:v>
                </c:pt>
                <c:pt idx="546">
                  <c:v>42800</c:v>
                </c:pt>
                <c:pt idx="547">
                  <c:v>42801</c:v>
                </c:pt>
                <c:pt idx="548">
                  <c:v>42802</c:v>
                </c:pt>
                <c:pt idx="549">
                  <c:v>42803</c:v>
                </c:pt>
                <c:pt idx="550">
                  <c:v>42804</c:v>
                </c:pt>
                <c:pt idx="551">
                  <c:v>42807</c:v>
                </c:pt>
                <c:pt idx="552">
                  <c:v>42808</c:v>
                </c:pt>
                <c:pt idx="553">
                  <c:v>42809</c:v>
                </c:pt>
                <c:pt idx="554">
                  <c:v>42810</c:v>
                </c:pt>
                <c:pt idx="555">
                  <c:v>42811</c:v>
                </c:pt>
                <c:pt idx="556">
                  <c:v>42814</c:v>
                </c:pt>
                <c:pt idx="557">
                  <c:v>42815</c:v>
                </c:pt>
                <c:pt idx="558">
                  <c:v>42816</c:v>
                </c:pt>
                <c:pt idx="559">
                  <c:v>42817</c:v>
                </c:pt>
                <c:pt idx="560">
                  <c:v>42818</c:v>
                </c:pt>
                <c:pt idx="561">
                  <c:v>42821</c:v>
                </c:pt>
                <c:pt idx="562">
                  <c:v>42822</c:v>
                </c:pt>
                <c:pt idx="563">
                  <c:v>42823</c:v>
                </c:pt>
                <c:pt idx="564">
                  <c:v>42824</c:v>
                </c:pt>
                <c:pt idx="565">
                  <c:v>42825</c:v>
                </c:pt>
                <c:pt idx="566">
                  <c:v>42828</c:v>
                </c:pt>
                <c:pt idx="567">
                  <c:v>42829</c:v>
                </c:pt>
                <c:pt idx="568">
                  <c:v>42830</c:v>
                </c:pt>
                <c:pt idx="569">
                  <c:v>42831</c:v>
                </c:pt>
                <c:pt idx="570">
                  <c:v>42832</c:v>
                </c:pt>
                <c:pt idx="571">
                  <c:v>42835</c:v>
                </c:pt>
                <c:pt idx="572">
                  <c:v>42836</c:v>
                </c:pt>
                <c:pt idx="573">
                  <c:v>42837</c:v>
                </c:pt>
                <c:pt idx="574">
                  <c:v>42838</c:v>
                </c:pt>
                <c:pt idx="575">
                  <c:v>42842</c:v>
                </c:pt>
                <c:pt idx="576">
                  <c:v>42843</c:v>
                </c:pt>
                <c:pt idx="577">
                  <c:v>42844</c:v>
                </c:pt>
                <c:pt idx="578">
                  <c:v>42845</c:v>
                </c:pt>
                <c:pt idx="579">
                  <c:v>42846</c:v>
                </c:pt>
                <c:pt idx="580">
                  <c:v>42849</c:v>
                </c:pt>
                <c:pt idx="581">
                  <c:v>42850</c:v>
                </c:pt>
                <c:pt idx="582">
                  <c:v>42851</c:v>
                </c:pt>
                <c:pt idx="583">
                  <c:v>42852</c:v>
                </c:pt>
                <c:pt idx="584">
                  <c:v>42853</c:v>
                </c:pt>
                <c:pt idx="585">
                  <c:v>42856</c:v>
                </c:pt>
                <c:pt idx="586">
                  <c:v>42857</c:v>
                </c:pt>
                <c:pt idx="587">
                  <c:v>42858</c:v>
                </c:pt>
                <c:pt idx="588">
                  <c:v>42859</c:v>
                </c:pt>
                <c:pt idx="589">
                  <c:v>42860</c:v>
                </c:pt>
                <c:pt idx="590">
                  <c:v>42863</c:v>
                </c:pt>
                <c:pt idx="591">
                  <c:v>42864</c:v>
                </c:pt>
                <c:pt idx="592">
                  <c:v>42865</c:v>
                </c:pt>
                <c:pt idx="593">
                  <c:v>42866</c:v>
                </c:pt>
                <c:pt idx="594">
                  <c:v>42867</c:v>
                </c:pt>
                <c:pt idx="595">
                  <c:v>42870</c:v>
                </c:pt>
                <c:pt idx="596">
                  <c:v>42871</c:v>
                </c:pt>
                <c:pt idx="597">
                  <c:v>42872</c:v>
                </c:pt>
                <c:pt idx="598">
                  <c:v>42873</c:v>
                </c:pt>
                <c:pt idx="599">
                  <c:v>42874</c:v>
                </c:pt>
                <c:pt idx="600">
                  <c:v>42877</c:v>
                </c:pt>
                <c:pt idx="601">
                  <c:v>42878</c:v>
                </c:pt>
                <c:pt idx="602">
                  <c:v>42879</c:v>
                </c:pt>
                <c:pt idx="603">
                  <c:v>42880</c:v>
                </c:pt>
                <c:pt idx="604">
                  <c:v>42881</c:v>
                </c:pt>
                <c:pt idx="605">
                  <c:v>42885</c:v>
                </c:pt>
                <c:pt idx="606">
                  <c:v>42886</c:v>
                </c:pt>
                <c:pt idx="607">
                  <c:v>42887</c:v>
                </c:pt>
                <c:pt idx="608">
                  <c:v>42888</c:v>
                </c:pt>
                <c:pt idx="609">
                  <c:v>42891</c:v>
                </c:pt>
                <c:pt idx="610">
                  <c:v>42892</c:v>
                </c:pt>
                <c:pt idx="611">
                  <c:v>42893</c:v>
                </c:pt>
                <c:pt idx="612">
                  <c:v>42894</c:v>
                </c:pt>
                <c:pt idx="613">
                  <c:v>42895</c:v>
                </c:pt>
                <c:pt idx="614">
                  <c:v>42898</c:v>
                </c:pt>
                <c:pt idx="615">
                  <c:v>42899</c:v>
                </c:pt>
                <c:pt idx="616">
                  <c:v>42900</c:v>
                </c:pt>
                <c:pt idx="617">
                  <c:v>42901</c:v>
                </c:pt>
                <c:pt idx="618">
                  <c:v>42902</c:v>
                </c:pt>
                <c:pt idx="619">
                  <c:v>42905</c:v>
                </c:pt>
                <c:pt idx="620">
                  <c:v>42906</c:v>
                </c:pt>
                <c:pt idx="621">
                  <c:v>42907</c:v>
                </c:pt>
                <c:pt idx="622">
                  <c:v>42908</c:v>
                </c:pt>
                <c:pt idx="623">
                  <c:v>42909</c:v>
                </c:pt>
                <c:pt idx="624">
                  <c:v>42912</c:v>
                </c:pt>
                <c:pt idx="625">
                  <c:v>42913</c:v>
                </c:pt>
                <c:pt idx="626">
                  <c:v>42914</c:v>
                </c:pt>
                <c:pt idx="627">
                  <c:v>42915</c:v>
                </c:pt>
                <c:pt idx="628">
                  <c:v>42916</c:v>
                </c:pt>
                <c:pt idx="629">
                  <c:v>42919</c:v>
                </c:pt>
                <c:pt idx="630">
                  <c:v>42921</c:v>
                </c:pt>
                <c:pt idx="631">
                  <c:v>42922</c:v>
                </c:pt>
                <c:pt idx="632">
                  <c:v>42923</c:v>
                </c:pt>
                <c:pt idx="633">
                  <c:v>42926</c:v>
                </c:pt>
                <c:pt idx="634">
                  <c:v>42927</c:v>
                </c:pt>
                <c:pt idx="635">
                  <c:v>42928</c:v>
                </c:pt>
                <c:pt idx="636">
                  <c:v>42929</c:v>
                </c:pt>
                <c:pt idx="637">
                  <c:v>42930</c:v>
                </c:pt>
                <c:pt idx="638">
                  <c:v>42933</c:v>
                </c:pt>
                <c:pt idx="639">
                  <c:v>42934</c:v>
                </c:pt>
                <c:pt idx="640">
                  <c:v>42935</c:v>
                </c:pt>
                <c:pt idx="641">
                  <c:v>42936</c:v>
                </c:pt>
                <c:pt idx="642">
                  <c:v>42937</c:v>
                </c:pt>
                <c:pt idx="643">
                  <c:v>42940</c:v>
                </c:pt>
                <c:pt idx="644">
                  <c:v>42941</c:v>
                </c:pt>
                <c:pt idx="645">
                  <c:v>42942</c:v>
                </c:pt>
                <c:pt idx="646">
                  <c:v>42943</c:v>
                </c:pt>
                <c:pt idx="647">
                  <c:v>42944</c:v>
                </c:pt>
                <c:pt idx="648">
                  <c:v>42947</c:v>
                </c:pt>
                <c:pt idx="649">
                  <c:v>42948</c:v>
                </c:pt>
                <c:pt idx="650">
                  <c:v>42949</c:v>
                </c:pt>
                <c:pt idx="651">
                  <c:v>42950</c:v>
                </c:pt>
                <c:pt idx="652">
                  <c:v>42951</c:v>
                </c:pt>
                <c:pt idx="653">
                  <c:v>42954</c:v>
                </c:pt>
                <c:pt idx="654">
                  <c:v>42955</c:v>
                </c:pt>
                <c:pt idx="655">
                  <c:v>42956</c:v>
                </c:pt>
                <c:pt idx="656">
                  <c:v>42957</c:v>
                </c:pt>
                <c:pt idx="657">
                  <c:v>42958</c:v>
                </c:pt>
                <c:pt idx="658">
                  <c:v>42961</c:v>
                </c:pt>
                <c:pt idx="659">
                  <c:v>42962</c:v>
                </c:pt>
                <c:pt idx="660">
                  <c:v>42963</c:v>
                </c:pt>
                <c:pt idx="661">
                  <c:v>42964</c:v>
                </c:pt>
                <c:pt idx="662">
                  <c:v>42965</c:v>
                </c:pt>
                <c:pt idx="663">
                  <c:v>42968</c:v>
                </c:pt>
                <c:pt idx="664">
                  <c:v>42969</c:v>
                </c:pt>
                <c:pt idx="665">
                  <c:v>42970</c:v>
                </c:pt>
                <c:pt idx="666">
                  <c:v>42971</c:v>
                </c:pt>
                <c:pt idx="667">
                  <c:v>42972</c:v>
                </c:pt>
                <c:pt idx="668">
                  <c:v>42975</c:v>
                </c:pt>
                <c:pt idx="669">
                  <c:v>42976</c:v>
                </c:pt>
                <c:pt idx="670">
                  <c:v>42977</c:v>
                </c:pt>
                <c:pt idx="671">
                  <c:v>42978</c:v>
                </c:pt>
                <c:pt idx="672">
                  <c:v>42979</c:v>
                </c:pt>
                <c:pt idx="673">
                  <c:v>42983</c:v>
                </c:pt>
                <c:pt idx="674">
                  <c:v>42984</c:v>
                </c:pt>
                <c:pt idx="675">
                  <c:v>42985</c:v>
                </c:pt>
                <c:pt idx="676">
                  <c:v>42986</c:v>
                </c:pt>
                <c:pt idx="677">
                  <c:v>42989</c:v>
                </c:pt>
                <c:pt idx="678">
                  <c:v>42990</c:v>
                </c:pt>
                <c:pt idx="679">
                  <c:v>42991</c:v>
                </c:pt>
                <c:pt idx="680">
                  <c:v>42992</c:v>
                </c:pt>
                <c:pt idx="681">
                  <c:v>42993</c:v>
                </c:pt>
                <c:pt idx="682">
                  <c:v>42996</c:v>
                </c:pt>
                <c:pt idx="683">
                  <c:v>42997</c:v>
                </c:pt>
                <c:pt idx="684">
                  <c:v>42998</c:v>
                </c:pt>
                <c:pt idx="685">
                  <c:v>42999</c:v>
                </c:pt>
                <c:pt idx="686">
                  <c:v>43000</c:v>
                </c:pt>
                <c:pt idx="687">
                  <c:v>43003</c:v>
                </c:pt>
                <c:pt idx="688">
                  <c:v>43004</c:v>
                </c:pt>
                <c:pt idx="689">
                  <c:v>43005</c:v>
                </c:pt>
                <c:pt idx="690">
                  <c:v>43006</c:v>
                </c:pt>
                <c:pt idx="691">
                  <c:v>43007</c:v>
                </c:pt>
                <c:pt idx="692">
                  <c:v>43010</c:v>
                </c:pt>
                <c:pt idx="693">
                  <c:v>43011</c:v>
                </c:pt>
                <c:pt idx="694">
                  <c:v>43012</c:v>
                </c:pt>
                <c:pt idx="695">
                  <c:v>43013</c:v>
                </c:pt>
                <c:pt idx="696">
                  <c:v>43014</c:v>
                </c:pt>
                <c:pt idx="697">
                  <c:v>43017</c:v>
                </c:pt>
                <c:pt idx="698">
                  <c:v>43018</c:v>
                </c:pt>
                <c:pt idx="699">
                  <c:v>43019</c:v>
                </c:pt>
                <c:pt idx="700">
                  <c:v>43020</c:v>
                </c:pt>
                <c:pt idx="701">
                  <c:v>43021</c:v>
                </c:pt>
                <c:pt idx="702">
                  <c:v>43024</c:v>
                </c:pt>
                <c:pt idx="703">
                  <c:v>43025</c:v>
                </c:pt>
                <c:pt idx="704">
                  <c:v>43026</c:v>
                </c:pt>
                <c:pt idx="705">
                  <c:v>43027</c:v>
                </c:pt>
                <c:pt idx="706">
                  <c:v>43028</c:v>
                </c:pt>
                <c:pt idx="707">
                  <c:v>43031</c:v>
                </c:pt>
                <c:pt idx="708">
                  <c:v>43032</c:v>
                </c:pt>
                <c:pt idx="709">
                  <c:v>43033</c:v>
                </c:pt>
                <c:pt idx="710">
                  <c:v>43034</c:v>
                </c:pt>
                <c:pt idx="711">
                  <c:v>43035</c:v>
                </c:pt>
                <c:pt idx="712">
                  <c:v>43038</c:v>
                </c:pt>
                <c:pt idx="713">
                  <c:v>43039</c:v>
                </c:pt>
                <c:pt idx="714">
                  <c:v>43040</c:v>
                </c:pt>
                <c:pt idx="715">
                  <c:v>43041</c:v>
                </c:pt>
                <c:pt idx="716">
                  <c:v>43042</c:v>
                </c:pt>
                <c:pt idx="717">
                  <c:v>43045</c:v>
                </c:pt>
                <c:pt idx="718">
                  <c:v>43046</c:v>
                </c:pt>
                <c:pt idx="719">
                  <c:v>43047</c:v>
                </c:pt>
                <c:pt idx="720">
                  <c:v>43048</c:v>
                </c:pt>
                <c:pt idx="721">
                  <c:v>43049</c:v>
                </c:pt>
                <c:pt idx="722">
                  <c:v>43052</c:v>
                </c:pt>
                <c:pt idx="723">
                  <c:v>43053</c:v>
                </c:pt>
                <c:pt idx="724">
                  <c:v>43054</c:v>
                </c:pt>
                <c:pt idx="725">
                  <c:v>43055</c:v>
                </c:pt>
                <c:pt idx="726">
                  <c:v>43056</c:v>
                </c:pt>
                <c:pt idx="727">
                  <c:v>43059</c:v>
                </c:pt>
                <c:pt idx="728">
                  <c:v>43060</c:v>
                </c:pt>
                <c:pt idx="729">
                  <c:v>43061</c:v>
                </c:pt>
                <c:pt idx="730">
                  <c:v>43063</c:v>
                </c:pt>
                <c:pt idx="731">
                  <c:v>43066</c:v>
                </c:pt>
                <c:pt idx="732">
                  <c:v>43067</c:v>
                </c:pt>
                <c:pt idx="733">
                  <c:v>43068</c:v>
                </c:pt>
                <c:pt idx="734">
                  <c:v>43069</c:v>
                </c:pt>
                <c:pt idx="735">
                  <c:v>43070</c:v>
                </c:pt>
                <c:pt idx="736">
                  <c:v>43073</c:v>
                </c:pt>
                <c:pt idx="737">
                  <c:v>43074</c:v>
                </c:pt>
                <c:pt idx="738">
                  <c:v>43075</c:v>
                </c:pt>
                <c:pt idx="739">
                  <c:v>43076</c:v>
                </c:pt>
                <c:pt idx="740">
                  <c:v>43077</c:v>
                </c:pt>
                <c:pt idx="741">
                  <c:v>43080</c:v>
                </c:pt>
                <c:pt idx="742">
                  <c:v>43081</c:v>
                </c:pt>
                <c:pt idx="743">
                  <c:v>43082</c:v>
                </c:pt>
                <c:pt idx="744">
                  <c:v>43083</c:v>
                </c:pt>
                <c:pt idx="745">
                  <c:v>43084</c:v>
                </c:pt>
                <c:pt idx="746">
                  <c:v>43087</c:v>
                </c:pt>
                <c:pt idx="747">
                  <c:v>43088</c:v>
                </c:pt>
                <c:pt idx="748">
                  <c:v>43089</c:v>
                </c:pt>
                <c:pt idx="749">
                  <c:v>43090</c:v>
                </c:pt>
                <c:pt idx="750">
                  <c:v>43091</c:v>
                </c:pt>
                <c:pt idx="751">
                  <c:v>43095</c:v>
                </c:pt>
                <c:pt idx="752">
                  <c:v>43096</c:v>
                </c:pt>
                <c:pt idx="753">
                  <c:v>43097</c:v>
                </c:pt>
                <c:pt idx="754">
                  <c:v>43098</c:v>
                </c:pt>
                <c:pt idx="755">
                  <c:v>43102</c:v>
                </c:pt>
                <c:pt idx="756">
                  <c:v>43103</c:v>
                </c:pt>
                <c:pt idx="757">
                  <c:v>43104</c:v>
                </c:pt>
                <c:pt idx="758">
                  <c:v>43105</c:v>
                </c:pt>
                <c:pt idx="759">
                  <c:v>43108</c:v>
                </c:pt>
                <c:pt idx="760">
                  <c:v>43109</c:v>
                </c:pt>
                <c:pt idx="761">
                  <c:v>43110</c:v>
                </c:pt>
                <c:pt idx="762">
                  <c:v>43111</c:v>
                </c:pt>
                <c:pt idx="763">
                  <c:v>43112</c:v>
                </c:pt>
                <c:pt idx="764">
                  <c:v>43116</c:v>
                </c:pt>
                <c:pt idx="765">
                  <c:v>43117</c:v>
                </c:pt>
                <c:pt idx="766">
                  <c:v>43118</c:v>
                </c:pt>
                <c:pt idx="767">
                  <c:v>43119</c:v>
                </c:pt>
                <c:pt idx="768">
                  <c:v>43122</c:v>
                </c:pt>
                <c:pt idx="769">
                  <c:v>43123</c:v>
                </c:pt>
                <c:pt idx="770">
                  <c:v>43124</c:v>
                </c:pt>
                <c:pt idx="771">
                  <c:v>43125</c:v>
                </c:pt>
                <c:pt idx="772">
                  <c:v>43126</c:v>
                </c:pt>
                <c:pt idx="773">
                  <c:v>43129</c:v>
                </c:pt>
                <c:pt idx="774">
                  <c:v>43130</c:v>
                </c:pt>
                <c:pt idx="775">
                  <c:v>43131</c:v>
                </c:pt>
                <c:pt idx="776">
                  <c:v>43132</c:v>
                </c:pt>
                <c:pt idx="777">
                  <c:v>43133</c:v>
                </c:pt>
                <c:pt idx="778">
                  <c:v>43136</c:v>
                </c:pt>
                <c:pt idx="779">
                  <c:v>43137</c:v>
                </c:pt>
                <c:pt idx="780">
                  <c:v>43138</c:v>
                </c:pt>
                <c:pt idx="781">
                  <c:v>43139</c:v>
                </c:pt>
                <c:pt idx="782">
                  <c:v>43140</c:v>
                </c:pt>
                <c:pt idx="783">
                  <c:v>43143</c:v>
                </c:pt>
                <c:pt idx="784">
                  <c:v>43144</c:v>
                </c:pt>
                <c:pt idx="785">
                  <c:v>43145</c:v>
                </c:pt>
                <c:pt idx="786">
                  <c:v>43146</c:v>
                </c:pt>
                <c:pt idx="787">
                  <c:v>43147</c:v>
                </c:pt>
                <c:pt idx="788">
                  <c:v>43151</c:v>
                </c:pt>
                <c:pt idx="789">
                  <c:v>43152</c:v>
                </c:pt>
                <c:pt idx="790">
                  <c:v>43153</c:v>
                </c:pt>
                <c:pt idx="791">
                  <c:v>43154</c:v>
                </c:pt>
                <c:pt idx="792">
                  <c:v>43157</c:v>
                </c:pt>
                <c:pt idx="793">
                  <c:v>43158</c:v>
                </c:pt>
                <c:pt idx="794">
                  <c:v>43159</c:v>
                </c:pt>
                <c:pt idx="795">
                  <c:v>43160</c:v>
                </c:pt>
                <c:pt idx="796">
                  <c:v>43161</c:v>
                </c:pt>
                <c:pt idx="797">
                  <c:v>43164</c:v>
                </c:pt>
                <c:pt idx="798">
                  <c:v>43165</c:v>
                </c:pt>
                <c:pt idx="799">
                  <c:v>43166</c:v>
                </c:pt>
                <c:pt idx="800">
                  <c:v>43167</c:v>
                </c:pt>
                <c:pt idx="801">
                  <c:v>43168</c:v>
                </c:pt>
                <c:pt idx="802">
                  <c:v>43171</c:v>
                </c:pt>
                <c:pt idx="803">
                  <c:v>43172</c:v>
                </c:pt>
                <c:pt idx="804">
                  <c:v>43173</c:v>
                </c:pt>
                <c:pt idx="805">
                  <c:v>43174</c:v>
                </c:pt>
                <c:pt idx="806">
                  <c:v>43175</c:v>
                </c:pt>
                <c:pt idx="807">
                  <c:v>43178</c:v>
                </c:pt>
                <c:pt idx="808">
                  <c:v>43179</c:v>
                </c:pt>
                <c:pt idx="809">
                  <c:v>43180</c:v>
                </c:pt>
                <c:pt idx="810">
                  <c:v>43181</c:v>
                </c:pt>
                <c:pt idx="811">
                  <c:v>43182</c:v>
                </c:pt>
                <c:pt idx="812">
                  <c:v>43185</c:v>
                </c:pt>
                <c:pt idx="813">
                  <c:v>43186</c:v>
                </c:pt>
                <c:pt idx="814">
                  <c:v>43187</c:v>
                </c:pt>
                <c:pt idx="815">
                  <c:v>43188</c:v>
                </c:pt>
                <c:pt idx="816">
                  <c:v>43192</c:v>
                </c:pt>
                <c:pt idx="817">
                  <c:v>43193</c:v>
                </c:pt>
                <c:pt idx="818">
                  <c:v>43194</c:v>
                </c:pt>
                <c:pt idx="819">
                  <c:v>43195</c:v>
                </c:pt>
                <c:pt idx="820">
                  <c:v>43196</c:v>
                </c:pt>
                <c:pt idx="821">
                  <c:v>43199</c:v>
                </c:pt>
                <c:pt idx="822">
                  <c:v>43200</c:v>
                </c:pt>
                <c:pt idx="823">
                  <c:v>43201</c:v>
                </c:pt>
                <c:pt idx="824">
                  <c:v>43202</c:v>
                </c:pt>
                <c:pt idx="825">
                  <c:v>43203</c:v>
                </c:pt>
                <c:pt idx="826">
                  <c:v>43206</c:v>
                </c:pt>
                <c:pt idx="827">
                  <c:v>43207</c:v>
                </c:pt>
                <c:pt idx="828">
                  <c:v>43208</c:v>
                </c:pt>
                <c:pt idx="829">
                  <c:v>43209</c:v>
                </c:pt>
                <c:pt idx="830">
                  <c:v>43210</c:v>
                </c:pt>
                <c:pt idx="831">
                  <c:v>43213</c:v>
                </c:pt>
                <c:pt idx="832">
                  <c:v>43214</c:v>
                </c:pt>
                <c:pt idx="833">
                  <c:v>43215</c:v>
                </c:pt>
                <c:pt idx="834">
                  <c:v>43216</c:v>
                </c:pt>
                <c:pt idx="835">
                  <c:v>43217</c:v>
                </c:pt>
                <c:pt idx="836">
                  <c:v>43220</c:v>
                </c:pt>
                <c:pt idx="837">
                  <c:v>43221</c:v>
                </c:pt>
                <c:pt idx="838">
                  <c:v>43222</c:v>
                </c:pt>
                <c:pt idx="839">
                  <c:v>43223</c:v>
                </c:pt>
                <c:pt idx="840">
                  <c:v>43224</c:v>
                </c:pt>
                <c:pt idx="841">
                  <c:v>43227</c:v>
                </c:pt>
                <c:pt idx="842">
                  <c:v>43228</c:v>
                </c:pt>
                <c:pt idx="843">
                  <c:v>43229</c:v>
                </c:pt>
                <c:pt idx="844">
                  <c:v>43230</c:v>
                </c:pt>
                <c:pt idx="845">
                  <c:v>43231</c:v>
                </c:pt>
                <c:pt idx="846">
                  <c:v>43234</c:v>
                </c:pt>
                <c:pt idx="847">
                  <c:v>43235</c:v>
                </c:pt>
                <c:pt idx="848">
                  <c:v>43236</c:v>
                </c:pt>
                <c:pt idx="849">
                  <c:v>43237</c:v>
                </c:pt>
                <c:pt idx="850">
                  <c:v>43238</c:v>
                </c:pt>
                <c:pt idx="851">
                  <c:v>43241</c:v>
                </c:pt>
                <c:pt idx="852">
                  <c:v>43242</c:v>
                </c:pt>
                <c:pt idx="853">
                  <c:v>43243</c:v>
                </c:pt>
                <c:pt idx="854">
                  <c:v>43244</c:v>
                </c:pt>
                <c:pt idx="855">
                  <c:v>43245</c:v>
                </c:pt>
                <c:pt idx="856">
                  <c:v>43249</c:v>
                </c:pt>
                <c:pt idx="857">
                  <c:v>43250</c:v>
                </c:pt>
                <c:pt idx="858">
                  <c:v>43251</c:v>
                </c:pt>
                <c:pt idx="859">
                  <c:v>43252</c:v>
                </c:pt>
                <c:pt idx="860">
                  <c:v>43255</c:v>
                </c:pt>
                <c:pt idx="861">
                  <c:v>43256</c:v>
                </c:pt>
                <c:pt idx="862">
                  <c:v>43257</c:v>
                </c:pt>
                <c:pt idx="863">
                  <c:v>43258</c:v>
                </c:pt>
                <c:pt idx="864">
                  <c:v>43259</c:v>
                </c:pt>
                <c:pt idx="865">
                  <c:v>43262</c:v>
                </c:pt>
                <c:pt idx="866">
                  <c:v>43263</c:v>
                </c:pt>
                <c:pt idx="867">
                  <c:v>43264</c:v>
                </c:pt>
                <c:pt idx="868">
                  <c:v>43265</c:v>
                </c:pt>
                <c:pt idx="869">
                  <c:v>43266</c:v>
                </c:pt>
                <c:pt idx="870">
                  <c:v>43269</c:v>
                </c:pt>
                <c:pt idx="871">
                  <c:v>43270</c:v>
                </c:pt>
                <c:pt idx="872">
                  <c:v>43271</c:v>
                </c:pt>
                <c:pt idx="873">
                  <c:v>43272</c:v>
                </c:pt>
                <c:pt idx="874">
                  <c:v>43273</c:v>
                </c:pt>
                <c:pt idx="875">
                  <c:v>43276</c:v>
                </c:pt>
                <c:pt idx="876">
                  <c:v>43277</c:v>
                </c:pt>
                <c:pt idx="877">
                  <c:v>43278</c:v>
                </c:pt>
                <c:pt idx="878">
                  <c:v>43279</c:v>
                </c:pt>
                <c:pt idx="879">
                  <c:v>43280</c:v>
                </c:pt>
                <c:pt idx="880">
                  <c:v>43283</c:v>
                </c:pt>
                <c:pt idx="881">
                  <c:v>43284</c:v>
                </c:pt>
                <c:pt idx="882">
                  <c:v>43286</c:v>
                </c:pt>
                <c:pt idx="883">
                  <c:v>43287</c:v>
                </c:pt>
                <c:pt idx="884">
                  <c:v>43290</c:v>
                </c:pt>
                <c:pt idx="885">
                  <c:v>43291</c:v>
                </c:pt>
                <c:pt idx="886">
                  <c:v>43292</c:v>
                </c:pt>
                <c:pt idx="887">
                  <c:v>43293</c:v>
                </c:pt>
                <c:pt idx="888">
                  <c:v>43294</c:v>
                </c:pt>
                <c:pt idx="889">
                  <c:v>43297</c:v>
                </c:pt>
                <c:pt idx="890">
                  <c:v>43298</c:v>
                </c:pt>
                <c:pt idx="891">
                  <c:v>43299</c:v>
                </c:pt>
                <c:pt idx="892">
                  <c:v>43300</c:v>
                </c:pt>
                <c:pt idx="893">
                  <c:v>43301</c:v>
                </c:pt>
                <c:pt idx="894">
                  <c:v>43304</c:v>
                </c:pt>
                <c:pt idx="895">
                  <c:v>43305</c:v>
                </c:pt>
                <c:pt idx="896">
                  <c:v>43306</c:v>
                </c:pt>
                <c:pt idx="897">
                  <c:v>43307</c:v>
                </c:pt>
                <c:pt idx="898">
                  <c:v>43308</c:v>
                </c:pt>
                <c:pt idx="899">
                  <c:v>43311</c:v>
                </c:pt>
                <c:pt idx="900">
                  <c:v>43312</c:v>
                </c:pt>
                <c:pt idx="901">
                  <c:v>43313</c:v>
                </c:pt>
                <c:pt idx="902">
                  <c:v>43314</c:v>
                </c:pt>
                <c:pt idx="903">
                  <c:v>43315</c:v>
                </c:pt>
                <c:pt idx="904">
                  <c:v>43318</c:v>
                </c:pt>
                <c:pt idx="905">
                  <c:v>43319</c:v>
                </c:pt>
                <c:pt idx="906">
                  <c:v>43320</c:v>
                </c:pt>
                <c:pt idx="907">
                  <c:v>43321</c:v>
                </c:pt>
                <c:pt idx="908">
                  <c:v>43322</c:v>
                </c:pt>
                <c:pt idx="909">
                  <c:v>43325</c:v>
                </c:pt>
                <c:pt idx="910">
                  <c:v>43326</c:v>
                </c:pt>
                <c:pt idx="911">
                  <c:v>43327</c:v>
                </c:pt>
                <c:pt idx="912">
                  <c:v>43328</c:v>
                </c:pt>
                <c:pt idx="913">
                  <c:v>43329</c:v>
                </c:pt>
                <c:pt idx="914">
                  <c:v>43332</c:v>
                </c:pt>
                <c:pt idx="915">
                  <c:v>43333</c:v>
                </c:pt>
                <c:pt idx="916">
                  <c:v>43334</c:v>
                </c:pt>
                <c:pt idx="917">
                  <c:v>43335</c:v>
                </c:pt>
                <c:pt idx="918">
                  <c:v>43336</c:v>
                </c:pt>
                <c:pt idx="919">
                  <c:v>43339</c:v>
                </c:pt>
                <c:pt idx="920">
                  <c:v>43340</c:v>
                </c:pt>
                <c:pt idx="921">
                  <c:v>43341</c:v>
                </c:pt>
                <c:pt idx="922">
                  <c:v>43342</c:v>
                </c:pt>
                <c:pt idx="923">
                  <c:v>43343</c:v>
                </c:pt>
                <c:pt idx="924">
                  <c:v>43347</c:v>
                </c:pt>
                <c:pt idx="925">
                  <c:v>43348</c:v>
                </c:pt>
                <c:pt idx="926">
                  <c:v>43349</c:v>
                </c:pt>
                <c:pt idx="927">
                  <c:v>43350</c:v>
                </c:pt>
                <c:pt idx="928">
                  <c:v>43353</c:v>
                </c:pt>
                <c:pt idx="929">
                  <c:v>43354</c:v>
                </c:pt>
                <c:pt idx="930">
                  <c:v>43355</c:v>
                </c:pt>
                <c:pt idx="931">
                  <c:v>43356</c:v>
                </c:pt>
                <c:pt idx="932">
                  <c:v>43357</c:v>
                </c:pt>
                <c:pt idx="933">
                  <c:v>43360</c:v>
                </c:pt>
                <c:pt idx="934">
                  <c:v>43361</c:v>
                </c:pt>
                <c:pt idx="935">
                  <c:v>43362</c:v>
                </c:pt>
                <c:pt idx="936">
                  <c:v>43363</c:v>
                </c:pt>
                <c:pt idx="937">
                  <c:v>43364</c:v>
                </c:pt>
                <c:pt idx="938">
                  <c:v>43367</c:v>
                </c:pt>
                <c:pt idx="939">
                  <c:v>43368</c:v>
                </c:pt>
                <c:pt idx="940">
                  <c:v>43369</c:v>
                </c:pt>
                <c:pt idx="941">
                  <c:v>43370</c:v>
                </c:pt>
                <c:pt idx="942">
                  <c:v>43371</c:v>
                </c:pt>
                <c:pt idx="943">
                  <c:v>43374</c:v>
                </c:pt>
                <c:pt idx="944">
                  <c:v>43375</c:v>
                </c:pt>
                <c:pt idx="945">
                  <c:v>43376</c:v>
                </c:pt>
                <c:pt idx="946">
                  <c:v>43377</c:v>
                </c:pt>
                <c:pt idx="947">
                  <c:v>43378</c:v>
                </c:pt>
                <c:pt idx="948">
                  <c:v>43381</c:v>
                </c:pt>
                <c:pt idx="949">
                  <c:v>43382</c:v>
                </c:pt>
                <c:pt idx="950">
                  <c:v>43383</c:v>
                </c:pt>
                <c:pt idx="951">
                  <c:v>43384</c:v>
                </c:pt>
                <c:pt idx="952">
                  <c:v>43385</c:v>
                </c:pt>
                <c:pt idx="953">
                  <c:v>43388</c:v>
                </c:pt>
                <c:pt idx="954">
                  <c:v>43389</c:v>
                </c:pt>
                <c:pt idx="955">
                  <c:v>43390</c:v>
                </c:pt>
                <c:pt idx="956">
                  <c:v>43391</c:v>
                </c:pt>
                <c:pt idx="957">
                  <c:v>43392</c:v>
                </c:pt>
                <c:pt idx="958">
                  <c:v>43395</c:v>
                </c:pt>
                <c:pt idx="959">
                  <c:v>43396</c:v>
                </c:pt>
                <c:pt idx="960">
                  <c:v>43397</c:v>
                </c:pt>
                <c:pt idx="961">
                  <c:v>43398</c:v>
                </c:pt>
                <c:pt idx="962">
                  <c:v>43399</c:v>
                </c:pt>
                <c:pt idx="963">
                  <c:v>43402</c:v>
                </c:pt>
                <c:pt idx="964">
                  <c:v>43403</c:v>
                </c:pt>
                <c:pt idx="965">
                  <c:v>43404</c:v>
                </c:pt>
                <c:pt idx="966">
                  <c:v>43405</c:v>
                </c:pt>
                <c:pt idx="967">
                  <c:v>43406</c:v>
                </c:pt>
                <c:pt idx="968">
                  <c:v>43409</c:v>
                </c:pt>
                <c:pt idx="969">
                  <c:v>43410</c:v>
                </c:pt>
                <c:pt idx="970">
                  <c:v>43411</c:v>
                </c:pt>
                <c:pt idx="971">
                  <c:v>43412</c:v>
                </c:pt>
                <c:pt idx="972">
                  <c:v>43413</c:v>
                </c:pt>
                <c:pt idx="973">
                  <c:v>43416</c:v>
                </c:pt>
                <c:pt idx="974">
                  <c:v>43417</c:v>
                </c:pt>
                <c:pt idx="975">
                  <c:v>43418</c:v>
                </c:pt>
                <c:pt idx="976">
                  <c:v>43419</c:v>
                </c:pt>
                <c:pt idx="977">
                  <c:v>43420</c:v>
                </c:pt>
                <c:pt idx="978">
                  <c:v>43423</c:v>
                </c:pt>
                <c:pt idx="979">
                  <c:v>43424</c:v>
                </c:pt>
                <c:pt idx="980">
                  <c:v>43425</c:v>
                </c:pt>
                <c:pt idx="981">
                  <c:v>43427</c:v>
                </c:pt>
                <c:pt idx="982">
                  <c:v>43430</c:v>
                </c:pt>
                <c:pt idx="983">
                  <c:v>43431</c:v>
                </c:pt>
                <c:pt idx="984">
                  <c:v>43432</c:v>
                </c:pt>
                <c:pt idx="985">
                  <c:v>43433</c:v>
                </c:pt>
                <c:pt idx="986">
                  <c:v>43434</c:v>
                </c:pt>
                <c:pt idx="987">
                  <c:v>43437</c:v>
                </c:pt>
                <c:pt idx="988">
                  <c:v>43438</c:v>
                </c:pt>
                <c:pt idx="989">
                  <c:v>43440</c:v>
                </c:pt>
                <c:pt idx="990">
                  <c:v>43441</c:v>
                </c:pt>
                <c:pt idx="991">
                  <c:v>43444</c:v>
                </c:pt>
                <c:pt idx="992">
                  <c:v>43445</c:v>
                </c:pt>
                <c:pt idx="993">
                  <c:v>43446</c:v>
                </c:pt>
                <c:pt idx="994">
                  <c:v>43447</c:v>
                </c:pt>
                <c:pt idx="995">
                  <c:v>43448</c:v>
                </c:pt>
                <c:pt idx="996">
                  <c:v>43451</c:v>
                </c:pt>
                <c:pt idx="997">
                  <c:v>43452</c:v>
                </c:pt>
                <c:pt idx="998">
                  <c:v>43453</c:v>
                </c:pt>
                <c:pt idx="999">
                  <c:v>43454</c:v>
                </c:pt>
                <c:pt idx="1000">
                  <c:v>43455</c:v>
                </c:pt>
                <c:pt idx="1001">
                  <c:v>43458</c:v>
                </c:pt>
                <c:pt idx="1002">
                  <c:v>43460</c:v>
                </c:pt>
                <c:pt idx="1003">
                  <c:v>43461</c:v>
                </c:pt>
                <c:pt idx="1004">
                  <c:v>43462</c:v>
                </c:pt>
                <c:pt idx="1005">
                  <c:v>43465</c:v>
                </c:pt>
                <c:pt idx="1006">
                  <c:v>43467</c:v>
                </c:pt>
                <c:pt idx="1007">
                  <c:v>43468</c:v>
                </c:pt>
                <c:pt idx="1008">
                  <c:v>43469</c:v>
                </c:pt>
                <c:pt idx="1009">
                  <c:v>43472</c:v>
                </c:pt>
                <c:pt idx="1010">
                  <c:v>43473</c:v>
                </c:pt>
                <c:pt idx="1011">
                  <c:v>43474</c:v>
                </c:pt>
                <c:pt idx="1012">
                  <c:v>43475</c:v>
                </c:pt>
                <c:pt idx="1013">
                  <c:v>43476</c:v>
                </c:pt>
                <c:pt idx="1014">
                  <c:v>43479</c:v>
                </c:pt>
                <c:pt idx="1015">
                  <c:v>43480</c:v>
                </c:pt>
                <c:pt idx="1016">
                  <c:v>43481</c:v>
                </c:pt>
                <c:pt idx="1017">
                  <c:v>43482</c:v>
                </c:pt>
                <c:pt idx="1018">
                  <c:v>43483</c:v>
                </c:pt>
                <c:pt idx="1019">
                  <c:v>43487</c:v>
                </c:pt>
                <c:pt idx="1020">
                  <c:v>43488</c:v>
                </c:pt>
                <c:pt idx="1021">
                  <c:v>43489</c:v>
                </c:pt>
                <c:pt idx="1022">
                  <c:v>43490</c:v>
                </c:pt>
                <c:pt idx="1023">
                  <c:v>43493</c:v>
                </c:pt>
                <c:pt idx="1024">
                  <c:v>43494</c:v>
                </c:pt>
                <c:pt idx="1025">
                  <c:v>43495</c:v>
                </c:pt>
                <c:pt idx="1026">
                  <c:v>43496</c:v>
                </c:pt>
                <c:pt idx="1027">
                  <c:v>43497</c:v>
                </c:pt>
                <c:pt idx="1028">
                  <c:v>43500</c:v>
                </c:pt>
                <c:pt idx="1029">
                  <c:v>43501</c:v>
                </c:pt>
                <c:pt idx="1030">
                  <c:v>43502</c:v>
                </c:pt>
                <c:pt idx="1031">
                  <c:v>43503</c:v>
                </c:pt>
                <c:pt idx="1032">
                  <c:v>43504</c:v>
                </c:pt>
                <c:pt idx="1033">
                  <c:v>43507</c:v>
                </c:pt>
                <c:pt idx="1034">
                  <c:v>43508</c:v>
                </c:pt>
                <c:pt idx="1035">
                  <c:v>43509</c:v>
                </c:pt>
                <c:pt idx="1036">
                  <c:v>43510</c:v>
                </c:pt>
                <c:pt idx="1037">
                  <c:v>43511</c:v>
                </c:pt>
                <c:pt idx="1038">
                  <c:v>43515</c:v>
                </c:pt>
                <c:pt idx="1039">
                  <c:v>43516</c:v>
                </c:pt>
                <c:pt idx="1040">
                  <c:v>43517</c:v>
                </c:pt>
                <c:pt idx="1041">
                  <c:v>43518</c:v>
                </c:pt>
                <c:pt idx="1042">
                  <c:v>43521</c:v>
                </c:pt>
                <c:pt idx="1043">
                  <c:v>43522</c:v>
                </c:pt>
                <c:pt idx="1044">
                  <c:v>43523</c:v>
                </c:pt>
                <c:pt idx="1045">
                  <c:v>43524</c:v>
                </c:pt>
                <c:pt idx="1046">
                  <c:v>43525</c:v>
                </c:pt>
                <c:pt idx="1047">
                  <c:v>43528</c:v>
                </c:pt>
                <c:pt idx="1048">
                  <c:v>43529</c:v>
                </c:pt>
                <c:pt idx="1049">
                  <c:v>43530</c:v>
                </c:pt>
                <c:pt idx="1050">
                  <c:v>43531</c:v>
                </c:pt>
                <c:pt idx="1051">
                  <c:v>43532</c:v>
                </c:pt>
                <c:pt idx="1052">
                  <c:v>43535</c:v>
                </c:pt>
                <c:pt idx="1053">
                  <c:v>43536</c:v>
                </c:pt>
                <c:pt idx="1054">
                  <c:v>43537</c:v>
                </c:pt>
                <c:pt idx="1055">
                  <c:v>43538</c:v>
                </c:pt>
                <c:pt idx="1056">
                  <c:v>43539</c:v>
                </c:pt>
                <c:pt idx="1057">
                  <c:v>43542</c:v>
                </c:pt>
                <c:pt idx="1058">
                  <c:v>43543</c:v>
                </c:pt>
                <c:pt idx="1059">
                  <c:v>43544</c:v>
                </c:pt>
                <c:pt idx="1060">
                  <c:v>43545</c:v>
                </c:pt>
                <c:pt idx="1061">
                  <c:v>43546</c:v>
                </c:pt>
                <c:pt idx="1062">
                  <c:v>43549</c:v>
                </c:pt>
                <c:pt idx="1063">
                  <c:v>43550</c:v>
                </c:pt>
                <c:pt idx="1064">
                  <c:v>43551</c:v>
                </c:pt>
                <c:pt idx="1065">
                  <c:v>43552</c:v>
                </c:pt>
                <c:pt idx="1066">
                  <c:v>43553</c:v>
                </c:pt>
                <c:pt idx="1067">
                  <c:v>43556</c:v>
                </c:pt>
                <c:pt idx="1068">
                  <c:v>43557</c:v>
                </c:pt>
                <c:pt idx="1069">
                  <c:v>43558</c:v>
                </c:pt>
                <c:pt idx="1070">
                  <c:v>43559</c:v>
                </c:pt>
                <c:pt idx="1071">
                  <c:v>43560</c:v>
                </c:pt>
                <c:pt idx="1072">
                  <c:v>43563</c:v>
                </c:pt>
                <c:pt idx="1073">
                  <c:v>43564</c:v>
                </c:pt>
                <c:pt idx="1074">
                  <c:v>43565</c:v>
                </c:pt>
                <c:pt idx="1075">
                  <c:v>43566</c:v>
                </c:pt>
                <c:pt idx="1076">
                  <c:v>43567</c:v>
                </c:pt>
                <c:pt idx="1077">
                  <c:v>43570</c:v>
                </c:pt>
                <c:pt idx="1078">
                  <c:v>43571</c:v>
                </c:pt>
                <c:pt idx="1079">
                  <c:v>43572</c:v>
                </c:pt>
                <c:pt idx="1080">
                  <c:v>43573</c:v>
                </c:pt>
                <c:pt idx="1081">
                  <c:v>43577</c:v>
                </c:pt>
                <c:pt idx="1082">
                  <c:v>43578</c:v>
                </c:pt>
                <c:pt idx="1083">
                  <c:v>43579</c:v>
                </c:pt>
                <c:pt idx="1084">
                  <c:v>43580</c:v>
                </c:pt>
                <c:pt idx="1085">
                  <c:v>43581</c:v>
                </c:pt>
                <c:pt idx="1086">
                  <c:v>43584</c:v>
                </c:pt>
                <c:pt idx="1087">
                  <c:v>43585</c:v>
                </c:pt>
                <c:pt idx="1088">
                  <c:v>43586</c:v>
                </c:pt>
                <c:pt idx="1089">
                  <c:v>43587</c:v>
                </c:pt>
                <c:pt idx="1090">
                  <c:v>43588</c:v>
                </c:pt>
                <c:pt idx="1091">
                  <c:v>43591</c:v>
                </c:pt>
                <c:pt idx="1092">
                  <c:v>43592</c:v>
                </c:pt>
                <c:pt idx="1093">
                  <c:v>43593</c:v>
                </c:pt>
                <c:pt idx="1094">
                  <c:v>43594</c:v>
                </c:pt>
                <c:pt idx="1095">
                  <c:v>43595</c:v>
                </c:pt>
                <c:pt idx="1096">
                  <c:v>43598</c:v>
                </c:pt>
                <c:pt idx="1097">
                  <c:v>43599</c:v>
                </c:pt>
                <c:pt idx="1098">
                  <c:v>43600</c:v>
                </c:pt>
                <c:pt idx="1099">
                  <c:v>43601</c:v>
                </c:pt>
                <c:pt idx="1100">
                  <c:v>43602</c:v>
                </c:pt>
                <c:pt idx="1101">
                  <c:v>43605</c:v>
                </c:pt>
                <c:pt idx="1102">
                  <c:v>43606</c:v>
                </c:pt>
                <c:pt idx="1103">
                  <c:v>43607</c:v>
                </c:pt>
                <c:pt idx="1104">
                  <c:v>43608</c:v>
                </c:pt>
                <c:pt idx="1105">
                  <c:v>43609</c:v>
                </c:pt>
                <c:pt idx="1106">
                  <c:v>43613</c:v>
                </c:pt>
                <c:pt idx="1107">
                  <c:v>43614</c:v>
                </c:pt>
                <c:pt idx="1108">
                  <c:v>43615</c:v>
                </c:pt>
                <c:pt idx="1109">
                  <c:v>43616</c:v>
                </c:pt>
                <c:pt idx="1110">
                  <c:v>43619</c:v>
                </c:pt>
                <c:pt idx="1111">
                  <c:v>43620</c:v>
                </c:pt>
                <c:pt idx="1112">
                  <c:v>43621</c:v>
                </c:pt>
                <c:pt idx="1113">
                  <c:v>43622</c:v>
                </c:pt>
                <c:pt idx="1114">
                  <c:v>43623</c:v>
                </c:pt>
                <c:pt idx="1115">
                  <c:v>43626</c:v>
                </c:pt>
                <c:pt idx="1116">
                  <c:v>43627</c:v>
                </c:pt>
                <c:pt idx="1117">
                  <c:v>43628</c:v>
                </c:pt>
                <c:pt idx="1118">
                  <c:v>43629</c:v>
                </c:pt>
                <c:pt idx="1119">
                  <c:v>43630</c:v>
                </c:pt>
                <c:pt idx="1120">
                  <c:v>43633</c:v>
                </c:pt>
                <c:pt idx="1121">
                  <c:v>43634</c:v>
                </c:pt>
                <c:pt idx="1122">
                  <c:v>43635</c:v>
                </c:pt>
                <c:pt idx="1123">
                  <c:v>43636</c:v>
                </c:pt>
                <c:pt idx="1124">
                  <c:v>43637</c:v>
                </c:pt>
                <c:pt idx="1125">
                  <c:v>43640</c:v>
                </c:pt>
                <c:pt idx="1126">
                  <c:v>43641</c:v>
                </c:pt>
                <c:pt idx="1127">
                  <c:v>43642</c:v>
                </c:pt>
                <c:pt idx="1128">
                  <c:v>43643</c:v>
                </c:pt>
                <c:pt idx="1129">
                  <c:v>43644</c:v>
                </c:pt>
                <c:pt idx="1130">
                  <c:v>43647</c:v>
                </c:pt>
                <c:pt idx="1131">
                  <c:v>43648</c:v>
                </c:pt>
                <c:pt idx="1132">
                  <c:v>43649</c:v>
                </c:pt>
                <c:pt idx="1133">
                  <c:v>43651</c:v>
                </c:pt>
                <c:pt idx="1134">
                  <c:v>43654</c:v>
                </c:pt>
                <c:pt idx="1135">
                  <c:v>43655</c:v>
                </c:pt>
                <c:pt idx="1136">
                  <c:v>43656</c:v>
                </c:pt>
                <c:pt idx="1137">
                  <c:v>43657</c:v>
                </c:pt>
                <c:pt idx="1138">
                  <c:v>43658</c:v>
                </c:pt>
                <c:pt idx="1139">
                  <c:v>43661</c:v>
                </c:pt>
                <c:pt idx="1140">
                  <c:v>43662</c:v>
                </c:pt>
                <c:pt idx="1141">
                  <c:v>43663</c:v>
                </c:pt>
                <c:pt idx="1142">
                  <c:v>43664</c:v>
                </c:pt>
                <c:pt idx="1143">
                  <c:v>43665</c:v>
                </c:pt>
                <c:pt idx="1144">
                  <c:v>43668</c:v>
                </c:pt>
                <c:pt idx="1145">
                  <c:v>43669</c:v>
                </c:pt>
                <c:pt idx="1146">
                  <c:v>43670</c:v>
                </c:pt>
                <c:pt idx="1147">
                  <c:v>43671</c:v>
                </c:pt>
                <c:pt idx="1148">
                  <c:v>43672</c:v>
                </c:pt>
                <c:pt idx="1149">
                  <c:v>43675</c:v>
                </c:pt>
                <c:pt idx="1150">
                  <c:v>43676</c:v>
                </c:pt>
                <c:pt idx="1151">
                  <c:v>43677</c:v>
                </c:pt>
                <c:pt idx="1152">
                  <c:v>43678</c:v>
                </c:pt>
                <c:pt idx="1153">
                  <c:v>43679</c:v>
                </c:pt>
                <c:pt idx="1154">
                  <c:v>43682</c:v>
                </c:pt>
                <c:pt idx="1155">
                  <c:v>43683</c:v>
                </c:pt>
                <c:pt idx="1156">
                  <c:v>43684</c:v>
                </c:pt>
                <c:pt idx="1157">
                  <c:v>43685</c:v>
                </c:pt>
                <c:pt idx="1158">
                  <c:v>43686</c:v>
                </c:pt>
                <c:pt idx="1159">
                  <c:v>43689</c:v>
                </c:pt>
                <c:pt idx="1160">
                  <c:v>43690</c:v>
                </c:pt>
                <c:pt idx="1161">
                  <c:v>43691</c:v>
                </c:pt>
                <c:pt idx="1162">
                  <c:v>43692</c:v>
                </c:pt>
                <c:pt idx="1163">
                  <c:v>43693</c:v>
                </c:pt>
                <c:pt idx="1164">
                  <c:v>43696</c:v>
                </c:pt>
                <c:pt idx="1165">
                  <c:v>43697</c:v>
                </c:pt>
                <c:pt idx="1166">
                  <c:v>43698</c:v>
                </c:pt>
                <c:pt idx="1167">
                  <c:v>43699</c:v>
                </c:pt>
                <c:pt idx="1168">
                  <c:v>43700</c:v>
                </c:pt>
                <c:pt idx="1169">
                  <c:v>43703</c:v>
                </c:pt>
                <c:pt idx="1170">
                  <c:v>43704</c:v>
                </c:pt>
                <c:pt idx="1171">
                  <c:v>43705</c:v>
                </c:pt>
                <c:pt idx="1172">
                  <c:v>43706</c:v>
                </c:pt>
                <c:pt idx="1173">
                  <c:v>43707</c:v>
                </c:pt>
                <c:pt idx="1174">
                  <c:v>43711</c:v>
                </c:pt>
                <c:pt idx="1175">
                  <c:v>43712</c:v>
                </c:pt>
                <c:pt idx="1176">
                  <c:v>43713</c:v>
                </c:pt>
                <c:pt idx="1177">
                  <c:v>43714</c:v>
                </c:pt>
                <c:pt idx="1178">
                  <c:v>43717</c:v>
                </c:pt>
                <c:pt idx="1179">
                  <c:v>43718</c:v>
                </c:pt>
                <c:pt idx="1180">
                  <c:v>43719</c:v>
                </c:pt>
                <c:pt idx="1181">
                  <c:v>43720</c:v>
                </c:pt>
                <c:pt idx="1182">
                  <c:v>43721</c:v>
                </c:pt>
                <c:pt idx="1183">
                  <c:v>43724</c:v>
                </c:pt>
                <c:pt idx="1184">
                  <c:v>43725</c:v>
                </c:pt>
                <c:pt idx="1185">
                  <c:v>43726</c:v>
                </c:pt>
                <c:pt idx="1186">
                  <c:v>43727</c:v>
                </c:pt>
                <c:pt idx="1187">
                  <c:v>43728</c:v>
                </c:pt>
                <c:pt idx="1188">
                  <c:v>43731</c:v>
                </c:pt>
                <c:pt idx="1189">
                  <c:v>43732</c:v>
                </c:pt>
                <c:pt idx="1190">
                  <c:v>43733</c:v>
                </c:pt>
                <c:pt idx="1191">
                  <c:v>43734</c:v>
                </c:pt>
                <c:pt idx="1192">
                  <c:v>43735</c:v>
                </c:pt>
                <c:pt idx="1193">
                  <c:v>43738</c:v>
                </c:pt>
                <c:pt idx="1194">
                  <c:v>43739</c:v>
                </c:pt>
                <c:pt idx="1195">
                  <c:v>43740</c:v>
                </c:pt>
                <c:pt idx="1196">
                  <c:v>43741</c:v>
                </c:pt>
                <c:pt idx="1197">
                  <c:v>43742</c:v>
                </c:pt>
                <c:pt idx="1198">
                  <c:v>43745</c:v>
                </c:pt>
                <c:pt idx="1199">
                  <c:v>43746</c:v>
                </c:pt>
                <c:pt idx="1200">
                  <c:v>43747</c:v>
                </c:pt>
                <c:pt idx="1201">
                  <c:v>43748</c:v>
                </c:pt>
                <c:pt idx="1202">
                  <c:v>43749</c:v>
                </c:pt>
                <c:pt idx="1203">
                  <c:v>43752</c:v>
                </c:pt>
                <c:pt idx="1204">
                  <c:v>43753</c:v>
                </c:pt>
                <c:pt idx="1205">
                  <c:v>43754</c:v>
                </c:pt>
                <c:pt idx="1206">
                  <c:v>43755</c:v>
                </c:pt>
                <c:pt idx="1207">
                  <c:v>43756</c:v>
                </c:pt>
                <c:pt idx="1208">
                  <c:v>43759</c:v>
                </c:pt>
                <c:pt idx="1209">
                  <c:v>43760</c:v>
                </c:pt>
                <c:pt idx="1210">
                  <c:v>43761</c:v>
                </c:pt>
                <c:pt idx="1211">
                  <c:v>43762</c:v>
                </c:pt>
                <c:pt idx="1212">
                  <c:v>43763</c:v>
                </c:pt>
                <c:pt idx="1213">
                  <c:v>43766</c:v>
                </c:pt>
                <c:pt idx="1214">
                  <c:v>43767</c:v>
                </c:pt>
                <c:pt idx="1215">
                  <c:v>43768</c:v>
                </c:pt>
                <c:pt idx="1216">
                  <c:v>43769</c:v>
                </c:pt>
                <c:pt idx="1217">
                  <c:v>43770</c:v>
                </c:pt>
                <c:pt idx="1218">
                  <c:v>43773</c:v>
                </c:pt>
                <c:pt idx="1219">
                  <c:v>43774</c:v>
                </c:pt>
                <c:pt idx="1220">
                  <c:v>43775</c:v>
                </c:pt>
                <c:pt idx="1221">
                  <c:v>43776</c:v>
                </c:pt>
                <c:pt idx="1222">
                  <c:v>43777</c:v>
                </c:pt>
                <c:pt idx="1223">
                  <c:v>43780</c:v>
                </c:pt>
                <c:pt idx="1224">
                  <c:v>43781</c:v>
                </c:pt>
                <c:pt idx="1225">
                  <c:v>43782</c:v>
                </c:pt>
                <c:pt idx="1226">
                  <c:v>43783</c:v>
                </c:pt>
                <c:pt idx="1227">
                  <c:v>43784</c:v>
                </c:pt>
                <c:pt idx="1228">
                  <c:v>43787</c:v>
                </c:pt>
                <c:pt idx="1229">
                  <c:v>43788</c:v>
                </c:pt>
                <c:pt idx="1230">
                  <c:v>43789</c:v>
                </c:pt>
                <c:pt idx="1231">
                  <c:v>43790</c:v>
                </c:pt>
                <c:pt idx="1232">
                  <c:v>43791</c:v>
                </c:pt>
                <c:pt idx="1233">
                  <c:v>43794</c:v>
                </c:pt>
                <c:pt idx="1234">
                  <c:v>43795</c:v>
                </c:pt>
                <c:pt idx="1235">
                  <c:v>43796</c:v>
                </c:pt>
                <c:pt idx="1236">
                  <c:v>43798</c:v>
                </c:pt>
                <c:pt idx="1237">
                  <c:v>43801</c:v>
                </c:pt>
                <c:pt idx="1238">
                  <c:v>43802</c:v>
                </c:pt>
                <c:pt idx="1239">
                  <c:v>43803</c:v>
                </c:pt>
                <c:pt idx="1240">
                  <c:v>43804</c:v>
                </c:pt>
                <c:pt idx="1241">
                  <c:v>43805</c:v>
                </c:pt>
                <c:pt idx="1242">
                  <c:v>43808</c:v>
                </c:pt>
                <c:pt idx="1243">
                  <c:v>43809</c:v>
                </c:pt>
                <c:pt idx="1244">
                  <c:v>43810</c:v>
                </c:pt>
                <c:pt idx="1245">
                  <c:v>43811</c:v>
                </c:pt>
                <c:pt idx="1246">
                  <c:v>43812</c:v>
                </c:pt>
                <c:pt idx="1247">
                  <c:v>43815</c:v>
                </c:pt>
                <c:pt idx="1248">
                  <c:v>43816</c:v>
                </c:pt>
                <c:pt idx="1249">
                  <c:v>43817</c:v>
                </c:pt>
                <c:pt idx="1250">
                  <c:v>43818</c:v>
                </c:pt>
                <c:pt idx="1251">
                  <c:v>43819</c:v>
                </c:pt>
                <c:pt idx="1252">
                  <c:v>43822</c:v>
                </c:pt>
                <c:pt idx="1253">
                  <c:v>43823</c:v>
                </c:pt>
                <c:pt idx="1254">
                  <c:v>43825</c:v>
                </c:pt>
                <c:pt idx="1255">
                  <c:v>43826</c:v>
                </c:pt>
                <c:pt idx="1256">
                  <c:v>43829</c:v>
                </c:pt>
                <c:pt idx="1257">
                  <c:v>43830</c:v>
                </c:pt>
                <c:pt idx="1258">
                  <c:v>43832</c:v>
                </c:pt>
                <c:pt idx="1259">
                  <c:v>43833</c:v>
                </c:pt>
                <c:pt idx="1260">
                  <c:v>43836</c:v>
                </c:pt>
                <c:pt idx="1261">
                  <c:v>43837</c:v>
                </c:pt>
                <c:pt idx="1262">
                  <c:v>43838</c:v>
                </c:pt>
                <c:pt idx="1263">
                  <c:v>43839</c:v>
                </c:pt>
                <c:pt idx="1264">
                  <c:v>43840</c:v>
                </c:pt>
                <c:pt idx="1265">
                  <c:v>43843</c:v>
                </c:pt>
                <c:pt idx="1266">
                  <c:v>43844</c:v>
                </c:pt>
                <c:pt idx="1267">
                  <c:v>43845</c:v>
                </c:pt>
                <c:pt idx="1268">
                  <c:v>43846</c:v>
                </c:pt>
                <c:pt idx="1269">
                  <c:v>43847</c:v>
                </c:pt>
                <c:pt idx="1270">
                  <c:v>43851</c:v>
                </c:pt>
                <c:pt idx="1271">
                  <c:v>43852</c:v>
                </c:pt>
                <c:pt idx="1272">
                  <c:v>43853</c:v>
                </c:pt>
                <c:pt idx="1273">
                  <c:v>43854</c:v>
                </c:pt>
                <c:pt idx="1274">
                  <c:v>43857</c:v>
                </c:pt>
                <c:pt idx="1275">
                  <c:v>43858</c:v>
                </c:pt>
                <c:pt idx="1276">
                  <c:v>43859</c:v>
                </c:pt>
                <c:pt idx="1277">
                  <c:v>43860</c:v>
                </c:pt>
                <c:pt idx="1278">
                  <c:v>43861</c:v>
                </c:pt>
                <c:pt idx="1279">
                  <c:v>43864</c:v>
                </c:pt>
                <c:pt idx="1280">
                  <c:v>43865</c:v>
                </c:pt>
                <c:pt idx="1281">
                  <c:v>43866</c:v>
                </c:pt>
                <c:pt idx="1282">
                  <c:v>43867</c:v>
                </c:pt>
                <c:pt idx="1283">
                  <c:v>43868</c:v>
                </c:pt>
                <c:pt idx="1284">
                  <c:v>43871</c:v>
                </c:pt>
                <c:pt idx="1285">
                  <c:v>43872</c:v>
                </c:pt>
                <c:pt idx="1286">
                  <c:v>43873</c:v>
                </c:pt>
                <c:pt idx="1287">
                  <c:v>43874</c:v>
                </c:pt>
                <c:pt idx="1288">
                  <c:v>43875</c:v>
                </c:pt>
                <c:pt idx="1289">
                  <c:v>43879</c:v>
                </c:pt>
                <c:pt idx="1290">
                  <c:v>43880</c:v>
                </c:pt>
                <c:pt idx="1291">
                  <c:v>43881</c:v>
                </c:pt>
                <c:pt idx="1292">
                  <c:v>43882</c:v>
                </c:pt>
                <c:pt idx="1293">
                  <c:v>43885</c:v>
                </c:pt>
                <c:pt idx="1294">
                  <c:v>43886</c:v>
                </c:pt>
                <c:pt idx="1295">
                  <c:v>43887</c:v>
                </c:pt>
                <c:pt idx="1296">
                  <c:v>43888</c:v>
                </c:pt>
                <c:pt idx="1297">
                  <c:v>43889</c:v>
                </c:pt>
                <c:pt idx="1298">
                  <c:v>43892</c:v>
                </c:pt>
                <c:pt idx="1299">
                  <c:v>43893</c:v>
                </c:pt>
                <c:pt idx="1300">
                  <c:v>43894</c:v>
                </c:pt>
                <c:pt idx="1301">
                  <c:v>43895</c:v>
                </c:pt>
                <c:pt idx="1302">
                  <c:v>43896</c:v>
                </c:pt>
                <c:pt idx="1303">
                  <c:v>43899</c:v>
                </c:pt>
                <c:pt idx="1304">
                  <c:v>43900</c:v>
                </c:pt>
                <c:pt idx="1305">
                  <c:v>43901</c:v>
                </c:pt>
                <c:pt idx="1306">
                  <c:v>43902</c:v>
                </c:pt>
                <c:pt idx="1307">
                  <c:v>43903</c:v>
                </c:pt>
                <c:pt idx="1308">
                  <c:v>43906</c:v>
                </c:pt>
                <c:pt idx="1309">
                  <c:v>43907</c:v>
                </c:pt>
                <c:pt idx="1310">
                  <c:v>43908</c:v>
                </c:pt>
                <c:pt idx="1311">
                  <c:v>43909</c:v>
                </c:pt>
                <c:pt idx="1312">
                  <c:v>43910</c:v>
                </c:pt>
                <c:pt idx="1313">
                  <c:v>43913</c:v>
                </c:pt>
                <c:pt idx="1314">
                  <c:v>43914</c:v>
                </c:pt>
                <c:pt idx="1315">
                  <c:v>43915</c:v>
                </c:pt>
                <c:pt idx="1316">
                  <c:v>43916</c:v>
                </c:pt>
                <c:pt idx="1317">
                  <c:v>43917</c:v>
                </c:pt>
                <c:pt idx="1318">
                  <c:v>43920</c:v>
                </c:pt>
                <c:pt idx="1319">
                  <c:v>43921</c:v>
                </c:pt>
                <c:pt idx="1320">
                  <c:v>43922</c:v>
                </c:pt>
                <c:pt idx="1321">
                  <c:v>43923</c:v>
                </c:pt>
                <c:pt idx="1322">
                  <c:v>43924</c:v>
                </c:pt>
                <c:pt idx="1323">
                  <c:v>43927</c:v>
                </c:pt>
                <c:pt idx="1324">
                  <c:v>43928</c:v>
                </c:pt>
                <c:pt idx="1325">
                  <c:v>43929</c:v>
                </c:pt>
                <c:pt idx="1326">
                  <c:v>43930</c:v>
                </c:pt>
                <c:pt idx="1327">
                  <c:v>43934</c:v>
                </c:pt>
                <c:pt idx="1328">
                  <c:v>43935</c:v>
                </c:pt>
                <c:pt idx="1329">
                  <c:v>43936</c:v>
                </c:pt>
                <c:pt idx="1330">
                  <c:v>43937</c:v>
                </c:pt>
                <c:pt idx="1331">
                  <c:v>43938</c:v>
                </c:pt>
                <c:pt idx="1332">
                  <c:v>43941</c:v>
                </c:pt>
                <c:pt idx="1333">
                  <c:v>43942</c:v>
                </c:pt>
                <c:pt idx="1334">
                  <c:v>43943</c:v>
                </c:pt>
                <c:pt idx="1335">
                  <c:v>43944</c:v>
                </c:pt>
                <c:pt idx="1336">
                  <c:v>43945</c:v>
                </c:pt>
                <c:pt idx="1337">
                  <c:v>43948</c:v>
                </c:pt>
                <c:pt idx="1338">
                  <c:v>43949</c:v>
                </c:pt>
                <c:pt idx="1339">
                  <c:v>43950</c:v>
                </c:pt>
                <c:pt idx="1340">
                  <c:v>43951</c:v>
                </c:pt>
                <c:pt idx="1341">
                  <c:v>43952</c:v>
                </c:pt>
                <c:pt idx="1342">
                  <c:v>43955</c:v>
                </c:pt>
                <c:pt idx="1343">
                  <c:v>43956</c:v>
                </c:pt>
                <c:pt idx="1344">
                  <c:v>43957</c:v>
                </c:pt>
                <c:pt idx="1345">
                  <c:v>43958</c:v>
                </c:pt>
                <c:pt idx="1346">
                  <c:v>43959</c:v>
                </c:pt>
                <c:pt idx="1347">
                  <c:v>43962</c:v>
                </c:pt>
                <c:pt idx="1348">
                  <c:v>43963</c:v>
                </c:pt>
                <c:pt idx="1349">
                  <c:v>43964</c:v>
                </c:pt>
                <c:pt idx="1350">
                  <c:v>43965</c:v>
                </c:pt>
                <c:pt idx="1351">
                  <c:v>43966</c:v>
                </c:pt>
                <c:pt idx="1352">
                  <c:v>43969</c:v>
                </c:pt>
                <c:pt idx="1353">
                  <c:v>43970</c:v>
                </c:pt>
                <c:pt idx="1354">
                  <c:v>43971</c:v>
                </c:pt>
                <c:pt idx="1355">
                  <c:v>43972</c:v>
                </c:pt>
                <c:pt idx="1356">
                  <c:v>43973</c:v>
                </c:pt>
                <c:pt idx="1357">
                  <c:v>43977</c:v>
                </c:pt>
                <c:pt idx="1358">
                  <c:v>43978</c:v>
                </c:pt>
                <c:pt idx="1359">
                  <c:v>43979</c:v>
                </c:pt>
                <c:pt idx="1360">
                  <c:v>43980</c:v>
                </c:pt>
                <c:pt idx="1361">
                  <c:v>43983</c:v>
                </c:pt>
                <c:pt idx="1362">
                  <c:v>43984</c:v>
                </c:pt>
                <c:pt idx="1363">
                  <c:v>43985</c:v>
                </c:pt>
                <c:pt idx="1364">
                  <c:v>43986</c:v>
                </c:pt>
                <c:pt idx="1365">
                  <c:v>43987</c:v>
                </c:pt>
                <c:pt idx="1366">
                  <c:v>43990</c:v>
                </c:pt>
                <c:pt idx="1367">
                  <c:v>43991</c:v>
                </c:pt>
                <c:pt idx="1368">
                  <c:v>43992</c:v>
                </c:pt>
                <c:pt idx="1369">
                  <c:v>43993</c:v>
                </c:pt>
                <c:pt idx="1370">
                  <c:v>43994</c:v>
                </c:pt>
                <c:pt idx="1371">
                  <c:v>43997</c:v>
                </c:pt>
                <c:pt idx="1372">
                  <c:v>43998</c:v>
                </c:pt>
                <c:pt idx="1373">
                  <c:v>43999</c:v>
                </c:pt>
                <c:pt idx="1374">
                  <c:v>44000</c:v>
                </c:pt>
                <c:pt idx="1375">
                  <c:v>44001</c:v>
                </c:pt>
                <c:pt idx="1376">
                  <c:v>44004</c:v>
                </c:pt>
                <c:pt idx="1377">
                  <c:v>44005</c:v>
                </c:pt>
                <c:pt idx="1378">
                  <c:v>44006</c:v>
                </c:pt>
                <c:pt idx="1379">
                  <c:v>44007</c:v>
                </c:pt>
                <c:pt idx="1380">
                  <c:v>44008</c:v>
                </c:pt>
                <c:pt idx="1381">
                  <c:v>44011</c:v>
                </c:pt>
                <c:pt idx="1382">
                  <c:v>44012</c:v>
                </c:pt>
                <c:pt idx="1383">
                  <c:v>44013</c:v>
                </c:pt>
                <c:pt idx="1384">
                  <c:v>44014</c:v>
                </c:pt>
                <c:pt idx="1385">
                  <c:v>44018</c:v>
                </c:pt>
                <c:pt idx="1386">
                  <c:v>44019</c:v>
                </c:pt>
                <c:pt idx="1387">
                  <c:v>44020</c:v>
                </c:pt>
                <c:pt idx="1388">
                  <c:v>44021</c:v>
                </c:pt>
                <c:pt idx="1389">
                  <c:v>44022</c:v>
                </c:pt>
                <c:pt idx="1390">
                  <c:v>44025</c:v>
                </c:pt>
                <c:pt idx="1391">
                  <c:v>44026</c:v>
                </c:pt>
                <c:pt idx="1392">
                  <c:v>44027</c:v>
                </c:pt>
                <c:pt idx="1393">
                  <c:v>44028</c:v>
                </c:pt>
                <c:pt idx="1394">
                  <c:v>44029</c:v>
                </c:pt>
                <c:pt idx="1395">
                  <c:v>44032</c:v>
                </c:pt>
                <c:pt idx="1396">
                  <c:v>44033</c:v>
                </c:pt>
                <c:pt idx="1397">
                  <c:v>44034</c:v>
                </c:pt>
                <c:pt idx="1398">
                  <c:v>44035</c:v>
                </c:pt>
                <c:pt idx="1399">
                  <c:v>44036</c:v>
                </c:pt>
                <c:pt idx="1400">
                  <c:v>44039</c:v>
                </c:pt>
                <c:pt idx="1401">
                  <c:v>44040</c:v>
                </c:pt>
                <c:pt idx="1402">
                  <c:v>44041</c:v>
                </c:pt>
                <c:pt idx="1403">
                  <c:v>44042</c:v>
                </c:pt>
                <c:pt idx="1404">
                  <c:v>44043</c:v>
                </c:pt>
                <c:pt idx="1405">
                  <c:v>44046</c:v>
                </c:pt>
                <c:pt idx="1406">
                  <c:v>44047</c:v>
                </c:pt>
                <c:pt idx="1407">
                  <c:v>44048</c:v>
                </c:pt>
                <c:pt idx="1408">
                  <c:v>44049</c:v>
                </c:pt>
                <c:pt idx="1409">
                  <c:v>44050</c:v>
                </c:pt>
                <c:pt idx="1410">
                  <c:v>44053</c:v>
                </c:pt>
                <c:pt idx="1411">
                  <c:v>44054</c:v>
                </c:pt>
                <c:pt idx="1412">
                  <c:v>44055</c:v>
                </c:pt>
                <c:pt idx="1413">
                  <c:v>44056</c:v>
                </c:pt>
                <c:pt idx="1414">
                  <c:v>44057</c:v>
                </c:pt>
                <c:pt idx="1415">
                  <c:v>44060</c:v>
                </c:pt>
                <c:pt idx="1416">
                  <c:v>44061</c:v>
                </c:pt>
                <c:pt idx="1417">
                  <c:v>44062</c:v>
                </c:pt>
                <c:pt idx="1418">
                  <c:v>44063</c:v>
                </c:pt>
                <c:pt idx="1419">
                  <c:v>44064</c:v>
                </c:pt>
                <c:pt idx="1420">
                  <c:v>44067</c:v>
                </c:pt>
                <c:pt idx="1421">
                  <c:v>44068</c:v>
                </c:pt>
                <c:pt idx="1422">
                  <c:v>44069</c:v>
                </c:pt>
                <c:pt idx="1423">
                  <c:v>44070</c:v>
                </c:pt>
                <c:pt idx="1424">
                  <c:v>44071</c:v>
                </c:pt>
                <c:pt idx="1425">
                  <c:v>44074</c:v>
                </c:pt>
                <c:pt idx="1426">
                  <c:v>44075</c:v>
                </c:pt>
                <c:pt idx="1427">
                  <c:v>44076</c:v>
                </c:pt>
                <c:pt idx="1428">
                  <c:v>44077</c:v>
                </c:pt>
                <c:pt idx="1429">
                  <c:v>44078</c:v>
                </c:pt>
                <c:pt idx="1430">
                  <c:v>44082</c:v>
                </c:pt>
                <c:pt idx="1431">
                  <c:v>44083</c:v>
                </c:pt>
                <c:pt idx="1432">
                  <c:v>44084</c:v>
                </c:pt>
                <c:pt idx="1433">
                  <c:v>44085</c:v>
                </c:pt>
                <c:pt idx="1434">
                  <c:v>44088</c:v>
                </c:pt>
                <c:pt idx="1435">
                  <c:v>44089</c:v>
                </c:pt>
                <c:pt idx="1436">
                  <c:v>44090</c:v>
                </c:pt>
                <c:pt idx="1437">
                  <c:v>44091</c:v>
                </c:pt>
                <c:pt idx="1438">
                  <c:v>44092</c:v>
                </c:pt>
                <c:pt idx="1439">
                  <c:v>44095</c:v>
                </c:pt>
                <c:pt idx="1440">
                  <c:v>44096</c:v>
                </c:pt>
                <c:pt idx="1441">
                  <c:v>44097</c:v>
                </c:pt>
                <c:pt idx="1442">
                  <c:v>44098</c:v>
                </c:pt>
                <c:pt idx="1443">
                  <c:v>44099</c:v>
                </c:pt>
                <c:pt idx="1444">
                  <c:v>44102</c:v>
                </c:pt>
                <c:pt idx="1445">
                  <c:v>44103</c:v>
                </c:pt>
                <c:pt idx="1446">
                  <c:v>44104</c:v>
                </c:pt>
                <c:pt idx="1447">
                  <c:v>44105</c:v>
                </c:pt>
                <c:pt idx="1448">
                  <c:v>44106</c:v>
                </c:pt>
                <c:pt idx="1449">
                  <c:v>44109</c:v>
                </c:pt>
                <c:pt idx="1450">
                  <c:v>44110</c:v>
                </c:pt>
                <c:pt idx="1451">
                  <c:v>44111</c:v>
                </c:pt>
                <c:pt idx="1452">
                  <c:v>44112</c:v>
                </c:pt>
                <c:pt idx="1453">
                  <c:v>44113</c:v>
                </c:pt>
                <c:pt idx="1454">
                  <c:v>44116</c:v>
                </c:pt>
                <c:pt idx="1455">
                  <c:v>44117</c:v>
                </c:pt>
                <c:pt idx="1456">
                  <c:v>44118</c:v>
                </c:pt>
                <c:pt idx="1457">
                  <c:v>44119</c:v>
                </c:pt>
                <c:pt idx="1458">
                  <c:v>44120</c:v>
                </c:pt>
                <c:pt idx="1459">
                  <c:v>44123</c:v>
                </c:pt>
                <c:pt idx="1460">
                  <c:v>44124</c:v>
                </c:pt>
                <c:pt idx="1461">
                  <c:v>44125</c:v>
                </c:pt>
                <c:pt idx="1462">
                  <c:v>44126</c:v>
                </c:pt>
                <c:pt idx="1463">
                  <c:v>44127</c:v>
                </c:pt>
                <c:pt idx="1464">
                  <c:v>44130</c:v>
                </c:pt>
                <c:pt idx="1465">
                  <c:v>44131</c:v>
                </c:pt>
                <c:pt idx="1466">
                  <c:v>44132</c:v>
                </c:pt>
                <c:pt idx="1467">
                  <c:v>44133</c:v>
                </c:pt>
                <c:pt idx="1468">
                  <c:v>44134</c:v>
                </c:pt>
                <c:pt idx="1469">
                  <c:v>44137</c:v>
                </c:pt>
                <c:pt idx="1470">
                  <c:v>44138</c:v>
                </c:pt>
                <c:pt idx="1471">
                  <c:v>44139</c:v>
                </c:pt>
                <c:pt idx="1472">
                  <c:v>44140</c:v>
                </c:pt>
                <c:pt idx="1473">
                  <c:v>44141</c:v>
                </c:pt>
                <c:pt idx="1474">
                  <c:v>44144</c:v>
                </c:pt>
                <c:pt idx="1475">
                  <c:v>44145</c:v>
                </c:pt>
                <c:pt idx="1476">
                  <c:v>44146</c:v>
                </c:pt>
                <c:pt idx="1477">
                  <c:v>44147</c:v>
                </c:pt>
                <c:pt idx="1478">
                  <c:v>44148</c:v>
                </c:pt>
                <c:pt idx="1479">
                  <c:v>44151</c:v>
                </c:pt>
                <c:pt idx="1480">
                  <c:v>44152</c:v>
                </c:pt>
                <c:pt idx="1481">
                  <c:v>44153</c:v>
                </c:pt>
                <c:pt idx="1482">
                  <c:v>44154</c:v>
                </c:pt>
                <c:pt idx="1483">
                  <c:v>44155</c:v>
                </c:pt>
                <c:pt idx="1484">
                  <c:v>44158</c:v>
                </c:pt>
                <c:pt idx="1485">
                  <c:v>44159</c:v>
                </c:pt>
                <c:pt idx="1486">
                  <c:v>44160</c:v>
                </c:pt>
                <c:pt idx="1487">
                  <c:v>44162</c:v>
                </c:pt>
                <c:pt idx="1488">
                  <c:v>44165</c:v>
                </c:pt>
                <c:pt idx="1489">
                  <c:v>44166</c:v>
                </c:pt>
                <c:pt idx="1490">
                  <c:v>44167</c:v>
                </c:pt>
                <c:pt idx="1491">
                  <c:v>44168</c:v>
                </c:pt>
                <c:pt idx="1492">
                  <c:v>44169</c:v>
                </c:pt>
                <c:pt idx="1493">
                  <c:v>44172</c:v>
                </c:pt>
                <c:pt idx="1494">
                  <c:v>44173</c:v>
                </c:pt>
                <c:pt idx="1495">
                  <c:v>44174</c:v>
                </c:pt>
                <c:pt idx="1496">
                  <c:v>44175</c:v>
                </c:pt>
                <c:pt idx="1497">
                  <c:v>44176</c:v>
                </c:pt>
                <c:pt idx="1498">
                  <c:v>44179</c:v>
                </c:pt>
                <c:pt idx="1499">
                  <c:v>44180</c:v>
                </c:pt>
                <c:pt idx="1500">
                  <c:v>44181</c:v>
                </c:pt>
                <c:pt idx="1501">
                  <c:v>44182</c:v>
                </c:pt>
                <c:pt idx="1502">
                  <c:v>44183</c:v>
                </c:pt>
                <c:pt idx="1503">
                  <c:v>44186</c:v>
                </c:pt>
                <c:pt idx="1504">
                  <c:v>44187</c:v>
                </c:pt>
                <c:pt idx="1505">
                  <c:v>44188</c:v>
                </c:pt>
                <c:pt idx="1506">
                  <c:v>44189</c:v>
                </c:pt>
                <c:pt idx="1507">
                  <c:v>44193</c:v>
                </c:pt>
                <c:pt idx="1508">
                  <c:v>44194</c:v>
                </c:pt>
                <c:pt idx="1509">
                  <c:v>44195</c:v>
                </c:pt>
                <c:pt idx="1510">
                  <c:v>44196</c:v>
                </c:pt>
                <c:pt idx="1511">
                  <c:v>44200</c:v>
                </c:pt>
                <c:pt idx="1512">
                  <c:v>44201</c:v>
                </c:pt>
                <c:pt idx="1513">
                  <c:v>44202</c:v>
                </c:pt>
                <c:pt idx="1514">
                  <c:v>44203</c:v>
                </c:pt>
                <c:pt idx="1515">
                  <c:v>44204</c:v>
                </c:pt>
                <c:pt idx="1516">
                  <c:v>44207</c:v>
                </c:pt>
                <c:pt idx="1517">
                  <c:v>44208</c:v>
                </c:pt>
                <c:pt idx="1518">
                  <c:v>44209</c:v>
                </c:pt>
                <c:pt idx="1519">
                  <c:v>44210</c:v>
                </c:pt>
                <c:pt idx="1520">
                  <c:v>44211</c:v>
                </c:pt>
                <c:pt idx="1521">
                  <c:v>44215</c:v>
                </c:pt>
                <c:pt idx="1522">
                  <c:v>44216</c:v>
                </c:pt>
                <c:pt idx="1523">
                  <c:v>44217</c:v>
                </c:pt>
                <c:pt idx="1524">
                  <c:v>44218</c:v>
                </c:pt>
                <c:pt idx="1525">
                  <c:v>44221</c:v>
                </c:pt>
                <c:pt idx="1526">
                  <c:v>44222</c:v>
                </c:pt>
                <c:pt idx="1527">
                  <c:v>44223</c:v>
                </c:pt>
                <c:pt idx="1528">
                  <c:v>44224</c:v>
                </c:pt>
                <c:pt idx="1529">
                  <c:v>44225</c:v>
                </c:pt>
                <c:pt idx="1530">
                  <c:v>44228</c:v>
                </c:pt>
                <c:pt idx="1531">
                  <c:v>44229</c:v>
                </c:pt>
                <c:pt idx="1532">
                  <c:v>44230</c:v>
                </c:pt>
                <c:pt idx="1533">
                  <c:v>44231</c:v>
                </c:pt>
                <c:pt idx="1534">
                  <c:v>44232</c:v>
                </c:pt>
                <c:pt idx="1535">
                  <c:v>44235</c:v>
                </c:pt>
                <c:pt idx="1536">
                  <c:v>44236</c:v>
                </c:pt>
                <c:pt idx="1537">
                  <c:v>44237</c:v>
                </c:pt>
                <c:pt idx="1538">
                  <c:v>44238</c:v>
                </c:pt>
                <c:pt idx="1539">
                  <c:v>44239</c:v>
                </c:pt>
                <c:pt idx="1540">
                  <c:v>44243</c:v>
                </c:pt>
                <c:pt idx="1541">
                  <c:v>44244</c:v>
                </c:pt>
                <c:pt idx="1542">
                  <c:v>44245</c:v>
                </c:pt>
                <c:pt idx="1543">
                  <c:v>44246</c:v>
                </c:pt>
                <c:pt idx="1544">
                  <c:v>44249</c:v>
                </c:pt>
                <c:pt idx="1545">
                  <c:v>44250</c:v>
                </c:pt>
                <c:pt idx="1546">
                  <c:v>44251</c:v>
                </c:pt>
                <c:pt idx="1547">
                  <c:v>44252</c:v>
                </c:pt>
                <c:pt idx="1548">
                  <c:v>44253</c:v>
                </c:pt>
                <c:pt idx="1549">
                  <c:v>44256</c:v>
                </c:pt>
                <c:pt idx="1550">
                  <c:v>44257</c:v>
                </c:pt>
                <c:pt idx="1551">
                  <c:v>44258</c:v>
                </c:pt>
                <c:pt idx="1552">
                  <c:v>44259</c:v>
                </c:pt>
                <c:pt idx="1553">
                  <c:v>44260</c:v>
                </c:pt>
                <c:pt idx="1554">
                  <c:v>44263</c:v>
                </c:pt>
                <c:pt idx="1555">
                  <c:v>44264</c:v>
                </c:pt>
                <c:pt idx="1556">
                  <c:v>44265</c:v>
                </c:pt>
                <c:pt idx="1557">
                  <c:v>44266</c:v>
                </c:pt>
                <c:pt idx="1558">
                  <c:v>44267</c:v>
                </c:pt>
                <c:pt idx="1559">
                  <c:v>44270</c:v>
                </c:pt>
                <c:pt idx="1560">
                  <c:v>44271</c:v>
                </c:pt>
                <c:pt idx="1561">
                  <c:v>44272</c:v>
                </c:pt>
                <c:pt idx="1562">
                  <c:v>44273</c:v>
                </c:pt>
                <c:pt idx="1563">
                  <c:v>44274</c:v>
                </c:pt>
                <c:pt idx="1564">
                  <c:v>44277</c:v>
                </c:pt>
                <c:pt idx="1565">
                  <c:v>44278</c:v>
                </c:pt>
                <c:pt idx="1566">
                  <c:v>44279</c:v>
                </c:pt>
                <c:pt idx="1567">
                  <c:v>44280</c:v>
                </c:pt>
                <c:pt idx="1568">
                  <c:v>44281</c:v>
                </c:pt>
                <c:pt idx="1569">
                  <c:v>44284</c:v>
                </c:pt>
                <c:pt idx="1570">
                  <c:v>44285</c:v>
                </c:pt>
                <c:pt idx="1571">
                  <c:v>44286</c:v>
                </c:pt>
                <c:pt idx="1572">
                  <c:v>44287</c:v>
                </c:pt>
                <c:pt idx="1573">
                  <c:v>44291</c:v>
                </c:pt>
                <c:pt idx="1574">
                  <c:v>44292</c:v>
                </c:pt>
                <c:pt idx="1575">
                  <c:v>44293</c:v>
                </c:pt>
                <c:pt idx="1576">
                  <c:v>44294</c:v>
                </c:pt>
                <c:pt idx="1577">
                  <c:v>44295</c:v>
                </c:pt>
                <c:pt idx="1578">
                  <c:v>44298</c:v>
                </c:pt>
                <c:pt idx="1579">
                  <c:v>44299</c:v>
                </c:pt>
                <c:pt idx="1580">
                  <c:v>44300</c:v>
                </c:pt>
                <c:pt idx="1581">
                  <c:v>44301</c:v>
                </c:pt>
                <c:pt idx="1582">
                  <c:v>44302</c:v>
                </c:pt>
                <c:pt idx="1583">
                  <c:v>44305</c:v>
                </c:pt>
                <c:pt idx="1584">
                  <c:v>44306</c:v>
                </c:pt>
                <c:pt idx="1585">
                  <c:v>44307</c:v>
                </c:pt>
                <c:pt idx="1586">
                  <c:v>44308</c:v>
                </c:pt>
                <c:pt idx="1587">
                  <c:v>44309</c:v>
                </c:pt>
                <c:pt idx="1588">
                  <c:v>44312</c:v>
                </c:pt>
                <c:pt idx="1589">
                  <c:v>44313</c:v>
                </c:pt>
                <c:pt idx="1590">
                  <c:v>44314</c:v>
                </c:pt>
                <c:pt idx="1591">
                  <c:v>44315</c:v>
                </c:pt>
                <c:pt idx="1592">
                  <c:v>44316</c:v>
                </c:pt>
                <c:pt idx="1593">
                  <c:v>44319</c:v>
                </c:pt>
                <c:pt idx="1594">
                  <c:v>44320</c:v>
                </c:pt>
                <c:pt idx="1595">
                  <c:v>44321</c:v>
                </c:pt>
                <c:pt idx="1596">
                  <c:v>44322</c:v>
                </c:pt>
                <c:pt idx="1597">
                  <c:v>44323</c:v>
                </c:pt>
                <c:pt idx="1598">
                  <c:v>44326</c:v>
                </c:pt>
                <c:pt idx="1599">
                  <c:v>44327</c:v>
                </c:pt>
                <c:pt idx="1600">
                  <c:v>44328</c:v>
                </c:pt>
                <c:pt idx="1601">
                  <c:v>44329</c:v>
                </c:pt>
                <c:pt idx="1602">
                  <c:v>44330</c:v>
                </c:pt>
                <c:pt idx="1603">
                  <c:v>44333</c:v>
                </c:pt>
                <c:pt idx="1604">
                  <c:v>44334</c:v>
                </c:pt>
                <c:pt idx="1605">
                  <c:v>44335</c:v>
                </c:pt>
                <c:pt idx="1606">
                  <c:v>44336</c:v>
                </c:pt>
                <c:pt idx="1607">
                  <c:v>44337</c:v>
                </c:pt>
                <c:pt idx="1608">
                  <c:v>44340</c:v>
                </c:pt>
                <c:pt idx="1609">
                  <c:v>44341</c:v>
                </c:pt>
                <c:pt idx="1610">
                  <c:v>44342</c:v>
                </c:pt>
                <c:pt idx="1611">
                  <c:v>44343</c:v>
                </c:pt>
                <c:pt idx="1612">
                  <c:v>44344</c:v>
                </c:pt>
                <c:pt idx="1613">
                  <c:v>44348</c:v>
                </c:pt>
                <c:pt idx="1614">
                  <c:v>44349</c:v>
                </c:pt>
                <c:pt idx="1615">
                  <c:v>44350</c:v>
                </c:pt>
                <c:pt idx="1616">
                  <c:v>44351</c:v>
                </c:pt>
                <c:pt idx="1617">
                  <c:v>44354</c:v>
                </c:pt>
                <c:pt idx="1618">
                  <c:v>44355</c:v>
                </c:pt>
                <c:pt idx="1619">
                  <c:v>44356</c:v>
                </c:pt>
                <c:pt idx="1620">
                  <c:v>44357</c:v>
                </c:pt>
                <c:pt idx="1621">
                  <c:v>44358</c:v>
                </c:pt>
                <c:pt idx="1622">
                  <c:v>44361</c:v>
                </c:pt>
                <c:pt idx="1623">
                  <c:v>44362</c:v>
                </c:pt>
                <c:pt idx="1624">
                  <c:v>44363</c:v>
                </c:pt>
                <c:pt idx="1625">
                  <c:v>44364</c:v>
                </c:pt>
                <c:pt idx="1626">
                  <c:v>44365</c:v>
                </c:pt>
                <c:pt idx="1627">
                  <c:v>44368</c:v>
                </c:pt>
                <c:pt idx="1628">
                  <c:v>44369</c:v>
                </c:pt>
                <c:pt idx="1629">
                  <c:v>44370</c:v>
                </c:pt>
                <c:pt idx="1630">
                  <c:v>44371</c:v>
                </c:pt>
                <c:pt idx="1631">
                  <c:v>44372</c:v>
                </c:pt>
                <c:pt idx="1632">
                  <c:v>44375</c:v>
                </c:pt>
                <c:pt idx="1633">
                  <c:v>44376</c:v>
                </c:pt>
                <c:pt idx="1634">
                  <c:v>44377</c:v>
                </c:pt>
                <c:pt idx="1635">
                  <c:v>44378</c:v>
                </c:pt>
                <c:pt idx="1636">
                  <c:v>44379</c:v>
                </c:pt>
                <c:pt idx="1637">
                  <c:v>44383</c:v>
                </c:pt>
                <c:pt idx="1638">
                  <c:v>44384</c:v>
                </c:pt>
                <c:pt idx="1639">
                  <c:v>44385</c:v>
                </c:pt>
                <c:pt idx="1640">
                  <c:v>44386</c:v>
                </c:pt>
                <c:pt idx="1641">
                  <c:v>44389</c:v>
                </c:pt>
                <c:pt idx="1642">
                  <c:v>44390</c:v>
                </c:pt>
                <c:pt idx="1643">
                  <c:v>44391</c:v>
                </c:pt>
                <c:pt idx="1644">
                  <c:v>44392</c:v>
                </c:pt>
                <c:pt idx="1645">
                  <c:v>44393</c:v>
                </c:pt>
                <c:pt idx="1646">
                  <c:v>44396</c:v>
                </c:pt>
                <c:pt idx="1647">
                  <c:v>44397</c:v>
                </c:pt>
                <c:pt idx="1648">
                  <c:v>44398</c:v>
                </c:pt>
                <c:pt idx="1649">
                  <c:v>44399</c:v>
                </c:pt>
                <c:pt idx="1650">
                  <c:v>44400</c:v>
                </c:pt>
                <c:pt idx="1651">
                  <c:v>44403</c:v>
                </c:pt>
                <c:pt idx="1652">
                  <c:v>44404</c:v>
                </c:pt>
                <c:pt idx="1653">
                  <c:v>44405</c:v>
                </c:pt>
                <c:pt idx="1654">
                  <c:v>44406</c:v>
                </c:pt>
                <c:pt idx="1655">
                  <c:v>44407</c:v>
                </c:pt>
                <c:pt idx="1656">
                  <c:v>44410</c:v>
                </c:pt>
                <c:pt idx="1657">
                  <c:v>44411</c:v>
                </c:pt>
                <c:pt idx="1658">
                  <c:v>44412</c:v>
                </c:pt>
                <c:pt idx="1659">
                  <c:v>44413</c:v>
                </c:pt>
                <c:pt idx="1660">
                  <c:v>44414</c:v>
                </c:pt>
                <c:pt idx="1661">
                  <c:v>44417</c:v>
                </c:pt>
                <c:pt idx="1662">
                  <c:v>44418</c:v>
                </c:pt>
                <c:pt idx="1663">
                  <c:v>44419</c:v>
                </c:pt>
                <c:pt idx="1664">
                  <c:v>44420</c:v>
                </c:pt>
                <c:pt idx="1665">
                  <c:v>44421</c:v>
                </c:pt>
                <c:pt idx="1666">
                  <c:v>44424</c:v>
                </c:pt>
                <c:pt idx="1667">
                  <c:v>44425</c:v>
                </c:pt>
                <c:pt idx="1668">
                  <c:v>44426</c:v>
                </c:pt>
                <c:pt idx="1669">
                  <c:v>44427</c:v>
                </c:pt>
                <c:pt idx="1670">
                  <c:v>44428</c:v>
                </c:pt>
                <c:pt idx="1671">
                  <c:v>44431</c:v>
                </c:pt>
                <c:pt idx="1672">
                  <c:v>44432</c:v>
                </c:pt>
                <c:pt idx="1673">
                  <c:v>44433</c:v>
                </c:pt>
                <c:pt idx="1674">
                  <c:v>44434</c:v>
                </c:pt>
                <c:pt idx="1675">
                  <c:v>44435</c:v>
                </c:pt>
                <c:pt idx="1676">
                  <c:v>44438</c:v>
                </c:pt>
                <c:pt idx="1677">
                  <c:v>44439</c:v>
                </c:pt>
                <c:pt idx="1678">
                  <c:v>44440</c:v>
                </c:pt>
                <c:pt idx="1679">
                  <c:v>44441</c:v>
                </c:pt>
                <c:pt idx="1680">
                  <c:v>44442</c:v>
                </c:pt>
                <c:pt idx="1681">
                  <c:v>44446</c:v>
                </c:pt>
                <c:pt idx="1682">
                  <c:v>44447</c:v>
                </c:pt>
                <c:pt idx="1683">
                  <c:v>44448</c:v>
                </c:pt>
                <c:pt idx="1684">
                  <c:v>44449</c:v>
                </c:pt>
                <c:pt idx="1685">
                  <c:v>44452</c:v>
                </c:pt>
                <c:pt idx="1686">
                  <c:v>44453</c:v>
                </c:pt>
                <c:pt idx="1687">
                  <c:v>44454</c:v>
                </c:pt>
                <c:pt idx="1688">
                  <c:v>44455</c:v>
                </c:pt>
                <c:pt idx="1689">
                  <c:v>44456</c:v>
                </c:pt>
                <c:pt idx="1690">
                  <c:v>44459</c:v>
                </c:pt>
                <c:pt idx="1691">
                  <c:v>44460</c:v>
                </c:pt>
                <c:pt idx="1692">
                  <c:v>44461</c:v>
                </c:pt>
                <c:pt idx="1693">
                  <c:v>44462</c:v>
                </c:pt>
                <c:pt idx="1694">
                  <c:v>44463</c:v>
                </c:pt>
                <c:pt idx="1695">
                  <c:v>44466</c:v>
                </c:pt>
                <c:pt idx="1696">
                  <c:v>44467</c:v>
                </c:pt>
                <c:pt idx="1697">
                  <c:v>44468</c:v>
                </c:pt>
                <c:pt idx="1698">
                  <c:v>44469</c:v>
                </c:pt>
                <c:pt idx="1699">
                  <c:v>44470</c:v>
                </c:pt>
                <c:pt idx="1700">
                  <c:v>44473</c:v>
                </c:pt>
                <c:pt idx="1701">
                  <c:v>44474</c:v>
                </c:pt>
                <c:pt idx="1702">
                  <c:v>44475</c:v>
                </c:pt>
                <c:pt idx="1703">
                  <c:v>44476</c:v>
                </c:pt>
                <c:pt idx="1704">
                  <c:v>44477</c:v>
                </c:pt>
                <c:pt idx="1705">
                  <c:v>44480</c:v>
                </c:pt>
                <c:pt idx="1706">
                  <c:v>44481</c:v>
                </c:pt>
                <c:pt idx="1707">
                  <c:v>44482</c:v>
                </c:pt>
                <c:pt idx="1708">
                  <c:v>44483</c:v>
                </c:pt>
                <c:pt idx="1709">
                  <c:v>44484</c:v>
                </c:pt>
                <c:pt idx="1710">
                  <c:v>44487</c:v>
                </c:pt>
                <c:pt idx="1711">
                  <c:v>44488</c:v>
                </c:pt>
                <c:pt idx="1712">
                  <c:v>44489</c:v>
                </c:pt>
                <c:pt idx="1713">
                  <c:v>44490</c:v>
                </c:pt>
                <c:pt idx="1714">
                  <c:v>44491</c:v>
                </c:pt>
                <c:pt idx="1715">
                  <c:v>44494</c:v>
                </c:pt>
                <c:pt idx="1716">
                  <c:v>44495</c:v>
                </c:pt>
                <c:pt idx="1717">
                  <c:v>44496</c:v>
                </c:pt>
                <c:pt idx="1718">
                  <c:v>44497</c:v>
                </c:pt>
                <c:pt idx="1719">
                  <c:v>44498</c:v>
                </c:pt>
                <c:pt idx="1720">
                  <c:v>44501</c:v>
                </c:pt>
                <c:pt idx="1721">
                  <c:v>44502</c:v>
                </c:pt>
                <c:pt idx="1722">
                  <c:v>44503</c:v>
                </c:pt>
                <c:pt idx="1723">
                  <c:v>44504</c:v>
                </c:pt>
                <c:pt idx="1724">
                  <c:v>44505</c:v>
                </c:pt>
                <c:pt idx="1725">
                  <c:v>44508</c:v>
                </c:pt>
                <c:pt idx="1726">
                  <c:v>44509</c:v>
                </c:pt>
                <c:pt idx="1727">
                  <c:v>44510</c:v>
                </c:pt>
                <c:pt idx="1728">
                  <c:v>44511</c:v>
                </c:pt>
                <c:pt idx="1729">
                  <c:v>44512</c:v>
                </c:pt>
                <c:pt idx="1730">
                  <c:v>44515</c:v>
                </c:pt>
                <c:pt idx="1731">
                  <c:v>44516</c:v>
                </c:pt>
                <c:pt idx="1732">
                  <c:v>44517</c:v>
                </c:pt>
                <c:pt idx="1733">
                  <c:v>44518</c:v>
                </c:pt>
                <c:pt idx="1734">
                  <c:v>44519</c:v>
                </c:pt>
                <c:pt idx="1735">
                  <c:v>44522</c:v>
                </c:pt>
                <c:pt idx="1736">
                  <c:v>44523</c:v>
                </c:pt>
                <c:pt idx="1737">
                  <c:v>44524</c:v>
                </c:pt>
                <c:pt idx="1738">
                  <c:v>44526</c:v>
                </c:pt>
                <c:pt idx="1739">
                  <c:v>44529</c:v>
                </c:pt>
                <c:pt idx="1740">
                  <c:v>44530</c:v>
                </c:pt>
                <c:pt idx="1741">
                  <c:v>44531</c:v>
                </c:pt>
                <c:pt idx="1742">
                  <c:v>44532</c:v>
                </c:pt>
                <c:pt idx="1743">
                  <c:v>44533</c:v>
                </c:pt>
                <c:pt idx="1744">
                  <c:v>44536</c:v>
                </c:pt>
                <c:pt idx="1745">
                  <c:v>44537</c:v>
                </c:pt>
                <c:pt idx="1746">
                  <c:v>44538</c:v>
                </c:pt>
                <c:pt idx="1747">
                  <c:v>44539</c:v>
                </c:pt>
                <c:pt idx="1748">
                  <c:v>44540</c:v>
                </c:pt>
                <c:pt idx="1749">
                  <c:v>44543</c:v>
                </c:pt>
                <c:pt idx="1750">
                  <c:v>44544</c:v>
                </c:pt>
                <c:pt idx="1751">
                  <c:v>44545</c:v>
                </c:pt>
                <c:pt idx="1752">
                  <c:v>44546</c:v>
                </c:pt>
                <c:pt idx="1753">
                  <c:v>44547</c:v>
                </c:pt>
                <c:pt idx="1754">
                  <c:v>44550</c:v>
                </c:pt>
                <c:pt idx="1755">
                  <c:v>44551</c:v>
                </c:pt>
                <c:pt idx="1756">
                  <c:v>44552</c:v>
                </c:pt>
                <c:pt idx="1757">
                  <c:v>44553</c:v>
                </c:pt>
                <c:pt idx="1758">
                  <c:v>44557</c:v>
                </c:pt>
                <c:pt idx="1759">
                  <c:v>44558</c:v>
                </c:pt>
                <c:pt idx="1760">
                  <c:v>44559</c:v>
                </c:pt>
                <c:pt idx="1761">
                  <c:v>44560</c:v>
                </c:pt>
                <c:pt idx="1762">
                  <c:v>44561</c:v>
                </c:pt>
                <c:pt idx="1763">
                  <c:v>44564</c:v>
                </c:pt>
                <c:pt idx="1764">
                  <c:v>44565</c:v>
                </c:pt>
                <c:pt idx="1765">
                  <c:v>44566</c:v>
                </c:pt>
                <c:pt idx="1766">
                  <c:v>44567</c:v>
                </c:pt>
                <c:pt idx="1767">
                  <c:v>44568</c:v>
                </c:pt>
                <c:pt idx="1768">
                  <c:v>44571</c:v>
                </c:pt>
                <c:pt idx="1769">
                  <c:v>44572</c:v>
                </c:pt>
                <c:pt idx="1770">
                  <c:v>44573</c:v>
                </c:pt>
                <c:pt idx="1771">
                  <c:v>44574</c:v>
                </c:pt>
                <c:pt idx="1772">
                  <c:v>44575</c:v>
                </c:pt>
                <c:pt idx="1773">
                  <c:v>44579</c:v>
                </c:pt>
                <c:pt idx="1774">
                  <c:v>44580</c:v>
                </c:pt>
                <c:pt idx="1775">
                  <c:v>44581</c:v>
                </c:pt>
                <c:pt idx="1776">
                  <c:v>44582</c:v>
                </c:pt>
                <c:pt idx="1777">
                  <c:v>44585</c:v>
                </c:pt>
                <c:pt idx="1778">
                  <c:v>44586</c:v>
                </c:pt>
                <c:pt idx="1779">
                  <c:v>44587</c:v>
                </c:pt>
                <c:pt idx="1780">
                  <c:v>44588</c:v>
                </c:pt>
                <c:pt idx="1781">
                  <c:v>44589</c:v>
                </c:pt>
                <c:pt idx="1782">
                  <c:v>44592</c:v>
                </c:pt>
                <c:pt idx="1783">
                  <c:v>44593</c:v>
                </c:pt>
                <c:pt idx="1784">
                  <c:v>44594</c:v>
                </c:pt>
                <c:pt idx="1785">
                  <c:v>44595</c:v>
                </c:pt>
                <c:pt idx="1786">
                  <c:v>44596</c:v>
                </c:pt>
                <c:pt idx="1787">
                  <c:v>44599</c:v>
                </c:pt>
                <c:pt idx="1788">
                  <c:v>44600</c:v>
                </c:pt>
                <c:pt idx="1789">
                  <c:v>44601</c:v>
                </c:pt>
                <c:pt idx="1790">
                  <c:v>44602</c:v>
                </c:pt>
                <c:pt idx="1791">
                  <c:v>44603</c:v>
                </c:pt>
                <c:pt idx="1792">
                  <c:v>44606</c:v>
                </c:pt>
                <c:pt idx="1793">
                  <c:v>44607</c:v>
                </c:pt>
                <c:pt idx="1794">
                  <c:v>44608</c:v>
                </c:pt>
                <c:pt idx="1795">
                  <c:v>44609</c:v>
                </c:pt>
                <c:pt idx="1796">
                  <c:v>44610</c:v>
                </c:pt>
                <c:pt idx="1797">
                  <c:v>44614</c:v>
                </c:pt>
                <c:pt idx="1798">
                  <c:v>44615</c:v>
                </c:pt>
                <c:pt idx="1799">
                  <c:v>44616</c:v>
                </c:pt>
                <c:pt idx="1800">
                  <c:v>44617</c:v>
                </c:pt>
                <c:pt idx="1801">
                  <c:v>44620</c:v>
                </c:pt>
                <c:pt idx="1802">
                  <c:v>44621</c:v>
                </c:pt>
                <c:pt idx="1803">
                  <c:v>44622</c:v>
                </c:pt>
                <c:pt idx="1804">
                  <c:v>44623</c:v>
                </c:pt>
                <c:pt idx="1805">
                  <c:v>44624</c:v>
                </c:pt>
                <c:pt idx="1806">
                  <c:v>44627</c:v>
                </c:pt>
                <c:pt idx="1807">
                  <c:v>44628</c:v>
                </c:pt>
                <c:pt idx="1808">
                  <c:v>44629</c:v>
                </c:pt>
                <c:pt idx="1809">
                  <c:v>44630</c:v>
                </c:pt>
                <c:pt idx="1810">
                  <c:v>44631</c:v>
                </c:pt>
                <c:pt idx="1811">
                  <c:v>44634</c:v>
                </c:pt>
                <c:pt idx="1812">
                  <c:v>44635</c:v>
                </c:pt>
                <c:pt idx="1813">
                  <c:v>44636</c:v>
                </c:pt>
                <c:pt idx="1814">
                  <c:v>44637</c:v>
                </c:pt>
                <c:pt idx="1815">
                  <c:v>44638</c:v>
                </c:pt>
                <c:pt idx="1816">
                  <c:v>44641</c:v>
                </c:pt>
                <c:pt idx="1817">
                  <c:v>44642</c:v>
                </c:pt>
                <c:pt idx="1818">
                  <c:v>44643</c:v>
                </c:pt>
                <c:pt idx="1819">
                  <c:v>44644</c:v>
                </c:pt>
                <c:pt idx="1820">
                  <c:v>44645</c:v>
                </c:pt>
                <c:pt idx="1821">
                  <c:v>44648</c:v>
                </c:pt>
                <c:pt idx="1822">
                  <c:v>44649</c:v>
                </c:pt>
                <c:pt idx="1823">
                  <c:v>44650</c:v>
                </c:pt>
                <c:pt idx="1824">
                  <c:v>44651</c:v>
                </c:pt>
                <c:pt idx="1825">
                  <c:v>44652</c:v>
                </c:pt>
                <c:pt idx="1826">
                  <c:v>44655</c:v>
                </c:pt>
                <c:pt idx="1827">
                  <c:v>44656</c:v>
                </c:pt>
                <c:pt idx="1828">
                  <c:v>44657</c:v>
                </c:pt>
                <c:pt idx="1829">
                  <c:v>44658</c:v>
                </c:pt>
                <c:pt idx="1830">
                  <c:v>44659</c:v>
                </c:pt>
                <c:pt idx="1831">
                  <c:v>44662</c:v>
                </c:pt>
                <c:pt idx="1832">
                  <c:v>44663</c:v>
                </c:pt>
                <c:pt idx="1833">
                  <c:v>44664</c:v>
                </c:pt>
                <c:pt idx="1834">
                  <c:v>44665</c:v>
                </c:pt>
                <c:pt idx="1835">
                  <c:v>44669</c:v>
                </c:pt>
                <c:pt idx="1836">
                  <c:v>44670</c:v>
                </c:pt>
                <c:pt idx="1837">
                  <c:v>44671</c:v>
                </c:pt>
                <c:pt idx="1838">
                  <c:v>44672</c:v>
                </c:pt>
                <c:pt idx="1839">
                  <c:v>44673</c:v>
                </c:pt>
                <c:pt idx="1840">
                  <c:v>44676</c:v>
                </c:pt>
                <c:pt idx="1841">
                  <c:v>44677</c:v>
                </c:pt>
                <c:pt idx="1842">
                  <c:v>44678</c:v>
                </c:pt>
                <c:pt idx="1843">
                  <c:v>44679</c:v>
                </c:pt>
                <c:pt idx="1844">
                  <c:v>44680</c:v>
                </c:pt>
                <c:pt idx="1845">
                  <c:v>44683</c:v>
                </c:pt>
                <c:pt idx="1846">
                  <c:v>44684</c:v>
                </c:pt>
                <c:pt idx="1847">
                  <c:v>44685</c:v>
                </c:pt>
                <c:pt idx="1848">
                  <c:v>44686</c:v>
                </c:pt>
                <c:pt idx="1849">
                  <c:v>44687</c:v>
                </c:pt>
                <c:pt idx="1850">
                  <c:v>44690</c:v>
                </c:pt>
                <c:pt idx="1851">
                  <c:v>44691</c:v>
                </c:pt>
                <c:pt idx="1852">
                  <c:v>44692</c:v>
                </c:pt>
                <c:pt idx="1853">
                  <c:v>44693</c:v>
                </c:pt>
                <c:pt idx="1854">
                  <c:v>44694</c:v>
                </c:pt>
                <c:pt idx="1855">
                  <c:v>44697</c:v>
                </c:pt>
                <c:pt idx="1856">
                  <c:v>44698</c:v>
                </c:pt>
                <c:pt idx="1857">
                  <c:v>44699</c:v>
                </c:pt>
                <c:pt idx="1858">
                  <c:v>44700</c:v>
                </c:pt>
                <c:pt idx="1859">
                  <c:v>44701</c:v>
                </c:pt>
                <c:pt idx="1860">
                  <c:v>44704</c:v>
                </c:pt>
                <c:pt idx="1861">
                  <c:v>44705</c:v>
                </c:pt>
                <c:pt idx="1862">
                  <c:v>44706</c:v>
                </c:pt>
                <c:pt idx="1863">
                  <c:v>44707</c:v>
                </c:pt>
                <c:pt idx="1864">
                  <c:v>44708</c:v>
                </c:pt>
                <c:pt idx="1865">
                  <c:v>44712</c:v>
                </c:pt>
                <c:pt idx="1866">
                  <c:v>44713</c:v>
                </c:pt>
                <c:pt idx="1867">
                  <c:v>44714</c:v>
                </c:pt>
                <c:pt idx="1868">
                  <c:v>44715</c:v>
                </c:pt>
                <c:pt idx="1869">
                  <c:v>44718</c:v>
                </c:pt>
                <c:pt idx="1870">
                  <c:v>44719</c:v>
                </c:pt>
                <c:pt idx="1871">
                  <c:v>44720</c:v>
                </c:pt>
                <c:pt idx="1872">
                  <c:v>44721</c:v>
                </c:pt>
                <c:pt idx="1873">
                  <c:v>44722</c:v>
                </c:pt>
                <c:pt idx="1874">
                  <c:v>44725</c:v>
                </c:pt>
                <c:pt idx="1875">
                  <c:v>44726</c:v>
                </c:pt>
                <c:pt idx="1876">
                  <c:v>44727</c:v>
                </c:pt>
                <c:pt idx="1877">
                  <c:v>44728</c:v>
                </c:pt>
                <c:pt idx="1878">
                  <c:v>44729</c:v>
                </c:pt>
                <c:pt idx="1879">
                  <c:v>44733</c:v>
                </c:pt>
                <c:pt idx="1880">
                  <c:v>44734</c:v>
                </c:pt>
                <c:pt idx="1881">
                  <c:v>44735</c:v>
                </c:pt>
                <c:pt idx="1882">
                  <c:v>44736</c:v>
                </c:pt>
                <c:pt idx="1883">
                  <c:v>44739</c:v>
                </c:pt>
                <c:pt idx="1884">
                  <c:v>44740</c:v>
                </c:pt>
                <c:pt idx="1885">
                  <c:v>44741</c:v>
                </c:pt>
                <c:pt idx="1886">
                  <c:v>44742</c:v>
                </c:pt>
                <c:pt idx="1887">
                  <c:v>44743</c:v>
                </c:pt>
                <c:pt idx="1888">
                  <c:v>44747</c:v>
                </c:pt>
                <c:pt idx="1889">
                  <c:v>44748</c:v>
                </c:pt>
                <c:pt idx="1890">
                  <c:v>44749</c:v>
                </c:pt>
                <c:pt idx="1891">
                  <c:v>44750</c:v>
                </c:pt>
                <c:pt idx="1892">
                  <c:v>44753</c:v>
                </c:pt>
                <c:pt idx="1893">
                  <c:v>44754</c:v>
                </c:pt>
                <c:pt idx="1894">
                  <c:v>44755</c:v>
                </c:pt>
                <c:pt idx="1895">
                  <c:v>44756</c:v>
                </c:pt>
                <c:pt idx="1896">
                  <c:v>44757</c:v>
                </c:pt>
                <c:pt idx="1897">
                  <c:v>44760</c:v>
                </c:pt>
                <c:pt idx="1898">
                  <c:v>44761</c:v>
                </c:pt>
                <c:pt idx="1899">
                  <c:v>44762</c:v>
                </c:pt>
                <c:pt idx="1900">
                  <c:v>44763</c:v>
                </c:pt>
                <c:pt idx="1901">
                  <c:v>44764</c:v>
                </c:pt>
                <c:pt idx="1902">
                  <c:v>44767</c:v>
                </c:pt>
                <c:pt idx="1903">
                  <c:v>44768</c:v>
                </c:pt>
                <c:pt idx="1904">
                  <c:v>44769</c:v>
                </c:pt>
                <c:pt idx="1905">
                  <c:v>44770</c:v>
                </c:pt>
                <c:pt idx="1906">
                  <c:v>44771</c:v>
                </c:pt>
                <c:pt idx="1907">
                  <c:v>44774</c:v>
                </c:pt>
                <c:pt idx="1908">
                  <c:v>44775</c:v>
                </c:pt>
                <c:pt idx="1909">
                  <c:v>44776</c:v>
                </c:pt>
                <c:pt idx="1910">
                  <c:v>44777</c:v>
                </c:pt>
                <c:pt idx="1911">
                  <c:v>44778</c:v>
                </c:pt>
                <c:pt idx="1912">
                  <c:v>44781</c:v>
                </c:pt>
                <c:pt idx="1913">
                  <c:v>44782</c:v>
                </c:pt>
                <c:pt idx="1914">
                  <c:v>44783</c:v>
                </c:pt>
                <c:pt idx="1915">
                  <c:v>44784</c:v>
                </c:pt>
                <c:pt idx="1916">
                  <c:v>44785</c:v>
                </c:pt>
                <c:pt idx="1917">
                  <c:v>44788</c:v>
                </c:pt>
                <c:pt idx="1918">
                  <c:v>44789</c:v>
                </c:pt>
                <c:pt idx="1919">
                  <c:v>44790</c:v>
                </c:pt>
                <c:pt idx="1920">
                  <c:v>44791</c:v>
                </c:pt>
                <c:pt idx="1921">
                  <c:v>44792</c:v>
                </c:pt>
                <c:pt idx="1922">
                  <c:v>44795</c:v>
                </c:pt>
                <c:pt idx="1923">
                  <c:v>44796</c:v>
                </c:pt>
                <c:pt idx="1924">
                  <c:v>44797</c:v>
                </c:pt>
                <c:pt idx="1925">
                  <c:v>44798</c:v>
                </c:pt>
                <c:pt idx="1926">
                  <c:v>44799</c:v>
                </c:pt>
                <c:pt idx="1927">
                  <c:v>44802</c:v>
                </c:pt>
                <c:pt idx="1928">
                  <c:v>44803</c:v>
                </c:pt>
                <c:pt idx="1929">
                  <c:v>44804</c:v>
                </c:pt>
                <c:pt idx="1930">
                  <c:v>44805</c:v>
                </c:pt>
                <c:pt idx="1931">
                  <c:v>44806</c:v>
                </c:pt>
                <c:pt idx="1932">
                  <c:v>44810</c:v>
                </c:pt>
                <c:pt idx="1933">
                  <c:v>44811</c:v>
                </c:pt>
                <c:pt idx="1934">
                  <c:v>44812</c:v>
                </c:pt>
                <c:pt idx="1935">
                  <c:v>44813</c:v>
                </c:pt>
                <c:pt idx="1936">
                  <c:v>44816</c:v>
                </c:pt>
                <c:pt idx="1937">
                  <c:v>44817</c:v>
                </c:pt>
                <c:pt idx="1938">
                  <c:v>44818</c:v>
                </c:pt>
                <c:pt idx="1939">
                  <c:v>44819</c:v>
                </c:pt>
                <c:pt idx="1940">
                  <c:v>44820</c:v>
                </c:pt>
                <c:pt idx="1941">
                  <c:v>44823</c:v>
                </c:pt>
                <c:pt idx="1942">
                  <c:v>44824</c:v>
                </c:pt>
                <c:pt idx="1943">
                  <c:v>44825</c:v>
                </c:pt>
                <c:pt idx="1944">
                  <c:v>44826</c:v>
                </c:pt>
                <c:pt idx="1945">
                  <c:v>44827</c:v>
                </c:pt>
                <c:pt idx="1946">
                  <c:v>44830</c:v>
                </c:pt>
                <c:pt idx="1947">
                  <c:v>44831</c:v>
                </c:pt>
                <c:pt idx="1948">
                  <c:v>44832</c:v>
                </c:pt>
                <c:pt idx="1949">
                  <c:v>44833</c:v>
                </c:pt>
                <c:pt idx="1950">
                  <c:v>44834</c:v>
                </c:pt>
                <c:pt idx="1951">
                  <c:v>44837</c:v>
                </c:pt>
                <c:pt idx="1952">
                  <c:v>44838</c:v>
                </c:pt>
                <c:pt idx="1953">
                  <c:v>44839</c:v>
                </c:pt>
                <c:pt idx="1954">
                  <c:v>44840</c:v>
                </c:pt>
                <c:pt idx="1955">
                  <c:v>44841</c:v>
                </c:pt>
                <c:pt idx="1956">
                  <c:v>44844</c:v>
                </c:pt>
                <c:pt idx="1957">
                  <c:v>44845</c:v>
                </c:pt>
                <c:pt idx="1958">
                  <c:v>44846</c:v>
                </c:pt>
                <c:pt idx="1959">
                  <c:v>44847</c:v>
                </c:pt>
                <c:pt idx="1960">
                  <c:v>44848</c:v>
                </c:pt>
                <c:pt idx="1961">
                  <c:v>44851</c:v>
                </c:pt>
                <c:pt idx="1962">
                  <c:v>44852</c:v>
                </c:pt>
                <c:pt idx="1963">
                  <c:v>44853</c:v>
                </c:pt>
                <c:pt idx="1964">
                  <c:v>44854</c:v>
                </c:pt>
                <c:pt idx="1965">
                  <c:v>44855</c:v>
                </c:pt>
                <c:pt idx="1966">
                  <c:v>44858</c:v>
                </c:pt>
                <c:pt idx="1967">
                  <c:v>44859</c:v>
                </c:pt>
                <c:pt idx="1968">
                  <c:v>44860</c:v>
                </c:pt>
                <c:pt idx="1969">
                  <c:v>44861</c:v>
                </c:pt>
                <c:pt idx="1970">
                  <c:v>44862</c:v>
                </c:pt>
                <c:pt idx="1971">
                  <c:v>44865</c:v>
                </c:pt>
                <c:pt idx="1972">
                  <c:v>44866</c:v>
                </c:pt>
                <c:pt idx="1973">
                  <c:v>44867</c:v>
                </c:pt>
                <c:pt idx="1974">
                  <c:v>44868</c:v>
                </c:pt>
                <c:pt idx="1975">
                  <c:v>44869</c:v>
                </c:pt>
                <c:pt idx="1976">
                  <c:v>44872</c:v>
                </c:pt>
                <c:pt idx="1977">
                  <c:v>44873</c:v>
                </c:pt>
                <c:pt idx="1978">
                  <c:v>44874</c:v>
                </c:pt>
                <c:pt idx="1979">
                  <c:v>44875</c:v>
                </c:pt>
                <c:pt idx="1980">
                  <c:v>44876</c:v>
                </c:pt>
                <c:pt idx="1981">
                  <c:v>44879</c:v>
                </c:pt>
                <c:pt idx="1982">
                  <c:v>44880</c:v>
                </c:pt>
                <c:pt idx="1983">
                  <c:v>44881</c:v>
                </c:pt>
                <c:pt idx="1984">
                  <c:v>44882</c:v>
                </c:pt>
                <c:pt idx="1985">
                  <c:v>44883</c:v>
                </c:pt>
                <c:pt idx="1986">
                  <c:v>44886</c:v>
                </c:pt>
                <c:pt idx="1987">
                  <c:v>44887</c:v>
                </c:pt>
                <c:pt idx="1988">
                  <c:v>44888</c:v>
                </c:pt>
                <c:pt idx="1989">
                  <c:v>44890</c:v>
                </c:pt>
                <c:pt idx="1990">
                  <c:v>44893</c:v>
                </c:pt>
                <c:pt idx="1991">
                  <c:v>44894</c:v>
                </c:pt>
                <c:pt idx="1992">
                  <c:v>44895</c:v>
                </c:pt>
                <c:pt idx="1993">
                  <c:v>44896</c:v>
                </c:pt>
                <c:pt idx="1994">
                  <c:v>44897</c:v>
                </c:pt>
                <c:pt idx="1995">
                  <c:v>44900</c:v>
                </c:pt>
                <c:pt idx="1996">
                  <c:v>44901</c:v>
                </c:pt>
                <c:pt idx="1997">
                  <c:v>44902</c:v>
                </c:pt>
                <c:pt idx="1998">
                  <c:v>44903</c:v>
                </c:pt>
                <c:pt idx="1999">
                  <c:v>44904</c:v>
                </c:pt>
                <c:pt idx="2000">
                  <c:v>44907</c:v>
                </c:pt>
                <c:pt idx="2001">
                  <c:v>44908</c:v>
                </c:pt>
                <c:pt idx="2002">
                  <c:v>44909</c:v>
                </c:pt>
                <c:pt idx="2003">
                  <c:v>44910</c:v>
                </c:pt>
                <c:pt idx="2004">
                  <c:v>44911</c:v>
                </c:pt>
                <c:pt idx="2005">
                  <c:v>44914</c:v>
                </c:pt>
                <c:pt idx="2006">
                  <c:v>44915</c:v>
                </c:pt>
                <c:pt idx="2007">
                  <c:v>44916</c:v>
                </c:pt>
                <c:pt idx="2008">
                  <c:v>44917</c:v>
                </c:pt>
                <c:pt idx="2009">
                  <c:v>44918</c:v>
                </c:pt>
                <c:pt idx="2010">
                  <c:v>44922</c:v>
                </c:pt>
                <c:pt idx="2011">
                  <c:v>44923</c:v>
                </c:pt>
                <c:pt idx="2012">
                  <c:v>44924</c:v>
                </c:pt>
                <c:pt idx="2013">
                  <c:v>44925</c:v>
                </c:pt>
                <c:pt idx="2014">
                  <c:v>44929</c:v>
                </c:pt>
                <c:pt idx="2015">
                  <c:v>44930</c:v>
                </c:pt>
                <c:pt idx="2016">
                  <c:v>44931</c:v>
                </c:pt>
                <c:pt idx="2017">
                  <c:v>44932</c:v>
                </c:pt>
                <c:pt idx="2018">
                  <c:v>44935</c:v>
                </c:pt>
                <c:pt idx="2019">
                  <c:v>44936</c:v>
                </c:pt>
                <c:pt idx="2020">
                  <c:v>44937</c:v>
                </c:pt>
                <c:pt idx="2021">
                  <c:v>44938</c:v>
                </c:pt>
                <c:pt idx="2022">
                  <c:v>44939</c:v>
                </c:pt>
                <c:pt idx="2023">
                  <c:v>44943</c:v>
                </c:pt>
                <c:pt idx="2024">
                  <c:v>44944</c:v>
                </c:pt>
                <c:pt idx="2025">
                  <c:v>44945</c:v>
                </c:pt>
                <c:pt idx="2026">
                  <c:v>44946</c:v>
                </c:pt>
                <c:pt idx="2027">
                  <c:v>44949</c:v>
                </c:pt>
                <c:pt idx="2028">
                  <c:v>44950</c:v>
                </c:pt>
                <c:pt idx="2029">
                  <c:v>44951</c:v>
                </c:pt>
                <c:pt idx="2030">
                  <c:v>44952</c:v>
                </c:pt>
                <c:pt idx="2031">
                  <c:v>44953</c:v>
                </c:pt>
                <c:pt idx="2032">
                  <c:v>44956</c:v>
                </c:pt>
                <c:pt idx="2033">
                  <c:v>44957</c:v>
                </c:pt>
                <c:pt idx="2034">
                  <c:v>44958</c:v>
                </c:pt>
                <c:pt idx="2035">
                  <c:v>44959</c:v>
                </c:pt>
                <c:pt idx="2036">
                  <c:v>44960</c:v>
                </c:pt>
                <c:pt idx="2037">
                  <c:v>44963</c:v>
                </c:pt>
                <c:pt idx="2038">
                  <c:v>44964</c:v>
                </c:pt>
                <c:pt idx="2039">
                  <c:v>44965</c:v>
                </c:pt>
                <c:pt idx="2040">
                  <c:v>44966</c:v>
                </c:pt>
                <c:pt idx="2041">
                  <c:v>44967</c:v>
                </c:pt>
                <c:pt idx="2042">
                  <c:v>44970</c:v>
                </c:pt>
                <c:pt idx="2043">
                  <c:v>44971</c:v>
                </c:pt>
                <c:pt idx="2044">
                  <c:v>44972</c:v>
                </c:pt>
                <c:pt idx="2045">
                  <c:v>44973</c:v>
                </c:pt>
                <c:pt idx="2046">
                  <c:v>44974</c:v>
                </c:pt>
                <c:pt idx="2047">
                  <c:v>44978</c:v>
                </c:pt>
                <c:pt idx="2048">
                  <c:v>44979</c:v>
                </c:pt>
                <c:pt idx="2049">
                  <c:v>44980</c:v>
                </c:pt>
                <c:pt idx="2050">
                  <c:v>44981</c:v>
                </c:pt>
                <c:pt idx="2051">
                  <c:v>44984</c:v>
                </c:pt>
                <c:pt idx="2052">
                  <c:v>44985</c:v>
                </c:pt>
                <c:pt idx="2053">
                  <c:v>44986</c:v>
                </c:pt>
                <c:pt idx="2054">
                  <c:v>44987</c:v>
                </c:pt>
                <c:pt idx="2055">
                  <c:v>44988</c:v>
                </c:pt>
                <c:pt idx="2056">
                  <c:v>44991</c:v>
                </c:pt>
                <c:pt idx="2057">
                  <c:v>44992</c:v>
                </c:pt>
                <c:pt idx="2058">
                  <c:v>44993</c:v>
                </c:pt>
                <c:pt idx="2059">
                  <c:v>44994</c:v>
                </c:pt>
                <c:pt idx="2060">
                  <c:v>44995</c:v>
                </c:pt>
                <c:pt idx="2061">
                  <c:v>44998</c:v>
                </c:pt>
                <c:pt idx="2062">
                  <c:v>44999</c:v>
                </c:pt>
                <c:pt idx="2063">
                  <c:v>45000</c:v>
                </c:pt>
                <c:pt idx="2064">
                  <c:v>45001</c:v>
                </c:pt>
                <c:pt idx="2065">
                  <c:v>45002</c:v>
                </c:pt>
                <c:pt idx="2066">
                  <c:v>45005</c:v>
                </c:pt>
                <c:pt idx="2067">
                  <c:v>45006</c:v>
                </c:pt>
                <c:pt idx="2068">
                  <c:v>45007</c:v>
                </c:pt>
                <c:pt idx="2069">
                  <c:v>45008</c:v>
                </c:pt>
                <c:pt idx="2070">
                  <c:v>45009</c:v>
                </c:pt>
                <c:pt idx="2071">
                  <c:v>45012</c:v>
                </c:pt>
                <c:pt idx="2072">
                  <c:v>45013</c:v>
                </c:pt>
                <c:pt idx="2073">
                  <c:v>45014</c:v>
                </c:pt>
                <c:pt idx="2074">
                  <c:v>45015</c:v>
                </c:pt>
                <c:pt idx="2075">
                  <c:v>45016</c:v>
                </c:pt>
                <c:pt idx="2076">
                  <c:v>45019</c:v>
                </c:pt>
                <c:pt idx="2077">
                  <c:v>45020</c:v>
                </c:pt>
                <c:pt idx="2078">
                  <c:v>45021</c:v>
                </c:pt>
                <c:pt idx="2079">
                  <c:v>45022</c:v>
                </c:pt>
                <c:pt idx="2080">
                  <c:v>45026</c:v>
                </c:pt>
                <c:pt idx="2081">
                  <c:v>45027</c:v>
                </c:pt>
                <c:pt idx="2082">
                  <c:v>45028</c:v>
                </c:pt>
                <c:pt idx="2083">
                  <c:v>45029</c:v>
                </c:pt>
                <c:pt idx="2084">
                  <c:v>45030</c:v>
                </c:pt>
                <c:pt idx="2085">
                  <c:v>45033</c:v>
                </c:pt>
                <c:pt idx="2086">
                  <c:v>45034</c:v>
                </c:pt>
                <c:pt idx="2087">
                  <c:v>45035</c:v>
                </c:pt>
                <c:pt idx="2088">
                  <c:v>45036</c:v>
                </c:pt>
                <c:pt idx="2089">
                  <c:v>45037</c:v>
                </c:pt>
                <c:pt idx="2090">
                  <c:v>45040</c:v>
                </c:pt>
                <c:pt idx="2091">
                  <c:v>45041</c:v>
                </c:pt>
                <c:pt idx="2092">
                  <c:v>45042</c:v>
                </c:pt>
                <c:pt idx="2093">
                  <c:v>45043</c:v>
                </c:pt>
                <c:pt idx="2094">
                  <c:v>45044</c:v>
                </c:pt>
                <c:pt idx="2095">
                  <c:v>45047</c:v>
                </c:pt>
                <c:pt idx="2096">
                  <c:v>45048</c:v>
                </c:pt>
                <c:pt idx="2097">
                  <c:v>45049</c:v>
                </c:pt>
                <c:pt idx="2098">
                  <c:v>45050</c:v>
                </c:pt>
                <c:pt idx="2099">
                  <c:v>45051</c:v>
                </c:pt>
                <c:pt idx="2100">
                  <c:v>45054</c:v>
                </c:pt>
                <c:pt idx="2101">
                  <c:v>45055</c:v>
                </c:pt>
                <c:pt idx="2102">
                  <c:v>45056</c:v>
                </c:pt>
                <c:pt idx="2103">
                  <c:v>45057</c:v>
                </c:pt>
                <c:pt idx="2104">
                  <c:v>45058</c:v>
                </c:pt>
                <c:pt idx="2105">
                  <c:v>45061</c:v>
                </c:pt>
                <c:pt idx="2106">
                  <c:v>45062</c:v>
                </c:pt>
                <c:pt idx="2107">
                  <c:v>45063</c:v>
                </c:pt>
                <c:pt idx="2108">
                  <c:v>45064</c:v>
                </c:pt>
                <c:pt idx="2109">
                  <c:v>45065</c:v>
                </c:pt>
                <c:pt idx="2110">
                  <c:v>45068</c:v>
                </c:pt>
                <c:pt idx="2111">
                  <c:v>45069</c:v>
                </c:pt>
                <c:pt idx="2112">
                  <c:v>45070</c:v>
                </c:pt>
                <c:pt idx="2113">
                  <c:v>45071</c:v>
                </c:pt>
                <c:pt idx="2114">
                  <c:v>45072</c:v>
                </c:pt>
                <c:pt idx="2115">
                  <c:v>45076</c:v>
                </c:pt>
                <c:pt idx="2116">
                  <c:v>45077</c:v>
                </c:pt>
                <c:pt idx="2117">
                  <c:v>45078</c:v>
                </c:pt>
                <c:pt idx="2118">
                  <c:v>45079</c:v>
                </c:pt>
                <c:pt idx="2119">
                  <c:v>45082</c:v>
                </c:pt>
                <c:pt idx="2120">
                  <c:v>45083</c:v>
                </c:pt>
                <c:pt idx="2121">
                  <c:v>45084</c:v>
                </c:pt>
                <c:pt idx="2122">
                  <c:v>45085</c:v>
                </c:pt>
                <c:pt idx="2123">
                  <c:v>45086</c:v>
                </c:pt>
                <c:pt idx="2124">
                  <c:v>45089</c:v>
                </c:pt>
                <c:pt idx="2125">
                  <c:v>45090</c:v>
                </c:pt>
                <c:pt idx="2126">
                  <c:v>45091</c:v>
                </c:pt>
                <c:pt idx="2127">
                  <c:v>45092</c:v>
                </c:pt>
                <c:pt idx="2128">
                  <c:v>45093</c:v>
                </c:pt>
                <c:pt idx="2129">
                  <c:v>45097</c:v>
                </c:pt>
                <c:pt idx="2130">
                  <c:v>45098</c:v>
                </c:pt>
                <c:pt idx="2131">
                  <c:v>45099</c:v>
                </c:pt>
                <c:pt idx="2132">
                  <c:v>45100</c:v>
                </c:pt>
                <c:pt idx="2133">
                  <c:v>45103</c:v>
                </c:pt>
                <c:pt idx="2134">
                  <c:v>45104</c:v>
                </c:pt>
                <c:pt idx="2135">
                  <c:v>45105</c:v>
                </c:pt>
                <c:pt idx="2136">
                  <c:v>45106</c:v>
                </c:pt>
                <c:pt idx="2137">
                  <c:v>45107</c:v>
                </c:pt>
                <c:pt idx="2138">
                  <c:v>45110</c:v>
                </c:pt>
                <c:pt idx="2139">
                  <c:v>45112</c:v>
                </c:pt>
                <c:pt idx="2140">
                  <c:v>45113</c:v>
                </c:pt>
                <c:pt idx="2141">
                  <c:v>45114</c:v>
                </c:pt>
                <c:pt idx="2142">
                  <c:v>45117</c:v>
                </c:pt>
                <c:pt idx="2143">
                  <c:v>45118</c:v>
                </c:pt>
                <c:pt idx="2144">
                  <c:v>45119</c:v>
                </c:pt>
                <c:pt idx="2145">
                  <c:v>45120</c:v>
                </c:pt>
                <c:pt idx="2146">
                  <c:v>45121</c:v>
                </c:pt>
                <c:pt idx="2147">
                  <c:v>45124</c:v>
                </c:pt>
                <c:pt idx="2148">
                  <c:v>45125</c:v>
                </c:pt>
                <c:pt idx="2149">
                  <c:v>45126</c:v>
                </c:pt>
                <c:pt idx="2150">
                  <c:v>45127</c:v>
                </c:pt>
                <c:pt idx="2151">
                  <c:v>45128</c:v>
                </c:pt>
                <c:pt idx="2152">
                  <c:v>45131</c:v>
                </c:pt>
                <c:pt idx="2153">
                  <c:v>45132</c:v>
                </c:pt>
                <c:pt idx="2154">
                  <c:v>45133</c:v>
                </c:pt>
                <c:pt idx="2155">
                  <c:v>45134</c:v>
                </c:pt>
                <c:pt idx="2156">
                  <c:v>45135</c:v>
                </c:pt>
                <c:pt idx="2157">
                  <c:v>45138</c:v>
                </c:pt>
                <c:pt idx="2158">
                  <c:v>45139</c:v>
                </c:pt>
                <c:pt idx="2159">
                  <c:v>45140</c:v>
                </c:pt>
                <c:pt idx="2160">
                  <c:v>45141</c:v>
                </c:pt>
                <c:pt idx="2161">
                  <c:v>45142</c:v>
                </c:pt>
                <c:pt idx="2162">
                  <c:v>45145</c:v>
                </c:pt>
                <c:pt idx="2163">
                  <c:v>45146</c:v>
                </c:pt>
                <c:pt idx="2164">
                  <c:v>45147</c:v>
                </c:pt>
                <c:pt idx="2165">
                  <c:v>45148</c:v>
                </c:pt>
                <c:pt idx="2166">
                  <c:v>45149</c:v>
                </c:pt>
                <c:pt idx="2167">
                  <c:v>45152</c:v>
                </c:pt>
                <c:pt idx="2168">
                  <c:v>45153</c:v>
                </c:pt>
                <c:pt idx="2169">
                  <c:v>45154</c:v>
                </c:pt>
                <c:pt idx="2170">
                  <c:v>45155</c:v>
                </c:pt>
                <c:pt idx="2171">
                  <c:v>45156</c:v>
                </c:pt>
                <c:pt idx="2172">
                  <c:v>45159</c:v>
                </c:pt>
                <c:pt idx="2173">
                  <c:v>45160</c:v>
                </c:pt>
                <c:pt idx="2174">
                  <c:v>45161</c:v>
                </c:pt>
                <c:pt idx="2175">
                  <c:v>45162</c:v>
                </c:pt>
                <c:pt idx="2176">
                  <c:v>45163</c:v>
                </c:pt>
                <c:pt idx="2177">
                  <c:v>45166</c:v>
                </c:pt>
                <c:pt idx="2178">
                  <c:v>45167</c:v>
                </c:pt>
                <c:pt idx="2179">
                  <c:v>45168</c:v>
                </c:pt>
                <c:pt idx="2180">
                  <c:v>45169</c:v>
                </c:pt>
                <c:pt idx="2181">
                  <c:v>45170</c:v>
                </c:pt>
                <c:pt idx="2182">
                  <c:v>45174</c:v>
                </c:pt>
                <c:pt idx="2183">
                  <c:v>45175</c:v>
                </c:pt>
                <c:pt idx="2184">
                  <c:v>45176</c:v>
                </c:pt>
                <c:pt idx="2185">
                  <c:v>45177</c:v>
                </c:pt>
                <c:pt idx="2186">
                  <c:v>45180</c:v>
                </c:pt>
                <c:pt idx="2187">
                  <c:v>45181</c:v>
                </c:pt>
                <c:pt idx="2188">
                  <c:v>45182</c:v>
                </c:pt>
                <c:pt idx="2189">
                  <c:v>45183</c:v>
                </c:pt>
                <c:pt idx="2190">
                  <c:v>45184</c:v>
                </c:pt>
                <c:pt idx="2191">
                  <c:v>45187</c:v>
                </c:pt>
                <c:pt idx="2192">
                  <c:v>45188</c:v>
                </c:pt>
                <c:pt idx="2193">
                  <c:v>45189</c:v>
                </c:pt>
                <c:pt idx="2194">
                  <c:v>45190</c:v>
                </c:pt>
                <c:pt idx="2195">
                  <c:v>45191</c:v>
                </c:pt>
                <c:pt idx="2196">
                  <c:v>45194</c:v>
                </c:pt>
                <c:pt idx="2197">
                  <c:v>45195</c:v>
                </c:pt>
                <c:pt idx="2198">
                  <c:v>45196</c:v>
                </c:pt>
                <c:pt idx="2199">
                  <c:v>45197</c:v>
                </c:pt>
                <c:pt idx="2200">
                  <c:v>45198</c:v>
                </c:pt>
                <c:pt idx="2201">
                  <c:v>45201</c:v>
                </c:pt>
                <c:pt idx="2202">
                  <c:v>45202</c:v>
                </c:pt>
                <c:pt idx="2203">
                  <c:v>45203</c:v>
                </c:pt>
                <c:pt idx="2204">
                  <c:v>45204</c:v>
                </c:pt>
                <c:pt idx="2205">
                  <c:v>45205</c:v>
                </c:pt>
                <c:pt idx="2206">
                  <c:v>45208</c:v>
                </c:pt>
                <c:pt idx="2207">
                  <c:v>45209</c:v>
                </c:pt>
                <c:pt idx="2208">
                  <c:v>45210</c:v>
                </c:pt>
                <c:pt idx="2209">
                  <c:v>45211</c:v>
                </c:pt>
                <c:pt idx="2210">
                  <c:v>45212</c:v>
                </c:pt>
                <c:pt idx="2211">
                  <c:v>45215</c:v>
                </c:pt>
                <c:pt idx="2212">
                  <c:v>45216</c:v>
                </c:pt>
                <c:pt idx="2213">
                  <c:v>45217</c:v>
                </c:pt>
                <c:pt idx="2214">
                  <c:v>45218</c:v>
                </c:pt>
                <c:pt idx="2215">
                  <c:v>45219</c:v>
                </c:pt>
                <c:pt idx="2216">
                  <c:v>45222</c:v>
                </c:pt>
                <c:pt idx="2217">
                  <c:v>45223</c:v>
                </c:pt>
                <c:pt idx="2218">
                  <c:v>45224</c:v>
                </c:pt>
                <c:pt idx="2219">
                  <c:v>45225</c:v>
                </c:pt>
                <c:pt idx="2220">
                  <c:v>45226</c:v>
                </c:pt>
                <c:pt idx="2221">
                  <c:v>45229</c:v>
                </c:pt>
                <c:pt idx="2222">
                  <c:v>45230</c:v>
                </c:pt>
                <c:pt idx="2223">
                  <c:v>45231</c:v>
                </c:pt>
                <c:pt idx="2224">
                  <c:v>45232</c:v>
                </c:pt>
                <c:pt idx="2225">
                  <c:v>45233</c:v>
                </c:pt>
                <c:pt idx="2226">
                  <c:v>45236</c:v>
                </c:pt>
                <c:pt idx="2227">
                  <c:v>45237</c:v>
                </c:pt>
                <c:pt idx="2228">
                  <c:v>45238</c:v>
                </c:pt>
                <c:pt idx="2229">
                  <c:v>45239</c:v>
                </c:pt>
                <c:pt idx="2230">
                  <c:v>45240</c:v>
                </c:pt>
                <c:pt idx="2231">
                  <c:v>45243</c:v>
                </c:pt>
                <c:pt idx="2232">
                  <c:v>45244</c:v>
                </c:pt>
                <c:pt idx="2233">
                  <c:v>45245</c:v>
                </c:pt>
                <c:pt idx="2234">
                  <c:v>45246</c:v>
                </c:pt>
                <c:pt idx="2235">
                  <c:v>45247</c:v>
                </c:pt>
                <c:pt idx="2236">
                  <c:v>45250</c:v>
                </c:pt>
                <c:pt idx="2237">
                  <c:v>45251</c:v>
                </c:pt>
                <c:pt idx="2238">
                  <c:v>45252</c:v>
                </c:pt>
                <c:pt idx="2239">
                  <c:v>45254</c:v>
                </c:pt>
                <c:pt idx="2240">
                  <c:v>45257</c:v>
                </c:pt>
                <c:pt idx="2241">
                  <c:v>45258</c:v>
                </c:pt>
                <c:pt idx="2242">
                  <c:v>45259</c:v>
                </c:pt>
                <c:pt idx="2243">
                  <c:v>45260</c:v>
                </c:pt>
                <c:pt idx="2244">
                  <c:v>45261</c:v>
                </c:pt>
                <c:pt idx="2245">
                  <c:v>45264</c:v>
                </c:pt>
                <c:pt idx="2246">
                  <c:v>45265</c:v>
                </c:pt>
                <c:pt idx="2247">
                  <c:v>45266</c:v>
                </c:pt>
                <c:pt idx="2248">
                  <c:v>45267</c:v>
                </c:pt>
                <c:pt idx="2249">
                  <c:v>45268</c:v>
                </c:pt>
                <c:pt idx="2250">
                  <c:v>45271</c:v>
                </c:pt>
                <c:pt idx="2251">
                  <c:v>45272</c:v>
                </c:pt>
                <c:pt idx="2252">
                  <c:v>45273</c:v>
                </c:pt>
                <c:pt idx="2253">
                  <c:v>45274</c:v>
                </c:pt>
                <c:pt idx="2254">
                  <c:v>45275</c:v>
                </c:pt>
                <c:pt idx="2255">
                  <c:v>45278</c:v>
                </c:pt>
                <c:pt idx="2256">
                  <c:v>45279</c:v>
                </c:pt>
                <c:pt idx="2257">
                  <c:v>45280</c:v>
                </c:pt>
                <c:pt idx="2258">
                  <c:v>45281</c:v>
                </c:pt>
                <c:pt idx="2259">
                  <c:v>45282</c:v>
                </c:pt>
                <c:pt idx="2260">
                  <c:v>45286</c:v>
                </c:pt>
                <c:pt idx="2261">
                  <c:v>45287</c:v>
                </c:pt>
                <c:pt idx="2262">
                  <c:v>45288</c:v>
                </c:pt>
                <c:pt idx="2263">
                  <c:v>45289</c:v>
                </c:pt>
                <c:pt idx="2264">
                  <c:v>45293</c:v>
                </c:pt>
                <c:pt idx="2265">
                  <c:v>45294</c:v>
                </c:pt>
                <c:pt idx="2266">
                  <c:v>45295</c:v>
                </c:pt>
                <c:pt idx="2267">
                  <c:v>45296</c:v>
                </c:pt>
                <c:pt idx="2268">
                  <c:v>45299</c:v>
                </c:pt>
                <c:pt idx="2269">
                  <c:v>45300</c:v>
                </c:pt>
                <c:pt idx="2270">
                  <c:v>45301</c:v>
                </c:pt>
                <c:pt idx="2271">
                  <c:v>45302</c:v>
                </c:pt>
                <c:pt idx="2272">
                  <c:v>45303</c:v>
                </c:pt>
                <c:pt idx="2273">
                  <c:v>45307</c:v>
                </c:pt>
                <c:pt idx="2274">
                  <c:v>45308</c:v>
                </c:pt>
                <c:pt idx="2275">
                  <c:v>45309</c:v>
                </c:pt>
                <c:pt idx="2276">
                  <c:v>45310</c:v>
                </c:pt>
                <c:pt idx="2277">
                  <c:v>45313</c:v>
                </c:pt>
                <c:pt idx="2278">
                  <c:v>45314</c:v>
                </c:pt>
                <c:pt idx="2279">
                  <c:v>45315</c:v>
                </c:pt>
                <c:pt idx="2280">
                  <c:v>45316</c:v>
                </c:pt>
                <c:pt idx="2281">
                  <c:v>45317</c:v>
                </c:pt>
                <c:pt idx="2282">
                  <c:v>45320</c:v>
                </c:pt>
                <c:pt idx="2283">
                  <c:v>45321</c:v>
                </c:pt>
                <c:pt idx="2284">
                  <c:v>45322</c:v>
                </c:pt>
                <c:pt idx="2285">
                  <c:v>45323</c:v>
                </c:pt>
                <c:pt idx="2286">
                  <c:v>45324</c:v>
                </c:pt>
                <c:pt idx="2287">
                  <c:v>45327</c:v>
                </c:pt>
                <c:pt idx="2288">
                  <c:v>45328</c:v>
                </c:pt>
                <c:pt idx="2289">
                  <c:v>45329</c:v>
                </c:pt>
                <c:pt idx="2290">
                  <c:v>45330</c:v>
                </c:pt>
                <c:pt idx="2291">
                  <c:v>45331</c:v>
                </c:pt>
                <c:pt idx="2292">
                  <c:v>45334</c:v>
                </c:pt>
                <c:pt idx="2293">
                  <c:v>45335</c:v>
                </c:pt>
                <c:pt idx="2294">
                  <c:v>45336</c:v>
                </c:pt>
                <c:pt idx="2295">
                  <c:v>45337</c:v>
                </c:pt>
                <c:pt idx="2296">
                  <c:v>45338</c:v>
                </c:pt>
                <c:pt idx="2297">
                  <c:v>45342</c:v>
                </c:pt>
                <c:pt idx="2298">
                  <c:v>45343</c:v>
                </c:pt>
                <c:pt idx="2299">
                  <c:v>45344</c:v>
                </c:pt>
                <c:pt idx="2300">
                  <c:v>45345</c:v>
                </c:pt>
                <c:pt idx="2301">
                  <c:v>45348</c:v>
                </c:pt>
                <c:pt idx="2302">
                  <c:v>45349</c:v>
                </c:pt>
                <c:pt idx="2303">
                  <c:v>45350</c:v>
                </c:pt>
                <c:pt idx="2304">
                  <c:v>45351</c:v>
                </c:pt>
                <c:pt idx="2305">
                  <c:v>45352</c:v>
                </c:pt>
                <c:pt idx="2306">
                  <c:v>45355</c:v>
                </c:pt>
                <c:pt idx="2307">
                  <c:v>45356</c:v>
                </c:pt>
                <c:pt idx="2308">
                  <c:v>45357</c:v>
                </c:pt>
                <c:pt idx="2309">
                  <c:v>45358</c:v>
                </c:pt>
                <c:pt idx="2310">
                  <c:v>45359</c:v>
                </c:pt>
                <c:pt idx="2311">
                  <c:v>45362</c:v>
                </c:pt>
                <c:pt idx="2312">
                  <c:v>45363</c:v>
                </c:pt>
                <c:pt idx="2313">
                  <c:v>45364</c:v>
                </c:pt>
                <c:pt idx="2314">
                  <c:v>45365</c:v>
                </c:pt>
                <c:pt idx="2315">
                  <c:v>45366</c:v>
                </c:pt>
                <c:pt idx="2316">
                  <c:v>45369</c:v>
                </c:pt>
                <c:pt idx="2317">
                  <c:v>45370</c:v>
                </c:pt>
                <c:pt idx="2318">
                  <c:v>45371</c:v>
                </c:pt>
                <c:pt idx="2319">
                  <c:v>45372</c:v>
                </c:pt>
                <c:pt idx="2320">
                  <c:v>45373</c:v>
                </c:pt>
                <c:pt idx="2321">
                  <c:v>45376</c:v>
                </c:pt>
                <c:pt idx="2322">
                  <c:v>45377</c:v>
                </c:pt>
                <c:pt idx="2323">
                  <c:v>45378</c:v>
                </c:pt>
                <c:pt idx="2324">
                  <c:v>45379</c:v>
                </c:pt>
                <c:pt idx="2325">
                  <c:v>45383</c:v>
                </c:pt>
                <c:pt idx="2326">
                  <c:v>45384</c:v>
                </c:pt>
                <c:pt idx="2327">
                  <c:v>45385</c:v>
                </c:pt>
                <c:pt idx="2328">
                  <c:v>45386</c:v>
                </c:pt>
                <c:pt idx="2329">
                  <c:v>45387</c:v>
                </c:pt>
                <c:pt idx="2330">
                  <c:v>45390</c:v>
                </c:pt>
                <c:pt idx="2331">
                  <c:v>45391</c:v>
                </c:pt>
                <c:pt idx="2332">
                  <c:v>45392</c:v>
                </c:pt>
                <c:pt idx="2333">
                  <c:v>45393</c:v>
                </c:pt>
                <c:pt idx="2334">
                  <c:v>45394</c:v>
                </c:pt>
                <c:pt idx="2335">
                  <c:v>45397</c:v>
                </c:pt>
                <c:pt idx="2336">
                  <c:v>45398</c:v>
                </c:pt>
                <c:pt idx="2337">
                  <c:v>45399</c:v>
                </c:pt>
                <c:pt idx="2338">
                  <c:v>45400</c:v>
                </c:pt>
                <c:pt idx="2339">
                  <c:v>45401</c:v>
                </c:pt>
                <c:pt idx="2340">
                  <c:v>45404</c:v>
                </c:pt>
                <c:pt idx="2341">
                  <c:v>45405</c:v>
                </c:pt>
                <c:pt idx="2342">
                  <c:v>45406</c:v>
                </c:pt>
                <c:pt idx="2343">
                  <c:v>45407</c:v>
                </c:pt>
                <c:pt idx="2344">
                  <c:v>45408</c:v>
                </c:pt>
                <c:pt idx="2345">
                  <c:v>45411</c:v>
                </c:pt>
                <c:pt idx="2346">
                  <c:v>45412</c:v>
                </c:pt>
                <c:pt idx="2347">
                  <c:v>45413</c:v>
                </c:pt>
                <c:pt idx="2348">
                  <c:v>45414</c:v>
                </c:pt>
                <c:pt idx="2349">
                  <c:v>45415</c:v>
                </c:pt>
                <c:pt idx="2350">
                  <c:v>45418</c:v>
                </c:pt>
                <c:pt idx="2351">
                  <c:v>45419</c:v>
                </c:pt>
                <c:pt idx="2352">
                  <c:v>45420</c:v>
                </c:pt>
                <c:pt idx="2353">
                  <c:v>45421</c:v>
                </c:pt>
                <c:pt idx="2354">
                  <c:v>45422</c:v>
                </c:pt>
                <c:pt idx="2355">
                  <c:v>45425</c:v>
                </c:pt>
                <c:pt idx="2356">
                  <c:v>45426</c:v>
                </c:pt>
                <c:pt idx="2357">
                  <c:v>45427</c:v>
                </c:pt>
                <c:pt idx="2358">
                  <c:v>45428</c:v>
                </c:pt>
                <c:pt idx="2359">
                  <c:v>45429</c:v>
                </c:pt>
                <c:pt idx="2360">
                  <c:v>45432</c:v>
                </c:pt>
                <c:pt idx="2361">
                  <c:v>45433</c:v>
                </c:pt>
                <c:pt idx="2362">
                  <c:v>45434</c:v>
                </c:pt>
                <c:pt idx="2363">
                  <c:v>45435</c:v>
                </c:pt>
                <c:pt idx="2364">
                  <c:v>45436</c:v>
                </c:pt>
                <c:pt idx="2365">
                  <c:v>45440</c:v>
                </c:pt>
                <c:pt idx="2366">
                  <c:v>45441</c:v>
                </c:pt>
                <c:pt idx="2367">
                  <c:v>45442</c:v>
                </c:pt>
                <c:pt idx="2368">
                  <c:v>45443</c:v>
                </c:pt>
                <c:pt idx="2369">
                  <c:v>45446</c:v>
                </c:pt>
                <c:pt idx="2370">
                  <c:v>45447</c:v>
                </c:pt>
                <c:pt idx="2371">
                  <c:v>45448</c:v>
                </c:pt>
                <c:pt idx="2372">
                  <c:v>45449</c:v>
                </c:pt>
                <c:pt idx="2373">
                  <c:v>45450</c:v>
                </c:pt>
                <c:pt idx="2374">
                  <c:v>45453</c:v>
                </c:pt>
                <c:pt idx="2375">
                  <c:v>45454</c:v>
                </c:pt>
                <c:pt idx="2376">
                  <c:v>45455</c:v>
                </c:pt>
                <c:pt idx="2377">
                  <c:v>45456</c:v>
                </c:pt>
                <c:pt idx="2378">
                  <c:v>45457</c:v>
                </c:pt>
                <c:pt idx="2379">
                  <c:v>45460</c:v>
                </c:pt>
                <c:pt idx="2380">
                  <c:v>45461</c:v>
                </c:pt>
                <c:pt idx="2381">
                  <c:v>45463</c:v>
                </c:pt>
                <c:pt idx="2382">
                  <c:v>45464</c:v>
                </c:pt>
                <c:pt idx="2383">
                  <c:v>45467</c:v>
                </c:pt>
                <c:pt idx="2384">
                  <c:v>45468</c:v>
                </c:pt>
                <c:pt idx="2385">
                  <c:v>45469</c:v>
                </c:pt>
                <c:pt idx="2386">
                  <c:v>45470</c:v>
                </c:pt>
                <c:pt idx="2387">
                  <c:v>45471</c:v>
                </c:pt>
                <c:pt idx="2388">
                  <c:v>45474</c:v>
                </c:pt>
                <c:pt idx="2389">
                  <c:v>45475</c:v>
                </c:pt>
                <c:pt idx="2390">
                  <c:v>45476</c:v>
                </c:pt>
                <c:pt idx="2391">
                  <c:v>45478</c:v>
                </c:pt>
                <c:pt idx="2392">
                  <c:v>45481</c:v>
                </c:pt>
                <c:pt idx="2393">
                  <c:v>45482</c:v>
                </c:pt>
                <c:pt idx="2394">
                  <c:v>45483</c:v>
                </c:pt>
                <c:pt idx="2395">
                  <c:v>45484</c:v>
                </c:pt>
                <c:pt idx="2396">
                  <c:v>45485</c:v>
                </c:pt>
                <c:pt idx="2397">
                  <c:v>45488</c:v>
                </c:pt>
                <c:pt idx="2398">
                  <c:v>45489</c:v>
                </c:pt>
                <c:pt idx="2399">
                  <c:v>45490</c:v>
                </c:pt>
                <c:pt idx="2400">
                  <c:v>45491</c:v>
                </c:pt>
                <c:pt idx="2401">
                  <c:v>45492</c:v>
                </c:pt>
                <c:pt idx="2402">
                  <c:v>45495</c:v>
                </c:pt>
                <c:pt idx="2403">
                  <c:v>45496</c:v>
                </c:pt>
                <c:pt idx="2404">
                  <c:v>45497</c:v>
                </c:pt>
                <c:pt idx="2405">
                  <c:v>45498</c:v>
                </c:pt>
                <c:pt idx="2406">
                  <c:v>45499</c:v>
                </c:pt>
                <c:pt idx="2407">
                  <c:v>45502</c:v>
                </c:pt>
                <c:pt idx="2408">
                  <c:v>45503</c:v>
                </c:pt>
                <c:pt idx="2409">
                  <c:v>45504</c:v>
                </c:pt>
                <c:pt idx="2410">
                  <c:v>45505</c:v>
                </c:pt>
                <c:pt idx="2411">
                  <c:v>45506</c:v>
                </c:pt>
                <c:pt idx="2412">
                  <c:v>45509</c:v>
                </c:pt>
                <c:pt idx="2413">
                  <c:v>45510</c:v>
                </c:pt>
                <c:pt idx="2414">
                  <c:v>45511</c:v>
                </c:pt>
                <c:pt idx="2415">
                  <c:v>45512</c:v>
                </c:pt>
                <c:pt idx="2416">
                  <c:v>45513</c:v>
                </c:pt>
                <c:pt idx="2417">
                  <c:v>45516</c:v>
                </c:pt>
                <c:pt idx="2418">
                  <c:v>45517</c:v>
                </c:pt>
                <c:pt idx="2419">
                  <c:v>45518</c:v>
                </c:pt>
                <c:pt idx="2420">
                  <c:v>45519</c:v>
                </c:pt>
                <c:pt idx="2421">
                  <c:v>45520</c:v>
                </c:pt>
                <c:pt idx="2422">
                  <c:v>45523</c:v>
                </c:pt>
                <c:pt idx="2423">
                  <c:v>45524</c:v>
                </c:pt>
                <c:pt idx="2424">
                  <c:v>45525</c:v>
                </c:pt>
                <c:pt idx="2425">
                  <c:v>45526</c:v>
                </c:pt>
                <c:pt idx="2426">
                  <c:v>45527</c:v>
                </c:pt>
                <c:pt idx="2427">
                  <c:v>45530</c:v>
                </c:pt>
                <c:pt idx="2428">
                  <c:v>45531</c:v>
                </c:pt>
                <c:pt idx="2429">
                  <c:v>45532</c:v>
                </c:pt>
                <c:pt idx="2430">
                  <c:v>45533</c:v>
                </c:pt>
                <c:pt idx="2431">
                  <c:v>45534</c:v>
                </c:pt>
                <c:pt idx="2432">
                  <c:v>45538</c:v>
                </c:pt>
                <c:pt idx="2433">
                  <c:v>45539</c:v>
                </c:pt>
                <c:pt idx="2434">
                  <c:v>45540</c:v>
                </c:pt>
                <c:pt idx="2435">
                  <c:v>45541</c:v>
                </c:pt>
                <c:pt idx="2436">
                  <c:v>45544</c:v>
                </c:pt>
                <c:pt idx="2437">
                  <c:v>45545</c:v>
                </c:pt>
                <c:pt idx="2438">
                  <c:v>45546</c:v>
                </c:pt>
                <c:pt idx="2439">
                  <c:v>45547</c:v>
                </c:pt>
                <c:pt idx="2440">
                  <c:v>45548</c:v>
                </c:pt>
                <c:pt idx="2441">
                  <c:v>45551</c:v>
                </c:pt>
                <c:pt idx="2442">
                  <c:v>45552</c:v>
                </c:pt>
                <c:pt idx="2443">
                  <c:v>45553</c:v>
                </c:pt>
                <c:pt idx="2444">
                  <c:v>45554</c:v>
                </c:pt>
                <c:pt idx="2445">
                  <c:v>45555</c:v>
                </c:pt>
                <c:pt idx="2446">
                  <c:v>45558</c:v>
                </c:pt>
                <c:pt idx="2447">
                  <c:v>45559</c:v>
                </c:pt>
                <c:pt idx="2448">
                  <c:v>45560</c:v>
                </c:pt>
                <c:pt idx="2449">
                  <c:v>45561</c:v>
                </c:pt>
                <c:pt idx="2450">
                  <c:v>45562</c:v>
                </c:pt>
                <c:pt idx="2451">
                  <c:v>45565</c:v>
                </c:pt>
                <c:pt idx="2452">
                  <c:v>45566</c:v>
                </c:pt>
                <c:pt idx="2453">
                  <c:v>45567</c:v>
                </c:pt>
                <c:pt idx="2454">
                  <c:v>45568</c:v>
                </c:pt>
                <c:pt idx="2455">
                  <c:v>45569</c:v>
                </c:pt>
                <c:pt idx="2456">
                  <c:v>45572</c:v>
                </c:pt>
                <c:pt idx="2457">
                  <c:v>45573</c:v>
                </c:pt>
                <c:pt idx="2458">
                  <c:v>45574</c:v>
                </c:pt>
                <c:pt idx="2459">
                  <c:v>45575</c:v>
                </c:pt>
                <c:pt idx="2460">
                  <c:v>45576</c:v>
                </c:pt>
                <c:pt idx="2461">
                  <c:v>45579</c:v>
                </c:pt>
                <c:pt idx="2462">
                  <c:v>45580</c:v>
                </c:pt>
                <c:pt idx="2463">
                  <c:v>45581</c:v>
                </c:pt>
                <c:pt idx="2464">
                  <c:v>45582</c:v>
                </c:pt>
                <c:pt idx="2465">
                  <c:v>45583</c:v>
                </c:pt>
                <c:pt idx="2466">
                  <c:v>45586</c:v>
                </c:pt>
                <c:pt idx="2467">
                  <c:v>45587</c:v>
                </c:pt>
                <c:pt idx="2468">
                  <c:v>45588</c:v>
                </c:pt>
                <c:pt idx="2469">
                  <c:v>45589</c:v>
                </c:pt>
                <c:pt idx="2470">
                  <c:v>45590</c:v>
                </c:pt>
                <c:pt idx="2471">
                  <c:v>45593</c:v>
                </c:pt>
                <c:pt idx="2472">
                  <c:v>45594</c:v>
                </c:pt>
                <c:pt idx="2473">
                  <c:v>45595</c:v>
                </c:pt>
                <c:pt idx="2474">
                  <c:v>45596</c:v>
                </c:pt>
                <c:pt idx="2475">
                  <c:v>45597</c:v>
                </c:pt>
                <c:pt idx="2476">
                  <c:v>45600</c:v>
                </c:pt>
                <c:pt idx="2477">
                  <c:v>45601</c:v>
                </c:pt>
                <c:pt idx="2478">
                  <c:v>45602</c:v>
                </c:pt>
                <c:pt idx="2479">
                  <c:v>45603</c:v>
                </c:pt>
                <c:pt idx="2480">
                  <c:v>45604</c:v>
                </c:pt>
                <c:pt idx="2481">
                  <c:v>45607</c:v>
                </c:pt>
                <c:pt idx="2482">
                  <c:v>45608</c:v>
                </c:pt>
                <c:pt idx="2483">
                  <c:v>45609</c:v>
                </c:pt>
                <c:pt idx="2484">
                  <c:v>45610</c:v>
                </c:pt>
                <c:pt idx="2485">
                  <c:v>45611</c:v>
                </c:pt>
                <c:pt idx="2486">
                  <c:v>45614</c:v>
                </c:pt>
                <c:pt idx="2487">
                  <c:v>45615</c:v>
                </c:pt>
                <c:pt idx="2488">
                  <c:v>45616</c:v>
                </c:pt>
                <c:pt idx="2489">
                  <c:v>45617</c:v>
                </c:pt>
                <c:pt idx="2490">
                  <c:v>45618</c:v>
                </c:pt>
                <c:pt idx="2491">
                  <c:v>45621</c:v>
                </c:pt>
                <c:pt idx="2492">
                  <c:v>45622</c:v>
                </c:pt>
                <c:pt idx="2493">
                  <c:v>45623</c:v>
                </c:pt>
                <c:pt idx="2494">
                  <c:v>45625</c:v>
                </c:pt>
                <c:pt idx="2495">
                  <c:v>45628</c:v>
                </c:pt>
                <c:pt idx="2496">
                  <c:v>45629</c:v>
                </c:pt>
                <c:pt idx="2497">
                  <c:v>45630</c:v>
                </c:pt>
                <c:pt idx="2498">
                  <c:v>45631</c:v>
                </c:pt>
                <c:pt idx="2499">
                  <c:v>45632</c:v>
                </c:pt>
                <c:pt idx="2500">
                  <c:v>45635</c:v>
                </c:pt>
                <c:pt idx="2501">
                  <c:v>45636</c:v>
                </c:pt>
                <c:pt idx="2502">
                  <c:v>45637</c:v>
                </c:pt>
                <c:pt idx="2503">
                  <c:v>45638</c:v>
                </c:pt>
                <c:pt idx="2504">
                  <c:v>45639</c:v>
                </c:pt>
                <c:pt idx="2505">
                  <c:v>45642</c:v>
                </c:pt>
                <c:pt idx="2506">
                  <c:v>45643</c:v>
                </c:pt>
                <c:pt idx="2507">
                  <c:v>45644</c:v>
                </c:pt>
                <c:pt idx="2508">
                  <c:v>45645</c:v>
                </c:pt>
                <c:pt idx="2509">
                  <c:v>45646</c:v>
                </c:pt>
                <c:pt idx="2510">
                  <c:v>45649</c:v>
                </c:pt>
                <c:pt idx="2511">
                  <c:v>45650</c:v>
                </c:pt>
                <c:pt idx="2512">
                  <c:v>45652</c:v>
                </c:pt>
                <c:pt idx="2513">
                  <c:v>45653</c:v>
                </c:pt>
                <c:pt idx="2514">
                  <c:v>45656</c:v>
                </c:pt>
                <c:pt idx="2515">
                  <c:v>45657</c:v>
                </c:pt>
                <c:pt idx="2516">
                  <c:v>45659</c:v>
                </c:pt>
                <c:pt idx="2517">
                  <c:v>45660</c:v>
                </c:pt>
                <c:pt idx="2518">
                  <c:v>45663</c:v>
                </c:pt>
                <c:pt idx="2519">
                  <c:v>45664</c:v>
                </c:pt>
                <c:pt idx="2520">
                  <c:v>45665</c:v>
                </c:pt>
                <c:pt idx="2521">
                  <c:v>45667</c:v>
                </c:pt>
                <c:pt idx="2522">
                  <c:v>45670</c:v>
                </c:pt>
                <c:pt idx="2523">
                  <c:v>45671</c:v>
                </c:pt>
                <c:pt idx="2524">
                  <c:v>45672</c:v>
                </c:pt>
                <c:pt idx="2525">
                  <c:v>45673</c:v>
                </c:pt>
                <c:pt idx="2526">
                  <c:v>45674</c:v>
                </c:pt>
                <c:pt idx="2527">
                  <c:v>45678</c:v>
                </c:pt>
                <c:pt idx="2528">
                  <c:v>45679</c:v>
                </c:pt>
                <c:pt idx="2529">
                  <c:v>45680</c:v>
                </c:pt>
                <c:pt idx="2530">
                  <c:v>45681</c:v>
                </c:pt>
                <c:pt idx="2531">
                  <c:v>45684</c:v>
                </c:pt>
                <c:pt idx="2532">
                  <c:v>45685</c:v>
                </c:pt>
                <c:pt idx="2533">
                  <c:v>45686</c:v>
                </c:pt>
                <c:pt idx="2534">
                  <c:v>45687</c:v>
                </c:pt>
                <c:pt idx="2535">
                  <c:v>45688</c:v>
                </c:pt>
                <c:pt idx="2536">
                  <c:v>45691</c:v>
                </c:pt>
                <c:pt idx="2537">
                  <c:v>45692</c:v>
                </c:pt>
                <c:pt idx="2538">
                  <c:v>45693</c:v>
                </c:pt>
                <c:pt idx="2539">
                  <c:v>45694</c:v>
                </c:pt>
                <c:pt idx="2540">
                  <c:v>45695</c:v>
                </c:pt>
                <c:pt idx="2541">
                  <c:v>45698</c:v>
                </c:pt>
                <c:pt idx="2542">
                  <c:v>45699</c:v>
                </c:pt>
                <c:pt idx="2543">
                  <c:v>45700</c:v>
                </c:pt>
                <c:pt idx="2544">
                  <c:v>45701</c:v>
                </c:pt>
                <c:pt idx="2545">
                  <c:v>45702</c:v>
                </c:pt>
                <c:pt idx="2546">
                  <c:v>45706</c:v>
                </c:pt>
                <c:pt idx="2547">
                  <c:v>45707</c:v>
                </c:pt>
                <c:pt idx="2548">
                  <c:v>45708</c:v>
                </c:pt>
                <c:pt idx="2549">
                  <c:v>45709</c:v>
                </c:pt>
                <c:pt idx="2550">
                  <c:v>45712</c:v>
                </c:pt>
                <c:pt idx="2551">
                  <c:v>45713</c:v>
                </c:pt>
                <c:pt idx="2552">
                  <c:v>45714</c:v>
                </c:pt>
                <c:pt idx="2553">
                  <c:v>45715</c:v>
                </c:pt>
                <c:pt idx="2554">
                  <c:v>45716</c:v>
                </c:pt>
                <c:pt idx="2555">
                  <c:v>45719</c:v>
                </c:pt>
                <c:pt idx="2556">
                  <c:v>45720</c:v>
                </c:pt>
                <c:pt idx="2557">
                  <c:v>45721</c:v>
                </c:pt>
                <c:pt idx="2558">
                  <c:v>45722</c:v>
                </c:pt>
                <c:pt idx="2559">
                  <c:v>45723</c:v>
                </c:pt>
                <c:pt idx="2560">
                  <c:v>45726</c:v>
                </c:pt>
                <c:pt idx="2561">
                  <c:v>45727</c:v>
                </c:pt>
                <c:pt idx="2562">
                  <c:v>45728</c:v>
                </c:pt>
                <c:pt idx="2563">
                  <c:v>45729</c:v>
                </c:pt>
                <c:pt idx="2564">
                  <c:v>45730</c:v>
                </c:pt>
                <c:pt idx="2565">
                  <c:v>45733</c:v>
                </c:pt>
                <c:pt idx="2566">
                  <c:v>45734</c:v>
                </c:pt>
                <c:pt idx="2567">
                  <c:v>45735</c:v>
                </c:pt>
                <c:pt idx="2568">
                  <c:v>45736</c:v>
                </c:pt>
                <c:pt idx="2569">
                  <c:v>45737</c:v>
                </c:pt>
                <c:pt idx="2570">
                  <c:v>45740</c:v>
                </c:pt>
                <c:pt idx="2571">
                  <c:v>45741</c:v>
                </c:pt>
                <c:pt idx="2572">
                  <c:v>45742</c:v>
                </c:pt>
                <c:pt idx="2573">
                  <c:v>45743</c:v>
                </c:pt>
                <c:pt idx="2574">
                  <c:v>45744</c:v>
                </c:pt>
                <c:pt idx="2575">
                  <c:v>45747</c:v>
                </c:pt>
                <c:pt idx="2576">
                  <c:v>45748</c:v>
                </c:pt>
                <c:pt idx="2577">
                  <c:v>45749</c:v>
                </c:pt>
                <c:pt idx="2578">
                  <c:v>45750</c:v>
                </c:pt>
                <c:pt idx="2579">
                  <c:v>45751</c:v>
                </c:pt>
                <c:pt idx="2580">
                  <c:v>45754</c:v>
                </c:pt>
                <c:pt idx="2581">
                  <c:v>45755</c:v>
                </c:pt>
                <c:pt idx="2582">
                  <c:v>45756</c:v>
                </c:pt>
                <c:pt idx="2583">
                  <c:v>45757</c:v>
                </c:pt>
                <c:pt idx="2584">
                  <c:v>45758</c:v>
                </c:pt>
                <c:pt idx="2585">
                  <c:v>45761</c:v>
                </c:pt>
                <c:pt idx="2586">
                  <c:v>45762</c:v>
                </c:pt>
                <c:pt idx="2587">
                  <c:v>45763</c:v>
                </c:pt>
                <c:pt idx="2588">
                  <c:v>45764</c:v>
                </c:pt>
                <c:pt idx="2589">
                  <c:v>45768</c:v>
                </c:pt>
                <c:pt idx="2590">
                  <c:v>45769</c:v>
                </c:pt>
                <c:pt idx="2591">
                  <c:v>45770</c:v>
                </c:pt>
                <c:pt idx="2592">
                  <c:v>45771</c:v>
                </c:pt>
                <c:pt idx="2593">
                  <c:v>45772</c:v>
                </c:pt>
                <c:pt idx="2594">
                  <c:v>45775</c:v>
                </c:pt>
                <c:pt idx="2595">
                  <c:v>45776</c:v>
                </c:pt>
                <c:pt idx="2596">
                  <c:v>45777</c:v>
                </c:pt>
                <c:pt idx="2597">
                  <c:v>45778</c:v>
                </c:pt>
                <c:pt idx="2598">
                  <c:v>45779</c:v>
                </c:pt>
                <c:pt idx="2599">
                  <c:v>45782</c:v>
                </c:pt>
                <c:pt idx="2600">
                  <c:v>45783</c:v>
                </c:pt>
                <c:pt idx="2601">
                  <c:v>45784</c:v>
                </c:pt>
                <c:pt idx="2602">
                  <c:v>45785</c:v>
                </c:pt>
                <c:pt idx="2603">
                  <c:v>45786</c:v>
                </c:pt>
                <c:pt idx="2604">
                  <c:v>45789</c:v>
                </c:pt>
                <c:pt idx="2605">
                  <c:v>45790</c:v>
                </c:pt>
                <c:pt idx="2606">
                  <c:v>45791</c:v>
                </c:pt>
                <c:pt idx="2607">
                  <c:v>45792</c:v>
                </c:pt>
                <c:pt idx="2608">
                  <c:v>45793</c:v>
                </c:pt>
                <c:pt idx="2609">
                  <c:v>45796</c:v>
                </c:pt>
                <c:pt idx="2610">
                  <c:v>45797</c:v>
                </c:pt>
                <c:pt idx="2611">
                  <c:v>45798</c:v>
                </c:pt>
                <c:pt idx="2612">
                  <c:v>45799</c:v>
                </c:pt>
                <c:pt idx="2613">
                  <c:v>45800</c:v>
                </c:pt>
                <c:pt idx="2614">
                  <c:v>45804</c:v>
                </c:pt>
                <c:pt idx="2615">
                  <c:v>45805</c:v>
                </c:pt>
                <c:pt idx="2616">
                  <c:v>45806</c:v>
                </c:pt>
                <c:pt idx="2617">
                  <c:v>45807</c:v>
                </c:pt>
                <c:pt idx="2618">
                  <c:v>45810</c:v>
                </c:pt>
                <c:pt idx="2619">
                  <c:v>45811</c:v>
                </c:pt>
                <c:pt idx="2620">
                  <c:v>45812</c:v>
                </c:pt>
                <c:pt idx="2621">
                  <c:v>45813</c:v>
                </c:pt>
                <c:pt idx="2622">
                  <c:v>45814</c:v>
                </c:pt>
                <c:pt idx="2623">
                  <c:v>45817</c:v>
                </c:pt>
                <c:pt idx="2624">
                  <c:v>45818</c:v>
                </c:pt>
                <c:pt idx="2625">
                  <c:v>45819</c:v>
                </c:pt>
                <c:pt idx="2626">
                  <c:v>45820</c:v>
                </c:pt>
                <c:pt idx="2627">
                  <c:v>45821</c:v>
                </c:pt>
                <c:pt idx="2628">
                  <c:v>45824</c:v>
                </c:pt>
                <c:pt idx="2629">
                  <c:v>45825</c:v>
                </c:pt>
                <c:pt idx="2630">
                  <c:v>45826</c:v>
                </c:pt>
                <c:pt idx="2631">
                  <c:v>45828</c:v>
                </c:pt>
                <c:pt idx="2632">
                  <c:v>45831</c:v>
                </c:pt>
                <c:pt idx="2633">
                  <c:v>45832</c:v>
                </c:pt>
                <c:pt idx="2634">
                  <c:v>45833</c:v>
                </c:pt>
                <c:pt idx="2635">
                  <c:v>45834</c:v>
                </c:pt>
                <c:pt idx="2636">
                  <c:v>45835</c:v>
                </c:pt>
                <c:pt idx="2637">
                  <c:v>45838</c:v>
                </c:pt>
                <c:pt idx="2638">
                  <c:v>45839</c:v>
                </c:pt>
                <c:pt idx="2639">
                  <c:v>45840</c:v>
                </c:pt>
                <c:pt idx="2640">
                  <c:v>45841</c:v>
                </c:pt>
                <c:pt idx="2641">
                  <c:v>45845</c:v>
                </c:pt>
                <c:pt idx="2642">
                  <c:v>45846</c:v>
                </c:pt>
                <c:pt idx="2643">
                  <c:v>45847</c:v>
                </c:pt>
                <c:pt idx="2644">
                  <c:v>45848</c:v>
                </c:pt>
                <c:pt idx="2645">
                  <c:v>45849</c:v>
                </c:pt>
                <c:pt idx="2646">
                  <c:v>45852</c:v>
                </c:pt>
                <c:pt idx="2647">
                  <c:v>45853</c:v>
                </c:pt>
                <c:pt idx="2648">
                  <c:v>45854</c:v>
                </c:pt>
                <c:pt idx="2649">
                  <c:v>45855</c:v>
                </c:pt>
                <c:pt idx="2650">
                  <c:v>45856</c:v>
                </c:pt>
                <c:pt idx="2651">
                  <c:v>45859</c:v>
                </c:pt>
                <c:pt idx="2652">
                  <c:v>45860</c:v>
                </c:pt>
                <c:pt idx="2653">
                  <c:v>45861</c:v>
                </c:pt>
                <c:pt idx="2654">
                  <c:v>45862</c:v>
                </c:pt>
                <c:pt idx="2655">
                  <c:v>45863</c:v>
                </c:pt>
                <c:pt idx="2656">
                  <c:v>45866</c:v>
                </c:pt>
                <c:pt idx="2657">
                  <c:v>45867</c:v>
                </c:pt>
                <c:pt idx="2658">
                  <c:v>45868</c:v>
                </c:pt>
                <c:pt idx="2659">
                  <c:v>45869</c:v>
                </c:pt>
                <c:pt idx="2660">
                  <c:v>45870</c:v>
                </c:pt>
                <c:pt idx="2661">
                  <c:v>45873</c:v>
                </c:pt>
                <c:pt idx="2662">
                  <c:v>45874</c:v>
                </c:pt>
                <c:pt idx="2663">
                  <c:v>45875</c:v>
                </c:pt>
                <c:pt idx="2664">
                  <c:v>45876</c:v>
                </c:pt>
                <c:pt idx="2665">
                  <c:v>45877</c:v>
                </c:pt>
                <c:pt idx="2666">
                  <c:v>45880</c:v>
                </c:pt>
                <c:pt idx="2667">
                  <c:v>45881</c:v>
                </c:pt>
                <c:pt idx="2668">
                  <c:v>45882</c:v>
                </c:pt>
                <c:pt idx="2669">
                  <c:v>45883</c:v>
                </c:pt>
                <c:pt idx="2670">
                  <c:v>45884</c:v>
                </c:pt>
                <c:pt idx="2671">
                  <c:v>45887</c:v>
                </c:pt>
                <c:pt idx="2672">
                  <c:v>45888</c:v>
                </c:pt>
                <c:pt idx="2673">
                  <c:v>45889</c:v>
                </c:pt>
                <c:pt idx="2674">
                  <c:v>45890</c:v>
                </c:pt>
                <c:pt idx="2675">
                  <c:v>45891</c:v>
                </c:pt>
                <c:pt idx="2676">
                  <c:v>45894</c:v>
                </c:pt>
                <c:pt idx="2677">
                  <c:v>45895</c:v>
                </c:pt>
                <c:pt idx="2678">
                  <c:v>45896</c:v>
                </c:pt>
                <c:pt idx="2679">
                  <c:v>45897</c:v>
                </c:pt>
                <c:pt idx="2680">
                  <c:v>45898</c:v>
                </c:pt>
                <c:pt idx="2681">
                  <c:v>45902</c:v>
                </c:pt>
                <c:pt idx="2682">
                  <c:v>45903</c:v>
                </c:pt>
                <c:pt idx="2683">
                  <c:v>45904</c:v>
                </c:pt>
                <c:pt idx="2684">
                  <c:v>45905</c:v>
                </c:pt>
                <c:pt idx="2685">
                  <c:v>45908</c:v>
                </c:pt>
                <c:pt idx="2686">
                  <c:v>45909</c:v>
                </c:pt>
                <c:pt idx="2687">
                  <c:v>45910</c:v>
                </c:pt>
                <c:pt idx="2688">
                  <c:v>45911</c:v>
                </c:pt>
                <c:pt idx="2689">
                  <c:v>45912</c:v>
                </c:pt>
                <c:pt idx="2690">
                  <c:v>45915</c:v>
                </c:pt>
                <c:pt idx="2691">
                  <c:v>45916</c:v>
                </c:pt>
                <c:pt idx="2692">
                  <c:v>45917</c:v>
                </c:pt>
                <c:pt idx="2693">
                  <c:v>45918</c:v>
                </c:pt>
                <c:pt idx="2694">
                  <c:v>45919</c:v>
                </c:pt>
                <c:pt idx="2695">
                  <c:v>45922</c:v>
                </c:pt>
                <c:pt idx="2696">
                  <c:v>45923</c:v>
                </c:pt>
                <c:pt idx="2697">
                  <c:v>45924</c:v>
                </c:pt>
                <c:pt idx="2698">
                  <c:v>45925</c:v>
                </c:pt>
                <c:pt idx="2699">
                  <c:v>45926</c:v>
                </c:pt>
                <c:pt idx="2700">
                  <c:v>45929</c:v>
                </c:pt>
                <c:pt idx="2701">
                  <c:v>45930</c:v>
                </c:pt>
                <c:pt idx="2702">
                  <c:v>45931</c:v>
                </c:pt>
                <c:pt idx="2703">
                  <c:v>45932</c:v>
                </c:pt>
                <c:pt idx="2704">
                  <c:v>45933</c:v>
                </c:pt>
                <c:pt idx="2705">
                  <c:v>45936</c:v>
                </c:pt>
                <c:pt idx="2706">
                  <c:v>45937</c:v>
                </c:pt>
                <c:pt idx="2707">
                  <c:v>45938</c:v>
                </c:pt>
                <c:pt idx="2708">
                  <c:v>45939</c:v>
                </c:pt>
                <c:pt idx="2709">
                  <c:v>45940</c:v>
                </c:pt>
                <c:pt idx="2710">
                  <c:v>45943</c:v>
                </c:pt>
                <c:pt idx="2711">
                  <c:v>45944</c:v>
                </c:pt>
                <c:pt idx="2712">
                  <c:v>45945</c:v>
                </c:pt>
                <c:pt idx="2713">
                  <c:v>45946</c:v>
                </c:pt>
                <c:pt idx="2714">
                  <c:v>45947</c:v>
                </c:pt>
                <c:pt idx="2715">
                  <c:v>45950</c:v>
                </c:pt>
                <c:pt idx="2716">
                  <c:v>45951</c:v>
                </c:pt>
                <c:pt idx="2717">
                  <c:v>45952</c:v>
                </c:pt>
                <c:pt idx="2718">
                  <c:v>45953</c:v>
                </c:pt>
                <c:pt idx="2719">
                  <c:v>45954</c:v>
                </c:pt>
                <c:pt idx="2720">
                  <c:v>45957</c:v>
                </c:pt>
                <c:pt idx="2721">
                  <c:v>45958</c:v>
                </c:pt>
                <c:pt idx="2722">
                  <c:v>45959</c:v>
                </c:pt>
                <c:pt idx="2723">
                  <c:v>45960</c:v>
                </c:pt>
                <c:pt idx="2724">
                  <c:v>45961</c:v>
                </c:pt>
                <c:pt idx="2725">
                  <c:v>45964</c:v>
                </c:pt>
                <c:pt idx="2726">
                  <c:v>45965</c:v>
                </c:pt>
                <c:pt idx="2727">
                  <c:v>45966</c:v>
                </c:pt>
                <c:pt idx="2728">
                  <c:v>45967</c:v>
                </c:pt>
                <c:pt idx="2729">
                  <c:v>45968</c:v>
                </c:pt>
                <c:pt idx="2730">
                  <c:v>45971</c:v>
                </c:pt>
                <c:pt idx="2731">
                  <c:v>45972</c:v>
                </c:pt>
                <c:pt idx="2732">
                  <c:v>45973</c:v>
                </c:pt>
                <c:pt idx="2733">
                  <c:v>45974</c:v>
                </c:pt>
                <c:pt idx="2734">
                  <c:v>45975</c:v>
                </c:pt>
                <c:pt idx="2735">
                  <c:v>45978</c:v>
                </c:pt>
                <c:pt idx="2736">
                  <c:v>45979</c:v>
                </c:pt>
                <c:pt idx="2737">
                  <c:v>45980</c:v>
                </c:pt>
                <c:pt idx="2738">
                  <c:v>45981</c:v>
                </c:pt>
                <c:pt idx="2739">
                  <c:v>45982</c:v>
                </c:pt>
                <c:pt idx="2740">
                  <c:v>45985</c:v>
                </c:pt>
                <c:pt idx="2741">
                  <c:v>45986</c:v>
                </c:pt>
                <c:pt idx="2742">
                  <c:v>45987</c:v>
                </c:pt>
                <c:pt idx="2743">
                  <c:v>45989</c:v>
                </c:pt>
                <c:pt idx="2744">
                  <c:v>45992</c:v>
                </c:pt>
                <c:pt idx="2745">
                  <c:v>45993</c:v>
                </c:pt>
                <c:pt idx="2746">
                  <c:v>45994</c:v>
                </c:pt>
                <c:pt idx="2747">
                  <c:v>45995</c:v>
                </c:pt>
                <c:pt idx="2748">
                  <c:v>45996</c:v>
                </c:pt>
                <c:pt idx="2749">
                  <c:v>45999</c:v>
                </c:pt>
                <c:pt idx="2750">
                  <c:v>46000</c:v>
                </c:pt>
                <c:pt idx="2751">
                  <c:v>46001</c:v>
                </c:pt>
                <c:pt idx="2752">
                  <c:v>46002</c:v>
                </c:pt>
                <c:pt idx="2753">
                  <c:v>46003</c:v>
                </c:pt>
                <c:pt idx="2754">
                  <c:v>46006</c:v>
                </c:pt>
                <c:pt idx="2755">
                  <c:v>46007</c:v>
                </c:pt>
                <c:pt idx="2756">
                  <c:v>46008</c:v>
                </c:pt>
                <c:pt idx="2757">
                  <c:v>46009</c:v>
                </c:pt>
                <c:pt idx="2758">
                  <c:v>46010</c:v>
                </c:pt>
                <c:pt idx="2759">
                  <c:v>46013</c:v>
                </c:pt>
                <c:pt idx="2760">
                  <c:v>46014</c:v>
                </c:pt>
                <c:pt idx="2761">
                  <c:v>46015</c:v>
                </c:pt>
                <c:pt idx="2762">
                  <c:v>46017</c:v>
                </c:pt>
                <c:pt idx="2763">
                  <c:v>46020</c:v>
                </c:pt>
                <c:pt idx="2764">
                  <c:v>46021</c:v>
                </c:pt>
                <c:pt idx="2765">
                  <c:v>46022</c:v>
                </c:pt>
              </c:numCache>
            </c:numRef>
          </c:cat>
          <c:val>
            <c:numRef>
              <c:f>Tecnología!$AT$9:$AT$2774</c:f>
              <c:numCache>
                <c:formatCode>General</c:formatCode>
                <c:ptCount val="2766"/>
                <c:pt idx="0">
                  <c:v>100</c:v>
                </c:pt>
                <c:pt idx="1">
                  <c:v>97.764427799123311</c:v>
                </c:pt>
                <c:pt idx="2">
                  <c:v>96.620269574869042</c:v>
                </c:pt>
                <c:pt idx="3">
                  <c:v>97.312862878590536</c:v>
                </c:pt>
                <c:pt idx="4">
                  <c:v>100.7098884725694</c:v>
                </c:pt>
                <c:pt idx="5">
                  <c:v>100.90087258336273</c:v>
                </c:pt>
                <c:pt idx="6">
                  <c:v>99.010602066856961</c:v>
                </c:pt>
                <c:pt idx="7">
                  <c:v>99.212389693262082</c:v>
                </c:pt>
                <c:pt idx="8">
                  <c:v>98.949628995256859</c:v>
                </c:pt>
                <c:pt idx="9">
                  <c:v>97.108016187069097</c:v>
                </c:pt>
                <c:pt idx="10">
                  <c:v>97.39675250166448</c:v>
                </c:pt>
                <c:pt idx="11">
                  <c:v>98.817683804477468</c:v>
                </c:pt>
                <c:pt idx="12">
                  <c:v>99.758651208093241</c:v>
                </c:pt>
                <c:pt idx="13">
                  <c:v>101.86400775351319</c:v>
                </c:pt>
                <c:pt idx="14">
                  <c:v>102.15596366252564</c:v>
                </c:pt>
                <c:pt idx="15">
                  <c:v>102.14977091212972</c:v>
                </c:pt>
                <c:pt idx="16">
                  <c:v>98.143580232633141</c:v>
                </c:pt>
                <c:pt idx="17">
                  <c:v>99.978730488068592</c:v>
                </c:pt>
                <c:pt idx="18">
                  <c:v>102.43067058356637</c:v>
                </c:pt>
                <c:pt idx="19">
                  <c:v>100.13756342368954</c:v>
                </c:pt>
                <c:pt idx="20">
                  <c:v>101.55327930473136</c:v>
                </c:pt>
                <c:pt idx="21">
                  <c:v>102.55982039552127</c:v>
                </c:pt>
                <c:pt idx="22">
                  <c:v>103.03273851650388</c:v>
                </c:pt>
                <c:pt idx="23">
                  <c:v>104.32952997391402</c:v>
                </c:pt>
                <c:pt idx="24">
                  <c:v>103.5161311660156</c:v>
                </c:pt>
                <c:pt idx="25">
                  <c:v>103.62592839343304</c:v>
                </c:pt>
                <c:pt idx="26">
                  <c:v>106.09143471973883</c:v>
                </c:pt>
                <c:pt idx="27">
                  <c:v>106.94071760827936</c:v>
                </c:pt>
                <c:pt idx="28">
                  <c:v>110.41874786520019</c:v>
                </c:pt>
                <c:pt idx="29">
                  <c:v>110.86339195606512</c:v>
                </c:pt>
                <c:pt idx="30">
                  <c:v>111.22760366676397</c:v>
                </c:pt>
                <c:pt idx="31">
                  <c:v>111.25454319624517</c:v>
                </c:pt>
                <c:pt idx="32">
                  <c:v>111.23392023192038</c:v>
                </c:pt>
                <c:pt idx="33">
                  <c:v>112.05705159423729</c:v>
                </c:pt>
                <c:pt idx="34">
                  <c:v>113.25343773206036</c:v>
                </c:pt>
                <c:pt idx="35">
                  <c:v>113.13631066657629</c:v>
                </c:pt>
                <c:pt idx="36">
                  <c:v>111.38036530426839</c:v>
                </c:pt>
                <c:pt idx="37">
                  <c:v>112.72047080449417</c:v>
                </c:pt>
                <c:pt idx="38">
                  <c:v>111.58337021138634</c:v>
                </c:pt>
                <c:pt idx="39">
                  <c:v>112.95917391490634</c:v>
                </c:pt>
                <c:pt idx="40">
                  <c:v>111.8549601343987</c:v>
                </c:pt>
                <c:pt idx="41">
                  <c:v>111.66207403167664</c:v>
                </c:pt>
                <c:pt idx="42">
                  <c:v>111.31887122049045</c:v>
                </c:pt>
                <c:pt idx="43">
                  <c:v>110.44846733381668</c:v>
                </c:pt>
                <c:pt idx="44">
                  <c:v>110.97904450544972</c:v>
                </c:pt>
                <c:pt idx="45">
                  <c:v>109.70408615123335</c:v>
                </c:pt>
                <c:pt idx="46">
                  <c:v>108.46048340540371</c:v>
                </c:pt>
                <c:pt idx="47">
                  <c:v>109.00629635439213</c:v>
                </c:pt>
                <c:pt idx="48">
                  <c:v>108.86532701993623</c:v>
                </c:pt>
                <c:pt idx="49">
                  <c:v>110.12415689163313</c:v>
                </c:pt>
                <c:pt idx="50">
                  <c:v>111.12252919476191</c:v>
                </c:pt>
                <c:pt idx="51">
                  <c:v>111.56247024171005</c:v>
                </c:pt>
                <c:pt idx="52">
                  <c:v>111.61562117461212</c:v>
                </c:pt>
                <c:pt idx="53">
                  <c:v>111.59096239396108</c:v>
                </c:pt>
                <c:pt idx="54">
                  <c:v>111.13775664303516</c:v>
                </c:pt>
                <c:pt idx="55">
                  <c:v>110.3376206456289</c:v>
                </c:pt>
                <c:pt idx="56">
                  <c:v>106.06274925800783</c:v>
                </c:pt>
                <c:pt idx="57">
                  <c:v>106.18544069414392</c:v>
                </c:pt>
                <c:pt idx="58">
                  <c:v>106.45953566119802</c:v>
                </c:pt>
                <c:pt idx="59">
                  <c:v>108.08006844360071</c:v>
                </c:pt>
                <c:pt idx="60">
                  <c:v>106.37113639130314</c:v>
                </c:pt>
                <c:pt idx="61">
                  <c:v>106.30764860773743</c:v>
                </c:pt>
                <c:pt idx="62">
                  <c:v>106.62442552448719</c:v>
                </c:pt>
                <c:pt idx="63">
                  <c:v>108.65094263267478</c:v>
                </c:pt>
                <c:pt idx="64">
                  <c:v>108.25953922499971</c:v>
                </c:pt>
                <c:pt idx="65">
                  <c:v>108.47166696128009</c:v>
                </c:pt>
                <c:pt idx="66">
                  <c:v>109.66805063330909</c:v>
                </c:pt>
                <c:pt idx="67">
                  <c:v>110.38093064906377</c:v>
                </c:pt>
                <c:pt idx="68">
                  <c:v>109.90703867851158</c:v>
                </c:pt>
                <c:pt idx="69">
                  <c:v>109.18981984731869</c:v>
                </c:pt>
                <c:pt idx="70">
                  <c:v>110.19707765449397</c:v>
                </c:pt>
                <c:pt idx="71">
                  <c:v>109.80347507724765</c:v>
                </c:pt>
                <c:pt idx="72">
                  <c:v>108.22031521177907</c:v>
                </c:pt>
                <c:pt idx="73">
                  <c:v>109.67313106845809</c:v>
                </c:pt>
                <c:pt idx="74">
                  <c:v>109.4857687233481</c:v>
                </c:pt>
                <c:pt idx="75">
                  <c:v>110.77628105281123</c:v>
                </c:pt>
                <c:pt idx="76">
                  <c:v>111.05211751555042</c:v>
                </c:pt>
                <c:pt idx="77">
                  <c:v>111.55969037471614</c:v>
                </c:pt>
                <c:pt idx="78">
                  <c:v>112.74257728290549</c:v>
                </c:pt>
                <c:pt idx="79">
                  <c:v>112.22673599015675</c:v>
                </c:pt>
                <c:pt idx="80">
                  <c:v>111.11914392292344</c:v>
                </c:pt>
                <c:pt idx="81">
                  <c:v>109.38985156190427</c:v>
                </c:pt>
                <c:pt idx="82">
                  <c:v>112.19210584272452</c:v>
                </c:pt>
                <c:pt idx="83">
                  <c:v>111.77254215279636</c:v>
                </c:pt>
                <c:pt idx="84">
                  <c:v>109.31467548258503</c:v>
                </c:pt>
                <c:pt idx="85">
                  <c:v>108.84319096316393</c:v>
                </c:pt>
                <c:pt idx="86">
                  <c:v>109.59689363451196</c:v>
                </c:pt>
                <c:pt idx="87">
                  <c:v>108.85029574881534</c:v>
                </c:pt>
                <c:pt idx="88">
                  <c:v>108.10789315587886</c:v>
                </c:pt>
                <c:pt idx="89">
                  <c:v>108.04443711114034</c:v>
                </c:pt>
                <c:pt idx="90">
                  <c:v>108.42475195398733</c:v>
                </c:pt>
                <c:pt idx="91">
                  <c:v>110.2545713748692</c:v>
                </c:pt>
                <c:pt idx="92">
                  <c:v>110.2194697020856</c:v>
                </c:pt>
                <c:pt idx="93">
                  <c:v>110.93549187191279</c:v>
                </c:pt>
                <c:pt idx="94">
                  <c:v>110.39327924509627</c:v>
                </c:pt>
                <c:pt idx="95">
                  <c:v>110.41397078712497</c:v>
                </c:pt>
                <c:pt idx="96">
                  <c:v>110.75624769247588</c:v>
                </c:pt>
                <c:pt idx="97">
                  <c:v>111.17537339153651</c:v>
                </c:pt>
                <c:pt idx="98">
                  <c:v>109.54718292045403</c:v>
                </c:pt>
                <c:pt idx="99">
                  <c:v>112.8295860376836</c:v>
                </c:pt>
                <c:pt idx="100">
                  <c:v>113.10462276277461</c:v>
                </c:pt>
                <c:pt idx="101">
                  <c:v>112.42250574613439</c:v>
                </c:pt>
                <c:pt idx="102">
                  <c:v>112.9597594968659</c:v>
                </c:pt>
                <c:pt idx="103">
                  <c:v>111.98004998264629</c:v>
                </c:pt>
                <c:pt idx="104">
                  <c:v>111.61746660810797</c:v>
                </c:pt>
                <c:pt idx="105">
                  <c:v>111.58193208918425</c:v>
                </c:pt>
                <c:pt idx="106">
                  <c:v>111.49922106777326</c:v>
                </c:pt>
                <c:pt idx="107">
                  <c:v>110.01922840510706</c:v>
                </c:pt>
                <c:pt idx="108">
                  <c:v>109.89459775340778</c:v>
                </c:pt>
                <c:pt idx="109">
                  <c:v>110.418427946687</c:v>
                </c:pt>
                <c:pt idx="110">
                  <c:v>110.57476829628311</c:v>
                </c:pt>
                <c:pt idx="111">
                  <c:v>109.02390141051316</c:v>
                </c:pt>
                <c:pt idx="112">
                  <c:v>108.67389516698665</c:v>
                </c:pt>
                <c:pt idx="113">
                  <c:v>109.5135768633796</c:v>
                </c:pt>
                <c:pt idx="114">
                  <c:v>109.88468841273698</c:v>
                </c:pt>
                <c:pt idx="115">
                  <c:v>110.74172941307572</c:v>
                </c:pt>
                <c:pt idx="116">
                  <c:v>109.91371643382973</c:v>
                </c:pt>
                <c:pt idx="117">
                  <c:v>110.29271236802128</c:v>
                </c:pt>
                <c:pt idx="118">
                  <c:v>109.21943672667091</c:v>
                </c:pt>
                <c:pt idx="119">
                  <c:v>109.14878307030753</c:v>
                </c:pt>
                <c:pt idx="120">
                  <c:v>109.03505233088983</c:v>
                </c:pt>
                <c:pt idx="121">
                  <c:v>107.17046069325804</c:v>
                </c:pt>
                <c:pt idx="122">
                  <c:v>104.65901693661829</c:v>
                </c:pt>
                <c:pt idx="123">
                  <c:v>105.06936478937723</c:v>
                </c:pt>
                <c:pt idx="124">
                  <c:v>106.05858566165004</c:v>
                </c:pt>
                <c:pt idx="125">
                  <c:v>106.24964973341078</c:v>
                </c:pt>
                <c:pt idx="126">
                  <c:v>105.34892634146924</c:v>
                </c:pt>
                <c:pt idx="127">
                  <c:v>104.34089040936068</c:v>
                </c:pt>
                <c:pt idx="128">
                  <c:v>102.38970484244487</c:v>
                </c:pt>
                <c:pt idx="129">
                  <c:v>100.91541858902491</c:v>
                </c:pt>
                <c:pt idx="130">
                  <c:v>102.99331961878575</c:v>
                </c:pt>
                <c:pt idx="131">
                  <c:v>104.44681462227076</c:v>
                </c:pt>
                <c:pt idx="132">
                  <c:v>105.04600991886585</c:v>
                </c:pt>
                <c:pt idx="133">
                  <c:v>105.10961180124947</c:v>
                </c:pt>
                <c:pt idx="134">
                  <c:v>106.56717291540809</c:v>
                </c:pt>
                <c:pt idx="135">
                  <c:v>106.73588105043437</c:v>
                </c:pt>
                <c:pt idx="136">
                  <c:v>106.97824658884704</c:v>
                </c:pt>
                <c:pt idx="137">
                  <c:v>106.58102047500003</c:v>
                </c:pt>
                <c:pt idx="138">
                  <c:v>103.21905936396162</c:v>
                </c:pt>
                <c:pt idx="139">
                  <c:v>103.86179996301034</c:v>
                </c:pt>
                <c:pt idx="140">
                  <c:v>103.0167182283439</c:v>
                </c:pt>
                <c:pt idx="141">
                  <c:v>101.82777548132147</c:v>
                </c:pt>
                <c:pt idx="142">
                  <c:v>103.36599699424076</c:v>
                </c:pt>
                <c:pt idx="143">
                  <c:v>103.97320157417521</c:v>
                </c:pt>
                <c:pt idx="144">
                  <c:v>103.81801259328509</c:v>
                </c:pt>
                <c:pt idx="145">
                  <c:v>102.94373962266512</c:v>
                </c:pt>
                <c:pt idx="146">
                  <c:v>102.54667373522992</c:v>
                </c:pt>
                <c:pt idx="147">
                  <c:v>100.89475630660358</c:v>
                </c:pt>
                <c:pt idx="148">
                  <c:v>101.61283613784197</c:v>
                </c:pt>
                <c:pt idx="149">
                  <c:v>100.99571557891619</c:v>
                </c:pt>
                <c:pt idx="150">
                  <c:v>104.30226130330618</c:v>
                </c:pt>
                <c:pt idx="151">
                  <c:v>107.41314534152728</c:v>
                </c:pt>
                <c:pt idx="152">
                  <c:v>103.92438691774231</c:v>
                </c:pt>
                <c:pt idx="153">
                  <c:v>104.87787088968697</c:v>
                </c:pt>
                <c:pt idx="154">
                  <c:v>104.48015633160526</c:v>
                </c:pt>
                <c:pt idx="155">
                  <c:v>104.79052426986118</c:v>
                </c:pt>
                <c:pt idx="156">
                  <c:v>105.36413195023415</c:v>
                </c:pt>
                <c:pt idx="157">
                  <c:v>104.25443111332295</c:v>
                </c:pt>
                <c:pt idx="158">
                  <c:v>103.17920371958458</c:v>
                </c:pt>
                <c:pt idx="159">
                  <c:v>100.2450494772382</c:v>
                </c:pt>
                <c:pt idx="160">
                  <c:v>95.814161468367814</c:v>
                </c:pt>
                <c:pt idx="161">
                  <c:v>93.0529730383968</c:v>
                </c:pt>
                <c:pt idx="162">
                  <c:v>92.307056364678644</c:v>
                </c:pt>
                <c:pt idx="163">
                  <c:v>97.695026987373538</c:v>
                </c:pt>
                <c:pt idx="164">
                  <c:v>101.00988969796558</c:v>
                </c:pt>
                <c:pt idx="165">
                  <c:v>101.48350460893323</c:v>
                </c:pt>
                <c:pt idx="166">
                  <c:v>100.87524040400223</c:v>
                </c:pt>
                <c:pt idx="167">
                  <c:v>96.632092726003521</c:v>
                </c:pt>
                <c:pt idx="168">
                  <c:v>100.09103352950029</c:v>
                </c:pt>
                <c:pt idx="169">
                  <c:v>99.507000471250336</c:v>
                </c:pt>
                <c:pt idx="170">
                  <c:v>98.10343600256391</c:v>
                </c:pt>
                <c:pt idx="171">
                  <c:v>101.45942989697714</c:v>
                </c:pt>
                <c:pt idx="172">
                  <c:v>99.495603723408877</c:v>
                </c:pt>
                <c:pt idx="173">
                  <c:v>101.20419666090821</c:v>
                </c:pt>
                <c:pt idx="174">
                  <c:v>102.14201997589944</c:v>
                </c:pt>
                <c:pt idx="175">
                  <c:v>102.32564456358377</c:v>
                </c:pt>
                <c:pt idx="176">
                  <c:v>103.41644410760524</c:v>
                </c:pt>
                <c:pt idx="177">
                  <c:v>103.79023791458459</c:v>
                </c:pt>
                <c:pt idx="178">
                  <c:v>102.6333063864685</c:v>
                </c:pt>
                <c:pt idx="179">
                  <c:v>101.85954723260721</c:v>
                </c:pt>
                <c:pt idx="180">
                  <c:v>102.89271658356824</c:v>
                </c:pt>
                <c:pt idx="181">
                  <c:v>100.88114025078994</c:v>
                </c:pt>
                <c:pt idx="182">
                  <c:v>101.14891679823074</c:v>
                </c:pt>
                <c:pt idx="183">
                  <c:v>102.08135802797889</c:v>
                </c:pt>
                <c:pt idx="184">
                  <c:v>102.21652564220467</c:v>
                </c:pt>
                <c:pt idx="185">
                  <c:v>100.21424708836383</c:v>
                </c:pt>
                <c:pt idx="186">
                  <c:v>99.359757558608266</c:v>
                </c:pt>
                <c:pt idx="187">
                  <c:v>101.62480957208223</c:v>
                </c:pt>
                <c:pt idx="188">
                  <c:v>100.63408046854794</c:v>
                </c:pt>
                <c:pt idx="189">
                  <c:v>102.31643850202772</c:v>
                </c:pt>
                <c:pt idx="190">
                  <c:v>103.87457793163912</c:v>
                </c:pt>
                <c:pt idx="191">
                  <c:v>104.62910495374456</c:v>
                </c:pt>
                <c:pt idx="192">
                  <c:v>104.94035905140164</c:v>
                </c:pt>
                <c:pt idx="193">
                  <c:v>104.79331891898104</c:v>
                </c:pt>
                <c:pt idx="194">
                  <c:v>105.7666817485504</c:v>
                </c:pt>
                <c:pt idx="195">
                  <c:v>105.71038312211738</c:v>
                </c:pt>
                <c:pt idx="196">
                  <c:v>105.65304553591284</c:v>
                </c:pt>
                <c:pt idx="197">
                  <c:v>106.21812150595839</c:v>
                </c:pt>
                <c:pt idx="198">
                  <c:v>107.33456619806768</c:v>
                </c:pt>
                <c:pt idx="199">
                  <c:v>107.41490749861205</c:v>
                </c:pt>
                <c:pt idx="200">
                  <c:v>107.77665418365018</c:v>
                </c:pt>
                <c:pt idx="201">
                  <c:v>108.49998944055197</c:v>
                </c:pt>
                <c:pt idx="202">
                  <c:v>107.95167953499116</c:v>
                </c:pt>
                <c:pt idx="203">
                  <c:v>110.42038507094256</c:v>
                </c:pt>
                <c:pt idx="204">
                  <c:v>113.41872735520424</c:v>
                </c:pt>
                <c:pt idx="205">
                  <c:v>111.3293783602099</c:v>
                </c:pt>
                <c:pt idx="206">
                  <c:v>110.87606103278232</c:v>
                </c:pt>
                <c:pt idx="207">
                  <c:v>113.72829470815084</c:v>
                </c:pt>
                <c:pt idx="208">
                  <c:v>112.79405727085135</c:v>
                </c:pt>
                <c:pt idx="209">
                  <c:v>113.07998329351295</c:v>
                </c:pt>
                <c:pt idx="210">
                  <c:v>114.55638412311582</c:v>
                </c:pt>
                <c:pt idx="211">
                  <c:v>115.33108560599419</c:v>
                </c:pt>
                <c:pt idx="212">
                  <c:v>114.51871948703716</c:v>
                </c:pt>
                <c:pt idx="213">
                  <c:v>113.377852690643</c:v>
                </c:pt>
                <c:pt idx="214">
                  <c:v>117.76103731936563</c:v>
                </c:pt>
                <c:pt idx="215">
                  <c:v>116.88828732147527</c:v>
                </c:pt>
                <c:pt idx="216">
                  <c:v>114.02984096067618</c:v>
                </c:pt>
                <c:pt idx="217">
                  <c:v>113.39605122513593</c:v>
                </c:pt>
                <c:pt idx="218">
                  <c:v>112.84950902341446</c:v>
                </c:pt>
                <c:pt idx="219">
                  <c:v>110.08308863125757</c:v>
                </c:pt>
                <c:pt idx="220">
                  <c:v>112.02326434293958</c:v>
                </c:pt>
                <c:pt idx="221">
                  <c:v>111.81958474683429</c:v>
                </c:pt>
                <c:pt idx="222">
                  <c:v>114.73320059240261</c:v>
                </c:pt>
                <c:pt idx="223">
                  <c:v>115.67314532384782</c:v>
                </c:pt>
                <c:pt idx="224">
                  <c:v>116.29755886936341</c:v>
                </c:pt>
                <c:pt idx="225">
                  <c:v>114.95111637282373</c:v>
                </c:pt>
                <c:pt idx="226">
                  <c:v>116.06089303425232</c:v>
                </c:pt>
                <c:pt idx="227">
                  <c:v>115.55639460303777</c:v>
                </c:pt>
                <c:pt idx="228">
                  <c:v>115.76294774942721</c:v>
                </c:pt>
                <c:pt idx="229">
                  <c:v>116.48801279220113</c:v>
                </c:pt>
                <c:pt idx="230">
                  <c:v>117.49706055540437</c:v>
                </c:pt>
                <c:pt idx="231">
                  <c:v>116.38462686822045</c:v>
                </c:pt>
                <c:pt idx="232">
                  <c:v>115.62008962478899</c:v>
                </c:pt>
                <c:pt idx="233">
                  <c:v>119.29856833276436</c:v>
                </c:pt>
                <c:pt idx="234">
                  <c:v>118.24290728606898</c:v>
                </c:pt>
                <c:pt idx="235">
                  <c:v>118.55786685471587</c:v>
                </c:pt>
                <c:pt idx="236">
                  <c:v>116.10294575269869</c:v>
                </c:pt>
                <c:pt idx="237">
                  <c:v>116.86812365011343</c:v>
                </c:pt>
                <c:pt idx="238">
                  <c:v>114.19321860535254</c:v>
                </c:pt>
                <c:pt idx="239">
                  <c:v>113.95875434148464</c:v>
                </c:pt>
                <c:pt idx="240">
                  <c:v>113.78679361180467</c:v>
                </c:pt>
                <c:pt idx="241">
                  <c:v>114.8169955708794</c:v>
                </c:pt>
                <c:pt idx="242">
                  <c:v>112.76438315363878</c:v>
                </c:pt>
                <c:pt idx="243">
                  <c:v>110.35052782977527</c:v>
                </c:pt>
                <c:pt idx="244">
                  <c:v>112.23112325959849</c:v>
                </c:pt>
                <c:pt idx="245">
                  <c:v>112.55401366994479</c:v>
                </c:pt>
                <c:pt idx="246">
                  <c:v>113.59693412511504</c:v>
                </c:pt>
                <c:pt idx="247">
                  <c:v>113.50547162916212</c:v>
                </c:pt>
                <c:pt idx="248">
                  <c:v>112.83061250815537</c:v>
                </c:pt>
                <c:pt idx="249">
                  <c:v>114.59215244529052</c:v>
                </c:pt>
                <c:pt idx="250">
                  <c:v>113.4095955945558</c:v>
                </c:pt>
                <c:pt idx="251">
                  <c:v>111.59189874552905</c:v>
                </c:pt>
                <c:pt idx="252">
                  <c:v>110.64493078408965</c:v>
                </c:pt>
                <c:pt idx="253">
                  <c:v>109.7810780355464</c:v>
                </c:pt>
                <c:pt idx="254">
                  <c:v>106.79710729024772</c:v>
                </c:pt>
                <c:pt idx="255">
                  <c:v>102.5890895747437</c:v>
                </c:pt>
                <c:pt idx="256">
                  <c:v>101.84466167724794</c:v>
                </c:pt>
                <c:pt idx="257">
                  <c:v>102.77571769780407</c:v>
                </c:pt>
                <c:pt idx="258">
                  <c:v>104.21121481646556</c:v>
                </c:pt>
                <c:pt idx="259">
                  <c:v>101.11023447468504</c:v>
                </c:pt>
                <c:pt idx="260">
                  <c:v>102.05207573222839</c:v>
                </c:pt>
                <c:pt idx="261">
                  <c:v>98.183224175418758</c:v>
                </c:pt>
                <c:pt idx="262">
                  <c:v>98.065837879152241</c:v>
                </c:pt>
                <c:pt idx="263">
                  <c:v>97.804831932532551</c:v>
                </c:pt>
                <c:pt idx="264">
                  <c:v>98.418695098954174</c:v>
                </c:pt>
                <c:pt idx="265">
                  <c:v>101.94745816687872</c:v>
                </c:pt>
                <c:pt idx="266">
                  <c:v>100.69149693132725</c:v>
                </c:pt>
                <c:pt idx="267">
                  <c:v>101.50701797551147</c:v>
                </c:pt>
                <c:pt idx="268">
                  <c:v>97.690162619524671</c:v>
                </c:pt>
                <c:pt idx="269">
                  <c:v>97.731929909796378</c:v>
                </c:pt>
                <c:pt idx="270">
                  <c:v>101.86484928884882</c:v>
                </c:pt>
                <c:pt idx="271">
                  <c:v>101.34627759425035</c:v>
                </c:pt>
                <c:pt idx="272">
                  <c:v>98.37692412261228</c:v>
                </c:pt>
                <c:pt idx="273">
                  <c:v>99.558307586201096</c:v>
                </c:pt>
                <c:pt idx="274">
                  <c:v>100.1445626759299</c:v>
                </c:pt>
                <c:pt idx="275">
                  <c:v>96.338072092983083</c:v>
                </c:pt>
                <c:pt idx="276">
                  <c:v>95.033695791603662</c:v>
                </c:pt>
                <c:pt idx="277">
                  <c:v>95.000002475400819</c:v>
                </c:pt>
                <c:pt idx="278">
                  <c:v>94.523737533525789</c:v>
                </c:pt>
                <c:pt idx="279">
                  <c:v>94.376102088742527</c:v>
                </c:pt>
                <c:pt idx="280">
                  <c:v>95.474577097774642</c:v>
                </c:pt>
                <c:pt idx="281">
                  <c:v>98.653947163958051</c:v>
                </c:pt>
                <c:pt idx="282">
                  <c:v>100.82659595913749</c:v>
                </c:pt>
                <c:pt idx="283">
                  <c:v>102.00177058426593</c:v>
                </c:pt>
                <c:pt idx="284">
                  <c:v>102.33766264175901</c:v>
                </c:pt>
                <c:pt idx="285">
                  <c:v>103.99177215855441</c:v>
                </c:pt>
                <c:pt idx="286">
                  <c:v>102.28003658827227</c:v>
                </c:pt>
                <c:pt idx="287">
                  <c:v>103.46302225235989</c:v>
                </c:pt>
                <c:pt idx="288">
                  <c:v>104.23327938896595</c:v>
                </c:pt>
                <c:pt idx="289">
                  <c:v>104.05893992464124</c:v>
                </c:pt>
                <c:pt idx="290">
                  <c:v>103.59833807774504</c:v>
                </c:pt>
                <c:pt idx="291">
                  <c:v>107.5969344001003</c:v>
                </c:pt>
                <c:pt idx="292">
                  <c:v>108.18904595094941</c:v>
                </c:pt>
                <c:pt idx="293">
                  <c:v>108.43135880132822</c:v>
                </c:pt>
                <c:pt idx="294">
                  <c:v>109.20558109111174</c:v>
                </c:pt>
                <c:pt idx="295">
                  <c:v>108.39114249247488</c:v>
                </c:pt>
                <c:pt idx="296">
                  <c:v>106.87655013804164</c:v>
                </c:pt>
                <c:pt idx="297">
                  <c:v>107.32280578090167</c:v>
                </c:pt>
                <c:pt idx="298">
                  <c:v>107.27125799460435</c:v>
                </c:pt>
                <c:pt idx="299">
                  <c:v>109.17325135824058</c:v>
                </c:pt>
                <c:pt idx="300">
                  <c:v>109.41073877601048</c:v>
                </c:pt>
                <c:pt idx="301">
                  <c:v>110.1137635494256</c:v>
                </c:pt>
                <c:pt idx="302">
                  <c:v>112.04590587303082</c:v>
                </c:pt>
                <c:pt idx="303">
                  <c:v>112.17387457362858</c:v>
                </c:pt>
                <c:pt idx="304">
                  <c:v>113.29514726023304</c:v>
                </c:pt>
                <c:pt idx="305">
                  <c:v>113.48769295431266</c:v>
                </c:pt>
                <c:pt idx="306">
                  <c:v>113.89685877749393</c:v>
                </c:pt>
                <c:pt idx="307">
                  <c:v>113.47303062972917</c:v>
                </c:pt>
                <c:pt idx="308">
                  <c:v>113.36838905886712</c:v>
                </c:pt>
                <c:pt idx="309">
                  <c:v>113.2444548567405</c:v>
                </c:pt>
                <c:pt idx="310">
                  <c:v>115.41753474369256</c:v>
                </c:pt>
                <c:pt idx="311">
                  <c:v>116.95848046030129</c:v>
                </c:pt>
                <c:pt idx="312">
                  <c:v>116.53548348713957</c:v>
                </c:pt>
                <c:pt idx="313">
                  <c:v>117.89939857664041</c:v>
                </c:pt>
                <c:pt idx="314">
                  <c:v>117.89313909859138</c:v>
                </c:pt>
                <c:pt idx="315">
                  <c:v>116.62269139119914</c:v>
                </c:pt>
                <c:pt idx="316">
                  <c:v>117.58732572524929</c:v>
                </c:pt>
                <c:pt idx="317">
                  <c:v>115.56903942478695</c:v>
                </c:pt>
                <c:pt idx="318">
                  <c:v>116.05812640954127</c:v>
                </c:pt>
                <c:pt idx="319">
                  <c:v>116.32246179801623</c:v>
                </c:pt>
                <c:pt idx="320">
                  <c:v>116.9964128376759</c:v>
                </c:pt>
                <c:pt idx="321">
                  <c:v>119.30290780392551</c:v>
                </c:pt>
                <c:pt idx="322">
                  <c:v>119.13959748767758</c:v>
                </c:pt>
                <c:pt idx="323">
                  <c:v>118.19719470491032</c:v>
                </c:pt>
                <c:pt idx="324">
                  <c:v>117.19238332444903</c:v>
                </c:pt>
                <c:pt idx="325">
                  <c:v>116.0683588638222</c:v>
                </c:pt>
                <c:pt idx="326">
                  <c:v>116.34088558772005</c:v>
                </c:pt>
                <c:pt idx="327">
                  <c:v>115.46712869407814</c:v>
                </c:pt>
                <c:pt idx="328">
                  <c:v>115.75583025595435</c:v>
                </c:pt>
                <c:pt idx="329">
                  <c:v>115.27096774570308</c:v>
                </c:pt>
                <c:pt idx="330">
                  <c:v>115.4093299224249</c:v>
                </c:pt>
                <c:pt idx="331">
                  <c:v>112.72104029371418</c:v>
                </c:pt>
                <c:pt idx="332">
                  <c:v>109.63207247377993</c:v>
                </c:pt>
                <c:pt idx="333">
                  <c:v>107.92948426719967</c:v>
                </c:pt>
                <c:pt idx="334">
                  <c:v>108.4191568801354</c:v>
                </c:pt>
                <c:pt idx="335">
                  <c:v>108.39754215968657</c:v>
                </c:pt>
                <c:pt idx="336">
                  <c:v>106.91812089386272</c:v>
                </c:pt>
                <c:pt idx="337">
                  <c:v>106.59396948855603</c:v>
                </c:pt>
                <c:pt idx="338">
                  <c:v>106.70269373352353</c:v>
                </c:pt>
                <c:pt idx="339">
                  <c:v>106.59671545882048</c:v>
                </c:pt>
                <c:pt idx="340">
                  <c:v>107.93207950490894</c:v>
                </c:pt>
                <c:pt idx="341">
                  <c:v>107.39324196171225</c:v>
                </c:pt>
                <c:pt idx="342">
                  <c:v>105.56702071849107</c:v>
                </c:pt>
                <c:pt idx="343">
                  <c:v>109.64880538567328</c:v>
                </c:pt>
                <c:pt idx="344">
                  <c:v>112.82539859934138</c:v>
                </c:pt>
                <c:pt idx="345">
                  <c:v>112.31049371451621</c:v>
                </c:pt>
                <c:pt idx="346">
                  <c:v>113.99608734270409</c:v>
                </c:pt>
                <c:pt idx="347">
                  <c:v>113.89401227085742</c:v>
                </c:pt>
                <c:pt idx="348">
                  <c:v>115.96726129313183</c:v>
                </c:pt>
                <c:pt idx="349">
                  <c:v>116.88086078772552</c:v>
                </c:pt>
                <c:pt idx="350">
                  <c:v>119.20384570774607</c:v>
                </c:pt>
                <c:pt idx="351">
                  <c:v>120.40706616570186</c:v>
                </c:pt>
                <c:pt idx="352">
                  <c:v>121.35434496048708</c:v>
                </c:pt>
                <c:pt idx="353">
                  <c:v>121.94259304035417</c:v>
                </c:pt>
                <c:pt idx="354">
                  <c:v>122.4987305960002</c:v>
                </c:pt>
                <c:pt idx="355">
                  <c:v>121.75557881087735</c:v>
                </c:pt>
                <c:pt idx="356">
                  <c:v>121.29512940158307</c:v>
                </c:pt>
                <c:pt idx="357">
                  <c:v>120.97299119799774</c:v>
                </c:pt>
                <c:pt idx="358">
                  <c:v>121.4202744265682</c:v>
                </c:pt>
                <c:pt idx="359">
                  <c:v>121.83131238230712</c:v>
                </c:pt>
                <c:pt idx="360">
                  <c:v>121.53102990259809</c:v>
                </c:pt>
                <c:pt idx="361">
                  <c:v>122.70904515680219</c:v>
                </c:pt>
                <c:pt idx="362">
                  <c:v>121.00390753245492</c:v>
                </c:pt>
                <c:pt idx="363">
                  <c:v>120.24657294297755</c:v>
                </c:pt>
                <c:pt idx="364">
                  <c:v>120.28949602670291</c:v>
                </c:pt>
                <c:pt idx="365">
                  <c:v>120.33391945061463</c:v>
                </c:pt>
                <c:pt idx="366">
                  <c:v>121.02989593564953</c:v>
                </c:pt>
                <c:pt idx="367">
                  <c:v>119.5141371820387</c:v>
                </c:pt>
                <c:pt idx="368">
                  <c:v>119.93678655270936</c:v>
                </c:pt>
                <c:pt idx="369">
                  <c:v>120.72399980534763</c:v>
                </c:pt>
                <c:pt idx="370">
                  <c:v>120.27631752070465</c:v>
                </c:pt>
                <c:pt idx="371">
                  <c:v>122.4344238569134</c:v>
                </c:pt>
                <c:pt idx="372">
                  <c:v>117.36216353438066</c:v>
                </c:pt>
                <c:pt idx="373">
                  <c:v>115.2172414141766</c:v>
                </c:pt>
                <c:pt idx="374">
                  <c:v>117.57165510006271</c:v>
                </c:pt>
                <c:pt idx="375">
                  <c:v>119.21549121249883</c:v>
                </c:pt>
                <c:pt idx="376">
                  <c:v>120.67277236592267</c:v>
                </c:pt>
                <c:pt idx="377">
                  <c:v>120.16343217980251</c:v>
                </c:pt>
                <c:pt idx="378">
                  <c:v>119.57506342210212</c:v>
                </c:pt>
                <c:pt idx="379">
                  <c:v>120.20869083238897</c:v>
                </c:pt>
                <c:pt idx="380">
                  <c:v>121.44824177876436</c:v>
                </c:pt>
                <c:pt idx="381">
                  <c:v>123.83446842751401</c:v>
                </c:pt>
                <c:pt idx="382">
                  <c:v>124.89411184542405</c:v>
                </c:pt>
                <c:pt idx="383">
                  <c:v>126.20321038987687</c:v>
                </c:pt>
                <c:pt idx="384">
                  <c:v>125.94632940854063</c:v>
                </c:pt>
                <c:pt idx="385">
                  <c:v>127.64210044804366</c:v>
                </c:pt>
                <c:pt idx="386">
                  <c:v>127.2534157294654</c:v>
                </c:pt>
                <c:pt idx="387">
                  <c:v>128.4221210528313</c:v>
                </c:pt>
                <c:pt idx="388">
                  <c:v>128.46396474558432</c:v>
                </c:pt>
                <c:pt idx="389">
                  <c:v>129.79274073156765</c:v>
                </c:pt>
                <c:pt idx="390">
                  <c:v>128.44937574012638</c:v>
                </c:pt>
                <c:pt idx="391">
                  <c:v>129.29013280716302</c:v>
                </c:pt>
                <c:pt idx="392">
                  <c:v>129.77104409932133</c:v>
                </c:pt>
                <c:pt idx="393">
                  <c:v>130.39006636425839</c:v>
                </c:pt>
                <c:pt idx="394">
                  <c:v>133.87876184841522</c:v>
                </c:pt>
                <c:pt idx="395">
                  <c:v>134.63601096994068</c:v>
                </c:pt>
                <c:pt idx="396">
                  <c:v>134.99530005928028</c:v>
                </c:pt>
                <c:pt idx="397">
                  <c:v>135.88003994270878</c:v>
                </c:pt>
                <c:pt idx="398">
                  <c:v>134.15052913062945</c:v>
                </c:pt>
                <c:pt idx="399">
                  <c:v>135.26034072292555</c:v>
                </c:pt>
                <c:pt idx="400">
                  <c:v>136.41477534541949</c:v>
                </c:pt>
                <c:pt idx="401">
                  <c:v>138.53200027566055</c:v>
                </c:pt>
                <c:pt idx="402">
                  <c:v>139.3592147118263</c:v>
                </c:pt>
                <c:pt idx="403">
                  <c:v>139.79123522740039</c:v>
                </c:pt>
                <c:pt idx="404">
                  <c:v>138.74585570886285</c:v>
                </c:pt>
                <c:pt idx="405">
                  <c:v>139.65669475198482</c:v>
                </c:pt>
                <c:pt idx="406">
                  <c:v>141.98600277927108</c:v>
                </c:pt>
                <c:pt idx="407">
                  <c:v>143.33502018888697</c:v>
                </c:pt>
                <c:pt idx="408">
                  <c:v>142.71865762154513</c:v>
                </c:pt>
                <c:pt idx="409">
                  <c:v>141.68680039704731</c:v>
                </c:pt>
                <c:pt idx="410">
                  <c:v>142.39945165763115</c:v>
                </c:pt>
                <c:pt idx="411">
                  <c:v>143.3175300106852</c:v>
                </c:pt>
                <c:pt idx="412">
                  <c:v>142.91631299687481</c:v>
                </c:pt>
                <c:pt idx="413">
                  <c:v>143.65402558225139</c:v>
                </c:pt>
                <c:pt idx="414">
                  <c:v>142.15802184377625</c:v>
                </c:pt>
                <c:pt idx="415">
                  <c:v>141.983397562383</c:v>
                </c:pt>
                <c:pt idx="416">
                  <c:v>142.11906027243316</c:v>
                </c:pt>
                <c:pt idx="417">
                  <c:v>142.20595926077934</c:v>
                </c:pt>
                <c:pt idx="418">
                  <c:v>141.29431085551505</c:v>
                </c:pt>
                <c:pt idx="419">
                  <c:v>140.96974383093911</c:v>
                </c:pt>
                <c:pt idx="420">
                  <c:v>142.59160217524985</c:v>
                </c:pt>
                <c:pt idx="421">
                  <c:v>142.90527998369964</c:v>
                </c:pt>
                <c:pt idx="422">
                  <c:v>143.18845898749498</c:v>
                </c:pt>
                <c:pt idx="423">
                  <c:v>142.86726257315757</c:v>
                </c:pt>
                <c:pt idx="424">
                  <c:v>140.97313764329994</c:v>
                </c:pt>
                <c:pt idx="425">
                  <c:v>136.59435557685708</c:v>
                </c:pt>
                <c:pt idx="426">
                  <c:v>139.43783418275427</c:v>
                </c:pt>
                <c:pt idx="427">
                  <c:v>140.04221755671131</c:v>
                </c:pt>
                <c:pt idx="428">
                  <c:v>142.98873030513656</c:v>
                </c:pt>
                <c:pt idx="429">
                  <c:v>147.32423421172979</c:v>
                </c:pt>
                <c:pt idx="430">
                  <c:v>146.64096558915477</c:v>
                </c:pt>
                <c:pt idx="431">
                  <c:v>146.2302725367507</c:v>
                </c:pt>
                <c:pt idx="432">
                  <c:v>145.79572993714399</c:v>
                </c:pt>
                <c:pt idx="433">
                  <c:v>147.46551220447517</c:v>
                </c:pt>
                <c:pt idx="434">
                  <c:v>148.25626046534543</c:v>
                </c:pt>
                <c:pt idx="435">
                  <c:v>146.77061270075041</c:v>
                </c:pt>
                <c:pt idx="436">
                  <c:v>146.1838087999175</c:v>
                </c:pt>
                <c:pt idx="437">
                  <c:v>148.34036270345123</c:v>
                </c:pt>
                <c:pt idx="438">
                  <c:v>148.93334490105943</c:v>
                </c:pt>
                <c:pt idx="439">
                  <c:v>148.11620338308049</c:v>
                </c:pt>
                <c:pt idx="440">
                  <c:v>149.68745116617416</c:v>
                </c:pt>
                <c:pt idx="441">
                  <c:v>149.10817624640384</c:v>
                </c:pt>
                <c:pt idx="442">
                  <c:v>149.23160733652648</c:v>
                </c:pt>
                <c:pt idx="443">
                  <c:v>149.46440381979619</c:v>
                </c:pt>
                <c:pt idx="444">
                  <c:v>149.66588127267292</c:v>
                </c:pt>
                <c:pt idx="445">
                  <c:v>149.3558466964727</c:v>
                </c:pt>
                <c:pt idx="446">
                  <c:v>150.81463863274499</c:v>
                </c:pt>
                <c:pt idx="447">
                  <c:v>149.53444514331721</c:v>
                </c:pt>
                <c:pt idx="448">
                  <c:v>150.14950699989578</c:v>
                </c:pt>
                <c:pt idx="449">
                  <c:v>149.06195299174402</c:v>
                </c:pt>
                <c:pt idx="450">
                  <c:v>150.22535511659694</c:v>
                </c:pt>
                <c:pt idx="451">
                  <c:v>149.78214199988724</c:v>
                </c:pt>
                <c:pt idx="452">
                  <c:v>150.76159308943463</c:v>
                </c:pt>
                <c:pt idx="453">
                  <c:v>150.39549407868108</c:v>
                </c:pt>
                <c:pt idx="454">
                  <c:v>151.00153374015119</c:v>
                </c:pt>
                <c:pt idx="455">
                  <c:v>150.73698916907358</c:v>
                </c:pt>
                <c:pt idx="456">
                  <c:v>153.9752988105825</c:v>
                </c:pt>
                <c:pt idx="457">
                  <c:v>155.20074162221118</c:v>
                </c:pt>
                <c:pt idx="458">
                  <c:v>153.60490892096541</c:v>
                </c:pt>
                <c:pt idx="459">
                  <c:v>151.7950181023653</c:v>
                </c:pt>
                <c:pt idx="460">
                  <c:v>151.08828508066401</c:v>
                </c:pt>
                <c:pt idx="461">
                  <c:v>151.44530088586134</c:v>
                </c:pt>
                <c:pt idx="462">
                  <c:v>148.73652556994685</c:v>
                </c:pt>
                <c:pt idx="463">
                  <c:v>148.35470658795558</c:v>
                </c:pt>
                <c:pt idx="464">
                  <c:v>146.7032714984916</c:v>
                </c:pt>
                <c:pt idx="465">
                  <c:v>145.6695297532128</c:v>
                </c:pt>
                <c:pt idx="466">
                  <c:v>149.95830664368938</c:v>
                </c:pt>
                <c:pt idx="467">
                  <c:v>150.40888255179911</c:v>
                </c:pt>
                <c:pt idx="468">
                  <c:v>149.50161281332743</c:v>
                </c:pt>
                <c:pt idx="469">
                  <c:v>145.39694520345449</c:v>
                </c:pt>
                <c:pt idx="470">
                  <c:v>157.46163055014136</c:v>
                </c:pt>
                <c:pt idx="471">
                  <c:v>153.41776146571874</c:v>
                </c:pt>
                <c:pt idx="472">
                  <c:v>156.17094821829679</c:v>
                </c:pt>
                <c:pt idx="473">
                  <c:v>161.28064341651313</c:v>
                </c:pt>
                <c:pt idx="474">
                  <c:v>162.14507117470782</c:v>
                </c:pt>
                <c:pt idx="475">
                  <c:v>162.75114602938055</c:v>
                </c:pt>
                <c:pt idx="476">
                  <c:v>164.2041626405408</c:v>
                </c:pt>
                <c:pt idx="477">
                  <c:v>164.73642647911365</c:v>
                </c:pt>
                <c:pt idx="478">
                  <c:v>164.41977392018941</c:v>
                </c:pt>
                <c:pt idx="479">
                  <c:v>165.11434215116398</c:v>
                </c:pt>
                <c:pt idx="480">
                  <c:v>164.8032230296441</c:v>
                </c:pt>
                <c:pt idx="481">
                  <c:v>164.37831382559503</c:v>
                </c:pt>
                <c:pt idx="482">
                  <c:v>162.8914405522525</c:v>
                </c:pt>
                <c:pt idx="483">
                  <c:v>158.53671199443431</c:v>
                </c:pt>
                <c:pt idx="484">
                  <c:v>159.47042439211097</c:v>
                </c:pt>
                <c:pt idx="485">
                  <c:v>160.93233690541183</c:v>
                </c:pt>
                <c:pt idx="486">
                  <c:v>162.55520203470641</c:v>
                </c:pt>
                <c:pt idx="487">
                  <c:v>165.33000788322494</c:v>
                </c:pt>
                <c:pt idx="488">
                  <c:v>165.75414557912205</c:v>
                </c:pt>
                <c:pt idx="489">
                  <c:v>166.60122860630415</c:v>
                </c:pt>
                <c:pt idx="490">
                  <c:v>165.07741629438684</c:v>
                </c:pt>
                <c:pt idx="491">
                  <c:v>167.46937302406855</c:v>
                </c:pt>
                <c:pt idx="492">
                  <c:v>169.81960580648791</c:v>
                </c:pt>
                <c:pt idx="493">
                  <c:v>171.6782641526583</c:v>
                </c:pt>
                <c:pt idx="494">
                  <c:v>172.0239467450786</c:v>
                </c:pt>
                <c:pt idx="495">
                  <c:v>173.5227931046646</c:v>
                </c:pt>
                <c:pt idx="496">
                  <c:v>175.54513515480448</c:v>
                </c:pt>
                <c:pt idx="497">
                  <c:v>175.79921894272158</c:v>
                </c:pt>
                <c:pt idx="498">
                  <c:v>176.64348599788917</c:v>
                </c:pt>
                <c:pt idx="499">
                  <c:v>177.93014250204521</c:v>
                </c:pt>
                <c:pt idx="500">
                  <c:v>181.88235551570671</c:v>
                </c:pt>
                <c:pt idx="501">
                  <c:v>177.72705995823861</c:v>
                </c:pt>
                <c:pt idx="502">
                  <c:v>178.44283358985641</c:v>
                </c:pt>
                <c:pt idx="503">
                  <c:v>175.27296143886699</c:v>
                </c:pt>
                <c:pt idx="504">
                  <c:v>173.98000991838816</c:v>
                </c:pt>
                <c:pt idx="505">
                  <c:v>174.71523152631727</c:v>
                </c:pt>
                <c:pt idx="506">
                  <c:v>173.78858137068897</c:v>
                </c:pt>
                <c:pt idx="507">
                  <c:v>175.47843121002842</c:v>
                </c:pt>
                <c:pt idx="508">
                  <c:v>178.35008075846088</c:v>
                </c:pt>
                <c:pt idx="509">
                  <c:v>178.24319744074825</c:v>
                </c:pt>
                <c:pt idx="510">
                  <c:v>178.2671497824104</c:v>
                </c:pt>
                <c:pt idx="511">
                  <c:v>176.72871203395968</c:v>
                </c:pt>
                <c:pt idx="512">
                  <c:v>176.67926462462484</c:v>
                </c:pt>
                <c:pt idx="513">
                  <c:v>175.78927608677188</c:v>
                </c:pt>
                <c:pt idx="514">
                  <c:v>177.07338876102475</c:v>
                </c:pt>
                <c:pt idx="515">
                  <c:v>177.65609549164378</c:v>
                </c:pt>
                <c:pt idx="516">
                  <c:v>177.80853081645321</c:v>
                </c:pt>
                <c:pt idx="517">
                  <c:v>178.43775550357151</c:v>
                </c:pt>
                <c:pt idx="518">
                  <c:v>180.31118206046597</c:v>
                </c:pt>
                <c:pt idx="519">
                  <c:v>182.34135675899918</c:v>
                </c:pt>
                <c:pt idx="520">
                  <c:v>183.28355222791029</c:v>
                </c:pt>
                <c:pt idx="521">
                  <c:v>184.97338024179075</c:v>
                </c:pt>
                <c:pt idx="522">
                  <c:v>183.68408142150642</c:v>
                </c:pt>
                <c:pt idx="523">
                  <c:v>182.74633985780986</c:v>
                </c:pt>
                <c:pt idx="524">
                  <c:v>190.81272669611477</c:v>
                </c:pt>
                <c:pt idx="525">
                  <c:v>191.50077045254932</c:v>
                </c:pt>
                <c:pt idx="526">
                  <c:v>191.7217743416939</c:v>
                </c:pt>
                <c:pt idx="527">
                  <c:v>194.09485891769103</c:v>
                </c:pt>
                <c:pt idx="528">
                  <c:v>195.73890098067102</c:v>
                </c:pt>
                <c:pt idx="529">
                  <c:v>195.76695849756092</c:v>
                </c:pt>
                <c:pt idx="530">
                  <c:v>195.31594134539171</c:v>
                </c:pt>
                <c:pt idx="531">
                  <c:v>193.93579654490321</c:v>
                </c:pt>
                <c:pt idx="532">
                  <c:v>192.79168653408581</c:v>
                </c:pt>
                <c:pt idx="533">
                  <c:v>193.89654342260786</c:v>
                </c:pt>
                <c:pt idx="534">
                  <c:v>194.57575187774538</c:v>
                </c:pt>
                <c:pt idx="535">
                  <c:v>193.8112191948083</c:v>
                </c:pt>
                <c:pt idx="536">
                  <c:v>194.46023570486261</c:v>
                </c:pt>
                <c:pt idx="537">
                  <c:v>197.63308860425235</c:v>
                </c:pt>
                <c:pt idx="538">
                  <c:v>197.90310513011727</c:v>
                </c:pt>
                <c:pt idx="539">
                  <c:v>192.69439085236365</c:v>
                </c:pt>
                <c:pt idx="540">
                  <c:v>193.29230939962957</c:v>
                </c:pt>
                <c:pt idx="541">
                  <c:v>195.28140517243725</c:v>
                </c:pt>
                <c:pt idx="542">
                  <c:v>193.45947139742802</c:v>
                </c:pt>
                <c:pt idx="543">
                  <c:v>196.94084956673518</c:v>
                </c:pt>
                <c:pt idx="544">
                  <c:v>194.10080874540105</c:v>
                </c:pt>
                <c:pt idx="545">
                  <c:v>194.41802671751429</c:v>
                </c:pt>
                <c:pt idx="546">
                  <c:v>193.7173016999196</c:v>
                </c:pt>
                <c:pt idx="547">
                  <c:v>194.41232623474306</c:v>
                </c:pt>
                <c:pt idx="548">
                  <c:v>194.05339820490201</c:v>
                </c:pt>
                <c:pt idx="549">
                  <c:v>193.81329417030648</c:v>
                </c:pt>
                <c:pt idx="550">
                  <c:v>194.97821060273006</c:v>
                </c:pt>
                <c:pt idx="551">
                  <c:v>196.60452541098445</c:v>
                </c:pt>
                <c:pt idx="552">
                  <c:v>196.26154926502338</c:v>
                </c:pt>
                <c:pt idx="553">
                  <c:v>198.03411522573197</c:v>
                </c:pt>
                <c:pt idx="554">
                  <c:v>199.06616009820689</c:v>
                </c:pt>
                <c:pt idx="555">
                  <c:v>199.62936092781285</c:v>
                </c:pt>
                <c:pt idx="556">
                  <c:v>202.61804820470155</c:v>
                </c:pt>
                <c:pt idx="557">
                  <c:v>198.87363348654767</c:v>
                </c:pt>
                <c:pt idx="558">
                  <c:v>201.51567255810892</c:v>
                </c:pt>
                <c:pt idx="559">
                  <c:v>200.66817813728966</c:v>
                </c:pt>
                <c:pt idx="560">
                  <c:v>201.28599818354644</c:v>
                </c:pt>
                <c:pt idx="561">
                  <c:v>201.93160126451633</c:v>
                </c:pt>
                <c:pt idx="562">
                  <c:v>203.7200024412596</c:v>
                </c:pt>
                <c:pt idx="563">
                  <c:v>203.66794527157373</c:v>
                </c:pt>
                <c:pt idx="564">
                  <c:v>204.81008614175681</c:v>
                </c:pt>
                <c:pt idx="565">
                  <c:v>204.51831599428556</c:v>
                </c:pt>
                <c:pt idx="566">
                  <c:v>204.10999810933635</c:v>
                </c:pt>
                <c:pt idx="567">
                  <c:v>201.04699633492464</c:v>
                </c:pt>
                <c:pt idx="568">
                  <c:v>199.78095038218726</c:v>
                </c:pt>
                <c:pt idx="569">
                  <c:v>199.83249140710993</c:v>
                </c:pt>
                <c:pt idx="570">
                  <c:v>199.48005084401163</c:v>
                </c:pt>
                <c:pt idx="571">
                  <c:v>197.65615352720351</c:v>
                </c:pt>
                <c:pt idx="572">
                  <c:v>196.5856882191388</c:v>
                </c:pt>
                <c:pt idx="573">
                  <c:v>195.63492381427588</c:v>
                </c:pt>
                <c:pt idx="574">
                  <c:v>193.95705652201565</c:v>
                </c:pt>
                <c:pt idx="575">
                  <c:v>197.02603929126516</c:v>
                </c:pt>
                <c:pt idx="576">
                  <c:v>196.70642647399166</c:v>
                </c:pt>
                <c:pt idx="577">
                  <c:v>196.79884774580327</c:v>
                </c:pt>
                <c:pt idx="578">
                  <c:v>199.48365603778259</c:v>
                </c:pt>
                <c:pt idx="579">
                  <c:v>199.54184019094691</c:v>
                </c:pt>
                <c:pt idx="580">
                  <c:v>201.58750912771617</c:v>
                </c:pt>
                <c:pt idx="581">
                  <c:v>203.55978966846385</c:v>
                </c:pt>
                <c:pt idx="582">
                  <c:v>202.47238573373869</c:v>
                </c:pt>
                <c:pt idx="583">
                  <c:v>203.95843948371203</c:v>
                </c:pt>
                <c:pt idx="584">
                  <c:v>203.11230851137498</c:v>
                </c:pt>
                <c:pt idx="585">
                  <c:v>206.88086494448783</c:v>
                </c:pt>
                <c:pt idx="586">
                  <c:v>205.07050729610131</c:v>
                </c:pt>
                <c:pt idx="587">
                  <c:v>205.1625683570098</c:v>
                </c:pt>
                <c:pt idx="588">
                  <c:v>204.44309115573677</c:v>
                </c:pt>
                <c:pt idx="589">
                  <c:v>206.41773671544539</c:v>
                </c:pt>
                <c:pt idx="590">
                  <c:v>208.32199242512681</c:v>
                </c:pt>
                <c:pt idx="591">
                  <c:v>209.34835346699646</c:v>
                </c:pt>
                <c:pt idx="592">
                  <c:v>218.89136570461162</c:v>
                </c:pt>
                <c:pt idx="593">
                  <c:v>221.59674991129245</c:v>
                </c:pt>
                <c:pt idx="594">
                  <c:v>223.78418017304091</c:v>
                </c:pt>
                <c:pt idx="595">
                  <c:v>226.94113753726063</c:v>
                </c:pt>
                <c:pt idx="596">
                  <c:v>228.77323561477442</c:v>
                </c:pt>
                <c:pt idx="597">
                  <c:v>218.79609896806269</c:v>
                </c:pt>
                <c:pt idx="598">
                  <c:v>222.46666653423236</c:v>
                </c:pt>
                <c:pt idx="599">
                  <c:v>224.16775783126849</c:v>
                </c:pt>
                <c:pt idx="600">
                  <c:v>226.51490475386942</c:v>
                </c:pt>
                <c:pt idx="601">
                  <c:v>225.68119757691474</c:v>
                </c:pt>
                <c:pt idx="602">
                  <c:v>226.21423271065262</c:v>
                </c:pt>
                <c:pt idx="603">
                  <c:v>226.92649656649456</c:v>
                </c:pt>
                <c:pt idx="604">
                  <c:v>228.52313502395492</c:v>
                </c:pt>
                <c:pt idx="605">
                  <c:v>230.30655377416107</c:v>
                </c:pt>
                <c:pt idx="606">
                  <c:v>229.27735167309737</c:v>
                </c:pt>
                <c:pt idx="607">
                  <c:v>229.61404702593356</c:v>
                </c:pt>
                <c:pt idx="608">
                  <c:v>232.14930802251081</c:v>
                </c:pt>
                <c:pt idx="609">
                  <c:v>233.04448117130292</c:v>
                </c:pt>
                <c:pt idx="610">
                  <c:v>233.52389024456767</c:v>
                </c:pt>
                <c:pt idx="611">
                  <c:v>235.32945661771441</c:v>
                </c:pt>
                <c:pt idx="612">
                  <c:v>239.61084734310688</c:v>
                </c:pt>
                <c:pt idx="613">
                  <c:v>229.27945928588915</c:v>
                </c:pt>
                <c:pt idx="614">
                  <c:v>226.56155623052757</c:v>
                </c:pt>
                <c:pt idx="615">
                  <c:v>228.45750011663225</c:v>
                </c:pt>
                <c:pt idx="616">
                  <c:v>226.98131912377335</c:v>
                </c:pt>
                <c:pt idx="617">
                  <c:v>225.99395973026549</c:v>
                </c:pt>
                <c:pt idx="618">
                  <c:v>224.04404028333985</c:v>
                </c:pt>
                <c:pt idx="619">
                  <c:v>230.51689442415608</c:v>
                </c:pt>
                <c:pt idx="620">
                  <c:v>229.22826498156439</c:v>
                </c:pt>
                <c:pt idx="621">
                  <c:v>231.86762402866759</c:v>
                </c:pt>
                <c:pt idx="622">
                  <c:v>231.96632308294465</c:v>
                </c:pt>
                <c:pt idx="623">
                  <c:v>231.19548335226949</c:v>
                </c:pt>
                <c:pt idx="624">
                  <c:v>230.04854936153345</c:v>
                </c:pt>
                <c:pt idx="625">
                  <c:v>224.99017238165186</c:v>
                </c:pt>
                <c:pt idx="626">
                  <c:v>229.26125915584029</c:v>
                </c:pt>
                <c:pt idx="627">
                  <c:v>224.20834999358038</c:v>
                </c:pt>
                <c:pt idx="628">
                  <c:v>223.17716193037128</c:v>
                </c:pt>
                <c:pt idx="629">
                  <c:v>219.98796618490738</c:v>
                </c:pt>
                <c:pt idx="630">
                  <c:v>222.98975245948762</c:v>
                </c:pt>
                <c:pt idx="631">
                  <c:v>221.79668278097057</c:v>
                </c:pt>
                <c:pt idx="632">
                  <c:v>225.00088385079064</c:v>
                </c:pt>
                <c:pt idx="633">
                  <c:v>228.96647030098063</c:v>
                </c:pt>
                <c:pt idx="634">
                  <c:v>230.63634770632356</c:v>
                </c:pt>
                <c:pt idx="635">
                  <c:v>233.97964147147721</c:v>
                </c:pt>
                <c:pt idx="636">
                  <c:v>234.72566965355554</c:v>
                </c:pt>
                <c:pt idx="637">
                  <c:v>238.11906227451612</c:v>
                </c:pt>
                <c:pt idx="638">
                  <c:v>238.28783123402445</c:v>
                </c:pt>
                <c:pt idx="639">
                  <c:v>239.41585203255414</c:v>
                </c:pt>
                <c:pt idx="640">
                  <c:v>240.4598842946757</c:v>
                </c:pt>
                <c:pt idx="641">
                  <c:v>241.03696656199617</c:v>
                </c:pt>
                <c:pt idx="642">
                  <c:v>241.00548299083869</c:v>
                </c:pt>
                <c:pt idx="643">
                  <c:v>241.66577379633816</c:v>
                </c:pt>
                <c:pt idx="644">
                  <c:v>241.69199501861036</c:v>
                </c:pt>
                <c:pt idx="645">
                  <c:v>243.19822299878302</c:v>
                </c:pt>
                <c:pt idx="646">
                  <c:v>238.14966434235762</c:v>
                </c:pt>
                <c:pt idx="647">
                  <c:v>237.79955131320361</c:v>
                </c:pt>
                <c:pt idx="648">
                  <c:v>235.68975388706167</c:v>
                </c:pt>
                <c:pt idx="649">
                  <c:v>237.5871841137259</c:v>
                </c:pt>
                <c:pt idx="650">
                  <c:v>242.57893704890236</c:v>
                </c:pt>
                <c:pt idx="651">
                  <c:v>241.82947159639559</c:v>
                </c:pt>
                <c:pt idx="652">
                  <c:v>242.87133625738437</c:v>
                </c:pt>
                <c:pt idx="653">
                  <c:v>247.16256303581889</c:v>
                </c:pt>
                <c:pt idx="654">
                  <c:v>247.20460118212407</c:v>
                </c:pt>
                <c:pt idx="655">
                  <c:v>248.24099880752163</c:v>
                </c:pt>
                <c:pt idx="656">
                  <c:v>239.47979314593195</c:v>
                </c:pt>
                <c:pt idx="657">
                  <c:v>238.78870240001828</c:v>
                </c:pt>
                <c:pt idx="658">
                  <c:v>246.78687451347639</c:v>
                </c:pt>
                <c:pt idx="659">
                  <c:v>247.92756674236372</c:v>
                </c:pt>
                <c:pt idx="660">
                  <c:v>247.29750663713298</c:v>
                </c:pt>
                <c:pt idx="661">
                  <c:v>241.87807747583983</c:v>
                </c:pt>
                <c:pt idx="662">
                  <c:v>241.84248009476539</c:v>
                </c:pt>
                <c:pt idx="663">
                  <c:v>240.35762960101985</c:v>
                </c:pt>
                <c:pt idx="664">
                  <c:v>244.76734274178182</c:v>
                </c:pt>
                <c:pt idx="665">
                  <c:v>245.9705708600662</c:v>
                </c:pt>
                <c:pt idx="666">
                  <c:v>245.14332837724754</c:v>
                </c:pt>
                <c:pt idx="667">
                  <c:v>244.82522590857468</c:v>
                </c:pt>
                <c:pt idx="668">
                  <c:v>246.67370719925927</c:v>
                </c:pt>
                <c:pt idx="669">
                  <c:v>247.7945849112682</c:v>
                </c:pt>
                <c:pt idx="670">
                  <c:v>249.53327040563528</c:v>
                </c:pt>
                <c:pt idx="671">
                  <c:v>252.19880621725579</c:v>
                </c:pt>
                <c:pt idx="672">
                  <c:v>252.81530051474721</c:v>
                </c:pt>
                <c:pt idx="673">
                  <c:v>248.86286401604599</c:v>
                </c:pt>
                <c:pt idx="674">
                  <c:v>248.85332294330377</c:v>
                </c:pt>
                <c:pt idx="675">
                  <c:v>249.06209578177311</c:v>
                </c:pt>
                <c:pt idx="676">
                  <c:v>245.34331754439015</c:v>
                </c:pt>
                <c:pt idx="677">
                  <c:v>250.7981033934357</c:v>
                </c:pt>
                <c:pt idx="678">
                  <c:v>250.82917045450009</c:v>
                </c:pt>
                <c:pt idx="679">
                  <c:v>250.29071179696263</c:v>
                </c:pt>
                <c:pt idx="680">
                  <c:v>248.9512108901545</c:v>
                </c:pt>
                <c:pt idx="681">
                  <c:v>253.98969094991779</c:v>
                </c:pt>
                <c:pt idx="682">
                  <c:v>256.26067050608413</c:v>
                </c:pt>
                <c:pt idx="683">
                  <c:v>256.38591251847112</c:v>
                </c:pt>
                <c:pt idx="684">
                  <c:v>253.55244157218692</c:v>
                </c:pt>
                <c:pt idx="685">
                  <c:v>249.34173998973714</c:v>
                </c:pt>
                <c:pt idx="686">
                  <c:v>248.02880031979052</c:v>
                </c:pt>
                <c:pt idx="687">
                  <c:v>243.07904739605937</c:v>
                </c:pt>
                <c:pt idx="688">
                  <c:v>245.2162902836906</c:v>
                </c:pt>
                <c:pt idx="689">
                  <c:v>248.92164383588869</c:v>
                </c:pt>
                <c:pt idx="690">
                  <c:v>248.5873990247585</c:v>
                </c:pt>
                <c:pt idx="691">
                  <c:v>251.1348294099939</c:v>
                </c:pt>
                <c:pt idx="692">
                  <c:v>251.21695373372867</c:v>
                </c:pt>
                <c:pt idx="693">
                  <c:v>252.08233306717</c:v>
                </c:pt>
                <c:pt idx="694">
                  <c:v>251.666018983306</c:v>
                </c:pt>
                <c:pt idx="695">
                  <c:v>253.41316230909166</c:v>
                </c:pt>
                <c:pt idx="696">
                  <c:v>253.73046585612946</c:v>
                </c:pt>
                <c:pt idx="697">
                  <c:v>256.07956493813975</c:v>
                </c:pt>
                <c:pt idx="698">
                  <c:v>257.55200045272443</c:v>
                </c:pt>
                <c:pt idx="699">
                  <c:v>259.03108337223824</c:v>
                </c:pt>
                <c:pt idx="700">
                  <c:v>258.5040740117368</c:v>
                </c:pt>
                <c:pt idx="701">
                  <c:v>260.81823880073097</c:v>
                </c:pt>
                <c:pt idx="702">
                  <c:v>264.72651347960181</c:v>
                </c:pt>
                <c:pt idx="703">
                  <c:v>264.86242734001723</c:v>
                </c:pt>
                <c:pt idx="704">
                  <c:v>264.76174912859921</c:v>
                </c:pt>
                <c:pt idx="705">
                  <c:v>261.84796186775412</c:v>
                </c:pt>
                <c:pt idx="706">
                  <c:v>262.28509841226389</c:v>
                </c:pt>
                <c:pt idx="707">
                  <c:v>262.33059564316073</c:v>
                </c:pt>
                <c:pt idx="708">
                  <c:v>264.17019507732937</c:v>
                </c:pt>
                <c:pt idx="709">
                  <c:v>260.71028133994366</c:v>
                </c:pt>
                <c:pt idx="710">
                  <c:v>262.14328096808072</c:v>
                </c:pt>
                <c:pt idx="711">
                  <c:v>270.36979552369587</c:v>
                </c:pt>
                <c:pt idx="712">
                  <c:v>273.72443842614723</c:v>
                </c:pt>
                <c:pt idx="713">
                  <c:v>277.33225685794315</c:v>
                </c:pt>
                <c:pt idx="714">
                  <c:v>275.51021058230833</c:v>
                </c:pt>
                <c:pt idx="715">
                  <c:v>276.15619588909522</c:v>
                </c:pt>
                <c:pt idx="716">
                  <c:v>281.1388110716959</c:v>
                </c:pt>
                <c:pt idx="717">
                  <c:v>283.29046985484371</c:v>
                </c:pt>
                <c:pt idx="718">
                  <c:v>284.61944128141425</c:v>
                </c:pt>
                <c:pt idx="719">
                  <c:v>284.86506788660495</c:v>
                </c:pt>
                <c:pt idx="720">
                  <c:v>281.85931485227417</c:v>
                </c:pt>
                <c:pt idx="721">
                  <c:v>285.09699507591648</c:v>
                </c:pt>
                <c:pt idx="722">
                  <c:v>283.57664022742784</c:v>
                </c:pt>
                <c:pt idx="723">
                  <c:v>282.01629401883974</c:v>
                </c:pt>
                <c:pt idx="724">
                  <c:v>278.44252731963689</c:v>
                </c:pt>
                <c:pt idx="725">
                  <c:v>282.21111553674814</c:v>
                </c:pt>
                <c:pt idx="726">
                  <c:v>281.04137067173963</c:v>
                </c:pt>
                <c:pt idx="727">
                  <c:v>282.70393585211247</c:v>
                </c:pt>
                <c:pt idx="728">
                  <c:v>286.74517481029898</c:v>
                </c:pt>
                <c:pt idx="729">
                  <c:v>287.30500945277566</c:v>
                </c:pt>
                <c:pt idx="730">
                  <c:v>288.53540021584735</c:v>
                </c:pt>
                <c:pt idx="731">
                  <c:v>286.74889038084979</c:v>
                </c:pt>
                <c:pt idx="732">
                  <c:v>285.02306109078125</c:v>
                </c:pt>
                <c:pt idx="733">
                  <c:v>274.73118544069712</c:v>
                </c:pt>
                <c:pt idx="734">
                  <c:v>278.17645422761603</c:v>
                </c:pt>
                <c:pt idx="735">
                  <c:v>276.1695172105143</c:v>
                </c:pt>
                <c:pt idx="736">
                  <c:v>269.00691345574091</c:v>
                </c:pt>
                <c:pt idx="737">
                  <c:v>269.36157290477325</c:v>
                </c:pt>
                <c:pt idx="738">
                  <c:v>270.18575306232628</c:v>
                </c:pt>
                <c:pt idx="739">
                  <c:v>271.99591592364862</c:v>
                </c:pt>
                <c:pt idx="740">
                  <c:v>272.16638000059129</c:v>
                </c:pt>
                <c:pt idx="741">
                  <c:v>276.42809929720653</c:v>
                </c:pt>
                <c:pt idx="742">
                  <c:v>273.70361945390107</c:v>
                </c:pt>
                <c:pt idx="743">
                  <c:v>272.68549052051162</c:v>
                </c:pt>
                <c:pt idx="744">
                  <c:v>272.59286666621034</c:v>
                </c:pt>
                <c:pt idx="745">
                  <c:v>276.55715265786125</c:v>
                </c:pt>
                <c:pt idx="746">
                  <c:v>281.40427757156692</c:v>
                </c:pt>
                <c:pt idx="747">
                  <c:v>279.06350333630212</c:v>
                </c:pt>
                <c:pt idx="748">
                  <c:v>279.84973833279537</c:v>
                </c:pt>
                <c:pt idx="749">
                  <c:v>279.16626021195742</c:v>
                </c:pt>
                <c:pt idx="750">
                  <c:v>278.80410416165449</c:v>
                </c:pt>
                <c:pt idx="751">
                  <c:v>275.44618435199033</c:v>
                </c:pt>
                <c:pt idx="752">
                  <c:v>275.65677936768981</c:v>
                </c:pt>
                <c:pt idx="753">
                  <c:v>276.06273230231335</c:v>
                </c:pt>
                <c:pt idx="754">
                  <c:v>272.55724609118363</c:v>
                </c:pt>
                <c:pt idx="755">
                  <c:v>278.71308334351858</c:v>
                </c:pt>
                <c:pt idx="756">
                  <c:v>284.60854341268441</c:v>
                </c:pt>
                <c:pt idx="757">
                  <c:v>286.53486033841511</c:v>
                </c:pt>
                <c:pt idx="758">
                  <c:v>289.03322624902063</c:v>
                </c:pt>
                <c:pt idx="759">
                  <c:v>291.35891136006688</c:v>
                </c:pt>
                <c:pt idx="760">
                  <c:v>290.24923226728322</c:v>
                </c:pt>
                <c:pt idx="761">
                  <c:v>290.41225722543885</c:v>
                </c:pt>
                <c:pt idx="762">
                  <c:v>291.40171594798221</c:v>
                </c:pt>
                <c:pt idx="763">
                  <c:v>293.16724233541163</c:v>
                </c:pt>
                <c:pt idx="764">
                  <c:v>291.21152692536981</c:v>
                </c:pt>
                <c:pt idx="765">
                  <c:v>297.00068341438293</c:v>
                </c:pt>
                <c:pt idx="766">
                  <c:v>297.2750118260123</c:v>
                </c:pt>
                <c:pt idx="767">
                  <c:v>298.31668248546384</c:v>
                </c:pt>
                <c:pt idx="768">
                  <c:v>298.79570263415462</c:v>
                </c:pt>
                <c:pt idx="769">
                  <c:v>301.43249549858552</c:v>
                </c:pt>
                <c:pt idx="770">
                  <c:v>297.47827344691399</c:v>
                </c:pt>
                <c:pt idx="771">
                  <c:v>294.29386003640661</c:v>
                </c:pt>
                <c:pt idx="772">
                  <c:v>298.37652276434682</c:v>
                </c:pt>
                <c:pt idx="773">
                  <c:v>295.99676417801737</c:v>
                </c:pt>
                <c:pt idx="774">
                  <c:v>292.22930640037464</c:v>
                </c:pt>
                <c:pt idx="775">
                  <c:v>295.03400374015069</c:v>
                </c:pt>
                <c:pt idx="776">
                  <c:v>292.70975134437992</c:v>
                </c:pt>
                <c:pt idx="777">
                  <c:v>282.04815825902938</c:v>
                </c:pt>
                <c:pt idx="778">
                  <c:v>269.2341165966871</c:v>
                </c:pt>
                <c:pt idx="779">
                  <c:v>281.7544199136363</c:v>
                </c:pt>
                <c:pt idx="780">
                  <c:v>278.64823432157726</c:v>
                </c:pt>
                <c:pt idx="781">
                  <c:v>268.16509629786322</c:v>
                </c:pt>
                <c:pt idx="782">
                  <c:v>275.53766471123527</c:v>
                </c:pt>
                <c:pt idx="783">
                  <c:v>281.51919698603245</c:v>
                </c:pt>
                <c:pt idx="784">
                  <c:v>284.94096811783214</c:v>
                </c:pt>
                <c:pt idx="785">
                  <c:v>291.88100665838374</c:v>
                </c:pt>
                <c:pt idx="786">
                  <c:v>299.87936761991347</c:v>
                </c:pt>
                <c:pt idx="787">
                  <c:v>298.6014745728894</c:v>
                </c:pt>
                <c:pt idx="788">
                  <c:v>300.23320354830622</c:v>
                </c:pt>
                <c:pt idx="789">
                  <c:v>296.21540739996578</c:v>
                </c:pt>
                <c:pt idx="790">
                  <c:v>297.53903266730521</c:v>
                </c:pt>
                <c:pt idx="791">
                  <c:v>303.24787878364748</c:v>
                </c:pt>
                <c:pt idx="792">
                  <c:v>307.98251767907112</c:v>
                </c:pt>
                <c:pt idx="793">
                  <c:v>306.78984171222646</c:v>
                </c:pt>
                <c:pt idx="794">
                  <c:v>304.68864511206402</c:v>
                </c:pt>
                <c:pt idx="795">
                  <c:v>297.68949636106572</c:v>
                </c:pt>
                <c:pt idx="796">
                  <c:v>301.11396818578561</c:v>
                </c:pt>
                <c:pt idx="797">
                  <c:v>302.40658350386747</c:v>
                </c:pt>
                <c:pt idx="798">
                  <c:v>305.18810974575291</c:v>
                </c:pt>
                <c:pt idx="799">
                  <c:v>304.04544857780746</c:v>
                </c:pt>
                <c:pt idx="800">
                  <c:v>305.80195172215014</c:v>
                </c:pt>
                <c:pt idx="801">
                  <c:v>311.14231362937335</c:v>
                </c:pt>
                <c:pt idx="802">
                  <c:v>315.3358096807309</c:v>
                </c:pt>
                <c:pt idx="803">
                  <c:v>312.32312047043075</c:v>
                </c:pt>
                <c:pt idx="804">
                  <c:v>311.16649613540466</c:v>
                </c:pt>
                <c:pt idx="805">
                  <c:v>311.79040671043936</c:v>
                </c:pt>
                <c:pt idx="806">
                  <c:v>311.34749995495798</c:v>
                </c:pt>
                <c:pt idx="807">
                  <c:v>304.71987763022111</c:v>
                </c:pt>
                <c:pt idx="808">
                  <c:v>306.57081568788209</c:v>
                </c:pt>
                <c:pt idx="809">
                  <c:v>303.22792704360154</c:v>
                </c:pt>
                <c:pt idx="810">
                  <c:v>296.83363966132873</c:v>
                </c:pt>
                <c:pt idx="811">
                  <c:v>288.15577501763767</c:v>
                </c:pt>
                <c:pt idx="812">
                  <c:v>301.57192307067817</c:v>
                </c:pt>
                <c:pt idx="813">
                  <c:v>288.77792731241522</c:v>
                </c:pt>
                <c:pt idx="814">
                  <c:v>284.59433538677189</c:v>
                </c:pt>
                <c:pt idx="815">
                  <c:v>290.52963448301239</c:v>
                </c:pt>
                <c:pt idx="816">
                  <c:v>283.42683239996535</c:v>
                </c:pt>
                <c:pt idx="817">
                  <c:v>287.41931859572611</c:v>
                </c:pt>
                <c:pt idx="818">
                  <c:v>291.64993277304717</c:v>
                </c:pt>
                <c:pt idx="819">
                  <c:v>290.51978907063506</c:v>
                </c:pt>
                <c:pt idx="820">
                  <c:v>282.45508870962044</c:v>
                </c:pt>
                <c:pt idx="821">
                  <c:v>284.66780213828366</c:v>
                </c:pt>
                <c:pt idx="822">
                  <c:v>293.8352917013915</c:v>
                </c:pt>
                <c:pt idx="823">
                  <c:v>292.31510209565079</c:v>
                </c:pt>
                <c:pt idx="824">
                  <c:v>297.97313014715752</c:v>
                </c:pt>
                <c:pt idx="825">
                  <c:v>297.31291736917359</c:v>
                </c:pt>
                <c:pt idx="826">
                  <c:v>298.64316553247693</c:v>
                </c:pt>
                <c:pt idx="827">
                  <c:v>304.34485578738577</c:v>
                </c:pt>
                <c:pt idx="828">
                  <c:v>303.50991615159734</c:v>
                </c:pt>
                <c:pt idx="829">
                  <c:v>295.27910445785261</c:v>
                </c:pt>
                <c:pt idx="830">
                  <c:v>288.48053755101711</c:v>
                </c:pt>
                <c:pt idx="831">
                  <c:v>286.05260330226912</c:v>
                </c:pt>
                <c:pt idx="832">
                  <c:v>281.784625387978</c:v>
                </c:pt>
                <c:pt idx="833">
                  <c:v>280.76181388540567</c:v>
                </c:pt>
                <c:pt idx="834">
                  <c:v>286.15616999576775</c:v>
                </c:pt>
                <c:pt idx="835">
                  <c:v>284.7347114579693</c:v>
                </c:pt>
                <c:pt idx="836">
                  <c:v>285.61771827647715</c:v>
                </c:pt>
                <c:pt idx="837">
                  <c:v>290.6401585671224</c:v>
                </c:pt>
                <c:pt idx="838">
                  <c:v>295.41878529100353</c:v>
                </c:pt>
                <c:pt idx="839">
                  <c:v>298.13453689065375</c:v>
                </c:pt>
                <c:pt idx="840">
                  <c:v>307.32619664810028</c:v>
                </c:pt>
                <c:pt idx="841">
                  <c:v>312.5201712664965</c:v>
                </c:pt>
                <c:pt idx="842">
                  <c:v>313.93824479409614</c:v>
                </c:pt>
                <c:pt idx="843">
                  <c:v>318.10481240554856</c:v>
                </c:pt>
                <c:pt idx="844">
                  <c:v>322.95715821676265</c:v>
                </c:pt>
                <c:pt idx="845">
                  <c:v>319.39204739519022</c:v>
                </c:pt>
                <c:pt idx="846">
                  <c:v>319.84165232283141</c:v>
                </c:pt>
                <c:pt idx="847">
                  <c:v>315.11472458957633</c:v>
                </c:pt>
                <c:pt idx="848">
                  <c:v>317.36659831894571</c:v>
                </c:pt>
                <c:pt idx="849">
                  <c:v>315.50993625197924</c:v>
                </c:pt>
                <c:pt idx="850">
                  <c:v>313.33148863217031</c:v>
                </c:pt>
                <c:pt idx="851">
                  <c:v>315.21599748194831</c:v>
                </c:pt>
                <c:pt idx="852">
                  <c:v>314.85890105382884</c:v>
                </c:pt>
                <c:pt idx="853">
                  <c:v>318.12530581565034</c:v>
                </c:pt>
                <c:pt idx="854">
                  <c:v>318.39975479632943</c:v>
                </c:pt>
                <c:pt idx="855">
                  <c:v>319.51976574845622</c:v>
                </c:pt>
                <c:pt idx="856">
                  <c:v>318.58450527928875</c:v>
                </c:pt>
                <c:pt idx="857">
                  <c:v>320.22294412601434</c:v>
                </c:pt>
                <c:pt idx="858">
                  <c:v>318.30693747711712</c:v>
                </c:pt>
                <c:pt idx="859">
                  <c:v>324.66059130850283</c:v>
                </c:pt>
                <c:pt idx="860">
                  <c:v>328.82731313543167</c:v>
                </c:pt>
                <c:pt idx="861">
                  <c:v>330.27779471329876</c:v>
                </c:pt>
                <c:pt idx="862">
                  <c:v>331.69219625041876</c:v>
                </c:pt>
                <c:pt idx="863">
                  <c:v>329.28013931609274</c:v>
                </c:pt>
                <c:pt idx="864">
                  <c:v>328.04278583597517</c:v>
                </c:pt>
                <c:pt idx="865">
                  <c:v>327.13002686722501</c:v>
                </c:pt>
                <c:pt idx="866">
                  <c:v>328.95176788865342</c:v>
                </c:pt>
                <c:pt idx="867">
                  <c:v>327.59923224312217</c:v>
                </c:pt>
                <c:pt idx="868">
                  <c:v>328.70631788001839</c:v>
                </c:pt>
                <c:pt idx="869">
                  <c:v>326.02059400740507</c:v>
                </c:pt>
                <c:pt idx="870">
                  <c:v>325.94930584597836</c:v>
                </c:pt>
                <c:pt idx="871">
                  <c:v>321.53739585245137</c:v>
                </c:pt>
                <c:pt idx="872">
                  <c:v>322.18210090887936</c:v>
                </c:pt>
                <c:pt idx="873">
                  <c:v>319.20470457901109</c:v>
                </c:pt>
                <c:pt idx="874">
                  <c:v>316.40767167556118</c:v>
                </c:pt>
                <c:pt idx="875">
                  <c:v>308.11704173823784</c:v>
                </c:pt>
                <c:pt idx="876">
                  <c:v>311.6494123498465</c:v>
                </c:pt>
                <c:pt idx="877">
                  <c:v>307.64541381422652</c:v>
                </c:pt>
                <c:pt idx="878">
                  <c:v>311.23429870700085</c:v>
                </c:pt>
                <c:pt idx="879">
                  <c:v>309.51079139989554</c:v>
                </c:pt>
                <c:pt idx="880">
                  <c:v>313.76364222097004</c:v>
                </c:pt>
                <c:pt idx="881">
                  <c:v>308.01296013542174</c:v>
                </c:pt>
                <c:pt idx="882">
                  <c:v>312.35119778867806</c:v>
                </c:pt>
                <c:pt idx="883">
                  <c:v>317.04109431211884</c:v>
                </c:pt>
                <c:pt idx="884">
                  <c:v>320.51832936155944</c:v>
                </c:pt>
                <c:pt idx="885">
                  <c:v>322.22678821033105</c:v>
                </c:pt>
                <c:pt idx="886">
                  <c:v>317.2783275075285</c:v>
                </c:pt>
                <c:pt idx="887">
                  <c:v>321.13180203771077</c:v>
                </c:pt>
                <c:pt idx="888">
                  <c:v>320.20217860058619</c:v>
                </c:pt>
                <c:pt idx="889">
                  <c:v>319.77840489984254</c:v>
                </c:pt>
                <c:pt idx="890">
                  <c:v>323.05561807452386</c:v>
                </c:pt>
                <c:pt idx="891">
                  <c:v>321.64496092046664</c:v>
                </c:pt>
                <c:pt idx="892">
                  <c:v>322.36100505403078</c:v>
                </c:pt>
                <c:pt idx="893">
                  <c:v>321.54542125358699</c:v>
                </c:pt>
                <c:pt idx="894">
                  <c:v>321.64696156251068</c:v>
                </c:pt>
                <c:pt idx="895">
                  <c:v>322.13096148012352</c:v>
                </c:pt>
                <c:pt idx="896">
                  <c:v>325.95758631823458</c:v>
                </c:pt>
                <c:pt idx="897">
                  <c:v>327.4757986565927</c:v>
                </c:pt>
                <c:pt idx="898">
                  <c:v>323.86102509908721</c:v>
                </c:pt>
                <c:pt idx="899">
                  <c:v>319.63748267793096</c:v>
                </c:pt>
                <c:pt idx="900">
                  <c:v>319.99432238946071</c:v>
                </c:pt>
                <c:pt idx="901">
                  <c:v>328.8729858917344</c:v>
                </c:pt>
                <c:pt idx="902">
                  <c:v>335.90335013861505</c:v>
                </c:pt>
                <c:pt idx="903">
                  <c:v>337.15300915962655</c:v>
                </c:pt>
                <c:pt idx="904">
                  <c:v>339.25982217050114</c:v>
                </c:pt>
                <c:pt idx="905">
                  <c:v>339.16837420547199</c:v>
                </c:pt>
                <c:pt idx="906">
                  <c:v>340.21886918035528</c:v>
                </c:pt>
                <c:pt idx="907">
                  <c:v>340.05602576356608</c:v>
                </c:pt>
                <c:pt idx="908">
                  <c:v>337.50520680186719</c:v>
                </c:pt>
                <c:pt idx="909">
                  <c:v>338.934662499919</c:v>
                </c:pt>
                <c:pt idx="910">
                  <c:v>341.54175967566925</c:v>
                </c:pt>
                <c:pt idx="911">
                  <c:v>339.52419519100278</c:v>
                </c:pt>
                <c:pt idx="912">
                  <c:v>341.86878589429904</c:v>
                </c:pt>
                <c:pt idx="913">
                  <c:v>340.78512195268519</c:v>
                </c:pt>
                <c:pt idx="914">
                  <c:v>340.47865559055049</c:v>
                </c:pt>
                <c:pt idx="915">
                  <c:v>342.65698250791729</c:v>
                </c:pt>
                <c:pt idx="916">
                  <c:v>346.28227700544085</c:v>
                </c:pt>
                <c:pt idx="917">
                  <c:v>348.29642637367135</c:v>
                </c:pt>
                <c:pt idx="918">
                  <c:v>351.85959404535129</c:v>
                </c:pt>
                <c:pt idx="919">
                  <c:v>355.98257713834045</c:v>
                </c:pt>
                <c:pt idx="920">
                  <c:v>356.92332083071153</c:v>
                </c:pt>
                <c:pt idx="921">
                  <c:v>361.32117548179576</c:v>
                </c:pt>
                <c:pt idx="922">
                  <c:v>362.63558314691375</c:v>
                </c:pt>
                <c:pt idx="923">
                  <c:v>366.12274204800974</c:v>
                </c:pt>
                <c:pt idx="924">
                  <c:v>368.11914280496438</c:v>
                </c:pt>
                <c:pt idx="925">
                  <c:v>363.85252648783762</c:v>
                </c:pt>
                <c:pt idx="926">
                  <c:v>356.59762787384744</c:v>
                </c:pt>
                <c:pt idx="927">
                  <c:v>355.46180367268823</c:v>
                </c:pt>
                <c:pt idx="928">
                  <c:v>355.60577749698632</c:v>
                </c:pt>
                <c:pt idx="929">
                  <c:v>358.75474641867481</c:v>
                </c:pt>
                <c:pt idx="930">
                  <c:v>354.71487627776401</c:v>
                </c:pt>
                <c:pt idx="931">
                  <c:v>360.80053143123797</c:v>
                </c:pt>
                <c:pt idx="932">
                  <c:v>361.57483315444449</c:v>
                </c:pt>
                <c:pt idx="933">
                  <c:v>355.30523864140798</c:v>
                </c:pt>
                <c:pt idx="934">
                  <c:v>355.67966672230727</c:v>
                </c:pt>
                <c:pt idx="935">
                  <c:v>355.66337798884371</c:v>
                </c:pt>
                <c:pt idx="936">
                  <c:v>356.38732115085003</c:v>
                </c:pt>
                <c:pt idx="937">
                  <c:v>354.00669419725045</c:v>
                </c:pt>
                <c:pt idx="938">
                  <c:v>357.68146090907237</c:v>
                </c:pt>
                <c:pt idx="939">
                  <c:v>359.3308515876476</c:v>
                </c:pt>
                <c:pt idx="940">
                  <c:v>356.90115717761751</c:v>
                </c:pt>
                <c:pt idx="941">
                  <c:v>361.0399449321211</c:v>
                </c:pt>
                <c:pt idx="942">
                  <c:v>366.2529145618559</c:v>
                </c:pt>
                <c:pt idx="943">
                  <c:v>370.71364030487416</c:v>
                </c:pt>
                <c:pt idx="944">
                  <c:v>370.62830947646688</c:v>
                </c:pt>
                <c:pt idx="945">
                  <c:v>372.60801568473005</c:v>
                </c:pt>
                <c:pt idx="946">
                  <c:v>365.3560507624274</c:v>
                </c:pt>
                <c:pt idx="947">
                  <c:v>358.50874298021489</c:v>
                </c:pt>
                <c:pt idx="948">
                  <c:v>355.56395754611214</c:v>
                </c:pt>
                <c:pt idx="949">
                  <c:v>357.91095212783773</c:v>
                </c:pt>
                <c:pt idx="950">
                  <c:v>339.0937839552488</c:v>
                </c:pt>
                <c:pt idx="951">
                  <c:v>332.85227264752012</c:v>
                </c:pt>
                <c:pt idx="952">
                  <c:v>345.14204288748886</c:v>
                </c:pt>
                <c:pt idx="953">
                  <c:v>336.58804254548585</c:v>
                </c:pt>
                <c:pt idx="954">
                  <c:v>346.62616563371171</c:v>
                </c:pt>
                <c:pt idx="955">
                  <c:v>344.43878413415416</c:v>
                </c:pt>
                <c:pt idx="956">
                  <c:v>337.46620060319009</c:v>
                </c:pt>
                <c:pt idx="957">
                  <c:v>335.36476964616617</c:v>
                </c:pt>
                <c:pt idx="958">
                  <c:v>337.5724775012161</c:v>
                </c:pt>
                <c:pt idx="959">
                  <c:v>334.70410084964323</c:v>
                </c:pt>
                <c:pt idx="960">
                  <c:v>316.34056266303662</c:v>
                </c:pt>
                <c:pt idx="961">
                  <c:v>324.94608719461633</c:v>
                </c:pt>
                <c:pt idx="962">
                  <c:v>316.27504879450538</c:v>
                </c:pt>
                <c:pt idx="963">
                  <c:v>306.57883822470114</c:v>
                </c:pt>
                <c:pt idx="964">
                  <c:v>316.52934449736824</c:v>
                </c:pt>
                <c:pt idx="965">
                  <c:v>325.82043104000422</c:v>
                </c:pt>
                <c:pt idx="966">
                  <c:v>333.30797344753148</c:v>
                </c:pt>
                <c:pt idx="967">
                  <c:v>321.15176509603737</c:v>
                </c:pt>
                <c:pt idx="968">
                  <c:v>315.5972962690725</c:v>
                </c:pt>
                <c:pt idx="969">
                  <c:v>317.98875915632425</c:v>
                </c:pt>
                <c:pt idx="970">
                  <c:v>326.09711511393255</c:v>
                </c:pt>
                <c:pt idx="971">
                  <c:v>322.04876163301526</c:v>
                </c:pt>
                <c:pt idx="972">
                  <c:v>317.42973828367946</c:v>
                </c:pt>
                <c:pt idx="973">
                  <c:v>300.02285462253678</c:v>
                </c:pt>
                <c:pt idx="974">
                  <c:v>302.94210668087266</c:v>
                </c:pt>
                <c:pt idx="975">
                  <c:v>297.67697638155551</c:v>
                </c:pt>
                <c:pt idx="976">
                  <c:v>306.25608775092888</c:v>
                </c:pt>
                <c:pt idx="977">
                  <c:v>293.16418617952075</c:v>
                </c:pt>
                <c:pt idx="978">
                  <c:v>275.80088082665742</c:v>
                </c:pt>
                <c:pt idx="979">
                  <c:v>270.47678922873507</c:v>
                </c:pt>
                <c:pt idx="980">
                  <c:v>268.70963371860802</c:v>
                </c:pt>
                <c:pt idx="981">
                  <c:v>265.62048833706626</c:v>
                </c:pt>
                <c:pt idx="982">
                  <c:v>272.51940336534551</c:v>
                </c:pt>
                <c:pt idx="983">
                  <c:v>273.0393061786491</c:v>
                </c:pt>
                <c:pt idx="984">
                  <c:v>282.93805475056064</c:v>
                </c:pt>
                <c:pt idx="985">
                  <c:v>280.22063897462493</c:v>
                </c:pt>
                <c:pt idx="986">
                  <c:v>283.12760840020201</c:v>
                </c:pt>
                <c:pt idx="987">
                  <c:v>292.85770412144922</c:v>
                </c:pt>
                <c:pt idx="988">
                  <c:v>277.28191886513639</c:v>
                </c:pt>
                <c:pt idx="989">
                  <c:v>276.2014944121081</c:v>
                </c:pt>
                <c:pt idx="990">
                  <c:v>263.92739987021201</c:v>
                </c:pt>
                <c:pt idx="991">
                  <c:v>267.830315514711</c:v>
                </c:pt>
                <c:pt idx="992">
                  <c:v>265.9873629669666</c:v>
                </c:pt>
                <c:pt idx="993">
                  <c:v>267.63589614881136</c:v>
                </c:pt>
                <c:pt idx="994">
                  <c:v>268.73726057735735</c:v>
                </c:pt>
                <c:pt idx="995">
                  <c:v>261.79690660408608</c:v>
                </c:pt>
                <c:pt idx="996">
                  <c:v>257.83438359097693</c:v>
                </c:pt>
                <c:pt idx="997">
                  <c:v>261.38034705846997</c:v>
                </c:pt>
                <c:pt idx="998">
                  <c:v>251.75385516040919</c:v>
                </c:pt>
                <c:pt idx="999">
                  <c:v>246.22727665141846</c:v>
                </c:pt>
                <c:pt idx="1000">
                  <c:v>237.43356830511445</c:v>
                </c:pt>
                <c:pt idx="1001">
                  <c:v>230.9615747991372</c:v>
                </c:pt>
                <c:pt idx="1002">
                  <c:v>245.26194432784169</c:v>
                </c:pt>
                <c:pt idx="1003">
                  <c:v>244.34411484556489</c:v>
                </c:pt>
                <c:pt idx="1004">
                  <c:v>245.64393338758535</c:v>
                </c:pt>
                <c:pt idx="1005">
                  <c:v>247.41416405074523</c:v>
                </c:pt>
                <c:pt idx="1006">
                  <c:v>249.1710097000219</c:v>
                </c:pt>
                <c:pt idx="1007">
                  <c:v>230.20540168216542</c:v>
                </c:pt>
                <c:pt idx="1008">
                  <c:v>241.67092380202899</c:v>
                </c:pt>
                <c:pt idx="1009">
                  <c:v>245.87578497851769</c:v>
                </c:pt>
                <c:pt idx="1010">
                  <c:v>246.52748610303922</c:v>
                </c:pt>
                <c:pt idx="1011">
                  <c:v>250.92777104790142</c:v>
                </c:pt>
                <c:pt idx="1012">
                  <c:v>252.56570087681547</c:v>
                </c:pt>
                <c:pt idx="1013">
                  <c:v>253.18688164537301</c:v>
                </c:pt>
                <c:pt idx="1014">
                  <c:v>251.29876479120773</c:v>
                </c:pt>
                <c:pt idx="1015">
                  <c:v>254.2636860994613</c:v>
                </c:pt>
                <c:pt idx="1016">
                  <c:v>254.82891460148406</c:v>
                </c:pt>
                <c:pt idx="1017">
                  <c:v>257.61909923004691</c:v>
                </c:pt>
                <c:pt idx="1018">
                  <c:v>262.36529739409292</c:v>
                </c:pt>
                <c:pt idx="1019">
                  <c:v>254.42418791056383</c:v>
                </c:pt>
                <c:pt idx="1020">
                  <c:v>255.5989316263088</c:v>
                </c:pt>
                <c:pt idx="1021">
                  <c:v>260.52539374287284</c:v>
                </c:pt>
                <c:pt idx="1022">
                  <c:v>267.27844715415984</c:v>
                </c:pt>
                <c:pt idx="1023">
                  <c:v>255.50676524929113</c:v>
                </c:pt>
                <c:pt idx="1024">
                  <c:v>250.45664738746487</c:v>
                </c:pt>
                <c:pt idx="1025">
                  <c:v>263.90040166040603</c:v>
                </c:pt>
                <c:pt idx="1026">
                  <c:v>267.88426006630391</c:v>
                </c:pt>
                <c:pt idx="1027">
                  <c:v>268.69200567260037</c:v>
                </c:pt>
                <c:pt idx="1028">
                  <c:v>275.00732448191252</c:v>
                </c:pt>
                <c:pt idx="1029">
                  <c:v>277.65143147214366</c:v>
                </c:pt>
                <c:pt idx="1030">
                  <c:v>279.94732996709922</c:v>
                </c:pt>
                <c:pt idx="1031">
                  <c:v>273.32054278347982</c:v>
                </c:pt>
                <c:pt idx="1032">
                  <c:v>273.65580507290707</c:v>
                </c:pt>
                <c:pt idx="1033">
                  <c:v>272.23644672619196</c:v>
                </c:pt>
                <c:pt idx="1034">
                  <c:v>276.65521133638254</c:v>
                </c:pt>
                <c:pt idx="1035">
                  <c:v>277.24385991285982</c:v>
                </c:pt>
                <c:pt idx="1036">
                  <c:v>278.97680605189254</c:v>
                </c:pt>
                <c:pt idx="1037">
                  <c:v>280.44797936307759</c:v>
                </c:pt>
                <c:pt idx="1038">
                  <c:v>280.68653989259417</c:v>
                </c:pt>
                <c:pt idx="1039">
                  <c:v>282.34091634957787</c:v>
                </c:pt>
                <c:pt idx="1040">
                  <c:v>280.33103657203691</c:v>
                </c:pt>
                <c:pt idx="1041">
                  <c:v>284.20605413169437</c:v>
                </c:pt>
                <c:pt idx="1042">
                  <c:v>285.50198483986742</c:v>
                </c:pt>
                <c:pt idx="1043">
                  <c:v>284.88060269018939</c:v>
                </c:pt>
                <c:pt idx="1044">
                  <c:v>283.79462517331535</c:v>
                </c:pt>
                <c:pt idx="1045">
                  <c:v>281.85242792779252</c:v>
                </c:pt>
                <c:pt idx="1046">
                  <c:v>284.5027883394572</c:v>
                </c:pt>
                <c:pt idx="1047">
                  <c:v>285.10793810087353</c:v>
                </c:pt>
                <c:pt idx="1048">
                  <c:v>284.44802132011802</c:v>
                </c:pt>
                <c:pt idx="1049">
                  <c:v>280.54548765411113</c:v>
                </c:pt>
                <c:pt idx="1050">
                  <c:v>276.98981043869094</c:v>
                </c:pt>
                <c:pt idx="1051">
                  <c:v>278.16888208944158</c:v>
                </c:pt>
                <c:pt idx="1052">
                  <c:v>288.98423060702783</c:v>
                </c:pt>
                <c:pt idx="1053">
                  <c:v>291.61393672342217</c:v>
                </c:pt>
                <c:pt idx="1054">
                  <c:v>295.20135477493619</c:v>
                </c:pt>
                <c:pt idx="1055">
                  <c:v>295.35647272991133</c:v>
                </c:pt>
                <c:pt idx="1056">
                  <c:v>300.96436297336436</c:v>
                </c:pt>
                <c:pt idx="1057">
                  <c:v>302.51344637785337</c:v>
                </c:pt>
                <c:pt idx="1058">
                  <c:v>305.58203656577354</c:v>
                </c:pt>
                <c:pt idx="1059">
                  <c:v>305.37899432235218</c:v>
                </c:pt>
                <c:pt idx="1060">
                  <c:v>318.09551332578661</c:v>
                </c:pt>
                <c:pt idx="1061">
                  <c:v>309.58994873916515</c:v>
                </c:pt>
                <c:pt idx="1062">
                  <c:v>305.78993702291405</c:v>
                </c:pt>
                <c:pt idx="1063">
                  <c:v>306.05685678661069</c:v>
                </c:pt>
                <c:pt idx="1064">
                  <c:v>306.25224878085027</c:v>
                </c:pt>
                <c:pt idx="1065">
                  <c:v>306.99670131373927</c:v>
                </c:pt>
                <c:pt idx="1066">
                  <c:v>310.36961634413012</c:v>
                </c:pt>
                <c:pt idx="1067">
                  <c:v>314.17281964869647</c:v>
                </c:pt>
                <c:pt idx="1068">
                  <c:v>316.73058880736875</c:v>
                </c:pt>
                <c:pt idx="1069">
                  <c:v>321.78852938717625</c:v>
                </c:pt>
                <c:pt idx="1070">
                  <c:v>321.30040734470509</c:v>
                </c:pt>
                <c:pt idx="1071">
                  <c:v>323.97653823376095</c:v>
                </c:pt>
                <c:pt idx="1072">
                  <c:v>326.57191910118729</c:v>
                </c:pt>
                <c:pt idx="1073">
                  <c:v>323.99674766644182</c:v>
                </c:pt>
                <c:pt idx="1074">
                  <c:v>326.90119022478279</c:v>
                </c:pt>
                <c:pt idx="1075">
                  <c:v>325.40850280724982</c:v>
                </c:pt>
                <c:pt idx="1076">
                  <c:v>325.47664845047319</c:v>
                </c:pt>
                <c:pt idx="1077">
                  <c:v>323.30030575257877</c:v>
                </c:pt>
                <c:pt idx="1078">
                  <c:v>325.56800252429321</c:v>
                </c:pt>
                <c:pt idx="1079">
                  <c:v>328.29405608277278</c:v>
                </c:pt>
                <c:pt idx="1080">
                  <c:v>328.72812296870427</c:v>
                </c:pt>
                <c:pt idx="1081">
                  <c:v>330.28531660282567</c:v>
                </c:pt>
                <c:pt idx="1082">
                  <c:v>333.80559873264747</c:v>
                </c:pt>
                <c:pt idx="1083">
                  <c:v>334.05067180069057</c:v>
                </c:pt>
                <c:pt idx="1084">
                  <c:v>331.16748942674553</c:v>
                </c:pt>
                <c:pt idx="1085">
                  <c:v>326.37638383798475</c:v>
                </c:pt>
                <c:pt idx="1086">
                  <c:v>327.1638622067058</c:v>
                </c:pt>
                <c:pt idx="1087">
                  <c:v>325.22861121904572</c:v>
                </c:pt>
                <c:pt idx="1088">
                  <c:v>331.61114565781963</c:v>
                </c:pt>
                <c:pt idx="1089">
                  <c:v>331.87961038679748</c:v>
                </c:pt>
                <c:pt idx="1090">
                  <c:v>334.4986462078636</c:v>
                </c:pt>
                <c:pt idx="1091">
                  <c:v>329.50520321358277</c:v>
                </c:pt>
                <c:pt idx="1092">
                  <c:v>320.07274675798993</c:v>
                </c:pt>
                <c:pt idx="1093">
                  <c:v>320.26122933207773</c:v>
                </c:pt>
                <c:pt idx="1094">
                  <c:v>316.54632841981305</c:v>
                </c:pt>
                <c:pt idx="1095">
                  <c:v>313.72678364515991</c:v>
                </c:pt>
                <c:pt idx="1096">
                  <c:v>297.01392131853225</c:v>
                </c:pt>
                <c:pt idx="1097">
                  <c:v>302.57129895626201</c:v>
                </c:pt>
                <c:pt idx="1098">
                  <c:v>303.89988017517277</c:v>
                </c:pt>
                <c:pt idx="1099">
                  <c:v>304.62160325326056</c:v>
                </c:pt>
                <c:pt idx="1100">
                  <c:v>301.40550719131397</c:v>
                </c:pt>
                <c:pt idx="1101">
                  <c:v>292.32856302031405</c:v>
                </c:pt>
                <c:pt idx="1102">
                  <c:v>297.69183815935372</c:v>
                </c:pt>
                <c:pt idx="1103">
                  <c:v>292.73836141422248</c:v>
                </c:pt>
                <c:pt idx="1104">
                  <c:v>286.23569026220707</c:v>
                </c:pt>
                <c:pt idx="1105">
                  <c:v>284.40993532669887</c:v>
                </c:pt>
                <c:pt idx="1106">
                  <c:v>282.64740116856649</c:v>
                </c:pt>
                <c:pt idx="1107">
                  <c:v>280.029372920632</c:v>
                </c:pt>
                <c:pt idx="1108">
                  <c:v>280.4728808373095</c:v>
                </c:pt>
                <c:pt idx="1109">
                  <c:v>274.53134839344284</c:v>
                </c:pt>
                <c:pt idx="1110">
                  <c:v>271.71443118434905</c:v>
                </c:pt>
                <c:pt idx="1111">
                  <c:v>284.15082110489288</c:v>
                </c:pt>
                <c:pt idx="1112">
                  <c:v>286.03276141412272</c:v>
                </c:pt>
                <c:pt idx="1113">
                  <c:v>290.65158259505472</c:v>
                </c:pt>
                <c:pt idx="1114">
                  <c:v>296.50209705847124</c:v>
                </c:pt>
                <c:pt idx="1115">
                  <c:v>301.2002099133914</c:v>
                </c:pt>
                <c:pt idx="1116">
                  <c:v>304.14580940678599</c:v>
                </c:pt>
                <c:pt idx="1117">
                  <c:v>299.5761818169525</c:v>
                </c:pt>
                <c:pt idx="1118">
                  <c:v>300.951767383733</c:v>
                </c:pt>
                <c:pt idx="1119">
                  <c:v>296.47877819369933</c:v>
                </c:pt>
                <c:pt idx="1120">
                  <c:v>297.24038453130049</c:v>
                </c:pt>
                <c:pt idx="1121">
                  <c:v>306.85226443078352</c:v>
                </c:pt>
                <c:pt idx="1122">
                  <c:v>306.54123878875606</c:v>
                </c:pt>
                <c:pt idx="1123">
                  <c:v>309.79242678835482</c:v>
                </c:pt>
                <c:pt idx="1124">
                  <c:v>307.13927378443566</c:v>
                </c:pt>
                <c:pt idx="1125">
                  <c:v>307.79227061666063</c:v>
                </c:pt>
                <c:pt idx="1126">
                  <c:v>303.36906908005864</c:v>
                </c:pt>
                <c:pt idx="1127">
                  <c:v>312.92542619085162</c:v>
                </c:pt>
                <c:pt idx="1128">
                  <c:v>315.56200437829682</c:v>
                </c:pt>
                <c:pt idx="1129">
                  <c:v>314.62408564897771</c:v>
                </c:pt>
                <c:pt idx="1130">
                  <c:v>319.97889362056281</c:v>
                </c:pt>
                <c:pt idx="1131">
                  <c:v>318.94091892217324</c:v>
                </c:pt>
                <c:pt idx="1132">
                  <c:v>320.43948749111911</c:v>
                </c:pt>
                <c:pt idx="1133">
                  <c:v>318.9099612505434</c:v>
                </c:pt>
                <c:pt idx="1134">
                  <c:v>314.11709010337717</c:v>
                </c:pt>
                <c:pt idx="1135">
                  <c:v>315.6544792553222</c:v>
                </c:pt>
                <c:pt idx="1136">
                  <c:v>319.68980435982422</c:v>
                </c:pt>
                <c:pt idx="1137">
                  <c:v>322.00899110851742</c:v>
                </c:pt>
                <c:pt idx="1138">
                  <c:v>325.04160881666877</c:v>
                </c:pt>
                <c:pt idx="1139">
                  <c:v>326.62629229676497</c:v>
                </c:pt>
                <c:pt idx="1140">
                  <c:v>324.72625729047081</c:v>
                </c:pt>
                <c:pt idx="1141">
                  <c:v>324.95517713091215</c:v>
                </c:pt>
                <c:pt idx="1142">
                  <c:v>327.96055141234746</c:v>
                </c:pt>
                <c:pt idx="1143">
                  <c:v>324.66625614986634</c:v>
                </c:pt>
                <c:pt idx="1144">
                  <c:v>331.28151381681772</c:v>
                </c:pt>
                <c:pt idx="1145">
                  <c:v>335.088634918276</c:v>
                </c:pt>
                <c:pt idx="1146">
                  <c:v>337.42417865471396</c:v>
                </c:pt>
                <c:pt idx="1147">
                  <c:v>332.80475155561277</c:v>
                </c:pt>
                <c:pt idx="1148">
                  <c:v>334.38092726945962</c:v>
                </c:pt>
                <c:pt idx="1149">
                  <c:v>335.50666305065818</c:v>
                </c:pt>
                <c:pt idx="1150">
                  <c:v>334.95046107958194</c:v>
                </c:pt>
                <c:pt idx="1151">
                  <c:v>331.96690324646818</c:v>
                </c:pt>
                <c:pt idx="1152">
                  <c:v>326.01771846412242</c:v>
                </c:pt>
                <c:pt idx="1153">
                  <c:v>319.65589870429528</c:v>
                </c:pt>
                <c:pt idx="1154">
                  <c:v>302.96982412735116</c:v>
                </c:pt>
                <c:pt idx="1155">
                  <c:v>307.70619405542959</c:v>
                </c:pt>
                <c:pt idx="1156">
                  <c:v>309.98444365507413</c:v>
                </c:pt>
                <c:pt idx="1157">
                  <c:v>318.00250798375725</c:v>
                </c:pt>
                <c:pt idx="1158">
                  <c:v>313.21689540509567</c:v>
                </c:pt>
                <c:pt idx="1159">
                  <c:v>310.55242809277763</c:v>
                </c:pt>
                <c:pt idx="1160">
                  <c:v>321.34633396575055</c:v>
                </c:pt>
                <c:pt idx="1161">
                  <c:v>310.30433976983085</c:v>
                </c:pt>
                <c:pt idx="1162">
                  <c:v>307.40806256833588</c:v>
                </c:pt>
                <c:pt idx="1163">
                  <c:v>318.29704504646008</c:v>
                </c:pt>
                <c:pt idx="1164">
                  <c:v>328.52164552595121</c:v>
                </c:pt>
                <c:pt idx="1165">
                  <c:v>326.17964848132101</c:v>
                </c:pt>
                <c:pt idx="1166">
                  <c:v>330.59715397559148</c:v>
                </c:pt>
                <c:pt idx="1167">
                  <c:v>330.51333832744587</c:v>
                </c:pt>
                <c:pt idx="1168">
                  <c:v>315.22974017917738</c:v>
                </c:pt>
                <c:pt idx="1169">
                  <c:v>320.70568956305141</c:v>
                </c:pt>
                <c:pt idx="1170">
                  <c:v>316.77263650169408</c:v>
                </c:pt>
                <c:pt idx="1171">
                  <c:v>317.86947003124686</c:v>
                </c:pt>
                <c:pt idx="1172">
                  <c:v>324.96623187182882</c:v>
                </c:pt>
                <c:pt idx="1173">
                  <c:v>325.07932485396833</c:v>
                </c:pt>
                <c:pt idx="1174">
                  <c:v>320.29237326248801</c:v>
                </c:pt>
                <c:pt idx="1175">
                  <c:v>327.14767823326576</c:v>
                </c:pt>
                <c:pt idx="1176">
                  <c:v>337.73305775863469</c:v>
                </c:pt>
                <c:pt idx="1177">
                  <c:v>336.89241016913491</c:v>
                </c:pt>
                <c:pt idx="1178">
                  <c:v>338.61148495605778</c:v>
                </c:pt>
                <c:pt idx="1179">
                  <c:v>342.07541719752459</c:v>
                </c:pt>
                <c:pt idx="1180">
                  <c:v>348.78750711733443</c:v>
                </c:pt>
                <c:pt idx="1181">
                  <c:v>348.23892429333432</c:v>
                </c:pt>
                <c:pt idx="1182">
                  <c:v>343.63452503163586</c:v>
                </c:pt>
                <c:pt idx="1183">
                  <c:v>343.17820201656411</c:v>
                </c:pt>
                <c:pt idx="1184">
                  <c:v>344.38820077178832</c:v>
                </c:pt>
                <c:pt idx="1185">
                  <c:v>345.36379248022666</c:v>
                </c:pt>
                <c:pt idx="1186">
                  <c:v>342.91547150861828</c:v>
                </c:pt>
                <c:pt idx="1187">
                  <c:v>337.78033137865827</c:v>
                </c:pt>
                <c:pt idx="1188">
                  <c:v>340.03148984038643</c:v>
                </c:pt>
                <c:pt idx="1189">
                  <c:v>336.86338146738376</c:v>
                </c:pt>
                <c:pt idx="1190">
                  <c:v>342.99836355569579</c:v>
                </c:pt>
                <c:pt idx="1191">
                  <c:v>341.36906517763771</c:v>
                </c:pt>
                <c:pt idx="1192">
                  <c:v>335.41221876911067</c:v>
                </c:pt>
                <c:pt idx="1193">
                  <c:v>341.05529673920654</c:v>
                </c:pt>
                <c:pt idx="1194">
                  <c:v>340.06482595361655</c:v>
                </c:pt>
                <c:pt idx="1195">
                  <c:v>334.06316948790459</c:v>
                </c:pt>
                <c:pt idx="1196">
                  <c:v>340.78760748940334</c:v>
                </c:pt>
                <c:pt idx="1197">
                  <c:v>347.29081479163852</c:v>
                </c:pt>
                <c:pt idx="1198">
                  <c:v>347.96478766760009</c:v>
                </c:pt>
                <c:pt idx="1199">
                  <c:v>340.62134444975192</c:v>
                </c:pt>
                <c:pt idx="1200">
                  <c:v>345.46211283214529</c:v>
                </c:pt>
                <c:pt idx="1201">
                  <c:v>349.10553971153786</c:v>
                </c:pt>
                <c:pt idx="1202">
                  <c:v>356.75587263533635</c:v>
                </c:pt>
                <c:pt idx="1203">
                  <c:v>356.59760319282236</c:v>
                </c:pt>
                <c:pt idx="1204">
                  <c:v>362.50803767796248</c:v>
                </c:pt>
                <c:pt idx="1205">
                  <c:v>359.92878534132291</c:v>
                </c:pt>
                <c:pt idx="1206">
                  <c:v>360.73791473380879</c:v>
                </c:pt>
                <c:pt idx="1207">
                  <c:v>358.34847016655141</c:v>
                </c:pt>
                <c:pt idx="1208">
                  <c:v>365.61232084486608</c:v>
                </c:pt>
                <c:pt idx="1209">
                  <c:v>363.99438906326208</c:v>
                </c:pt>
                <c:pt idx="1210">
                  <c:v>365.52258215729779</c:v>
                </c:pt>
                <c:pt idx="1211">
                  <c:v>369.18654544089674</c:v>
                </c:pt>
                <c:pt idx="1212">
                  <c:v>376.30244495658724</c:v>
                </c:pt>
                <c:pt idx="1213">
                  <c:v>380.84610449830353</c:v>
                </c:pt>
                <c:pt idx="1214">
                  <c:v>373.95106226544721</c:v>
                </c:pt>
                <c:pt idx="1215">
                  <c:v>374.4384875917487</c:v>
                </c:pt>
                <c:pt idx="1216">
                  <c:v>377.16974725292152</c:v>
                </c:pt>
                <c:pt idx="1217">
                  <c:v>383.91605343617022</c:v>
                </c:pt>
                <c:pt idx="1218">
                  <c:v>390.36211000637769</c:v>
                </c:pt>
                <c:pt idx="1219">
                  <c:v>389.91809359382012</c:v>
                </c:pt>
                <c:pt idx="1220">
                  <c:v>388.78908895057248</c:v>
                </c:pt>
                <c:pt idx="1221">
                  <c:v>391.06873391648014</c:v>
                </c:pt>
                <c:pt idx="1222">
                  <c:v>391.59721568840746</c:v>
                </c:pt>
                <c:pt idx="1223">
                  <c:v>392.72218687846845</c:v>
                </c:pt>
                <c:pt idx="1224">
                  <c:v>393.8728498687567</c:v>
                </c:pt>
                <c:pt idx="1225">
                  <c:v>395.23193381536203</c:v>
                </c:pt>
                <c:pt idx="1226">
                  <c:v>393.30279064844802</c:v>
                </c:pt>
                <c:pt idx="1227">
                  <c:v>394.56436381313137</c:v>
                </c:pt>
                <c:pt idx="1228">
                  <c:v>399.76346654138155</c:v>
                </c:pt>
                <c:pt idx="1229">
                  <c:v>397.16358549989849</c:v>
                </c:pt>
                <c:pt idx="1230">
                  <c:v>395.41796453174777</c:v>
                </c:pt>
                <c:pt idx="1231">
                  <c:v>393.21642987825925</c:v>
                </c:pt>
                <c:pt idx="1232">
                  <c:v>393.35606407278277</c:v>
                </c:pt>
                <c:pt idx="1233">
                  <c:v>403.39527296797411</c:v>
                </c:pt>
                <c:pt idx="1234">
                  <c:v>399.40882157784858</c:v>
                </c:pt>
                <c:pt idx="1235">
                  <c:v>403.30056564970232</c:v>
                </c:pt>
                <c:pt idx="1236">
                  <c:v>401.45121777253462</c:v>
                </c:pt>
                <c:pt idx="1237">
                  <c:v>394.07351276481785</c:v>
                </c:pt>
                <c:pt idx="1238">
                  <c:v>388.75653839512808</c:v>
                </c:pt>
                <c:pt idx="1239">
                  <c:v>391.91823058850002</c:v>
                </c:pt>
                <c:pt idx="1240">
                  <c:v>394.41684085406564</c:v>
                </c:pt>
                <c:pt idx="1241">
                  <c:v>400.9977965356648</c:v>
                </c:pt>
                <c:pt idx="1242">
                  <c:v>397.72337909094222</c:v>
                </c:pt>
                <c:pt idx="1243">
                  <c:v>400.33054860532661</c:v>
                </c:pt>
                <c:pt idx="1244">
                  <c:v>405.01785421819847</c:v>
                </c:pt>
                <c:pt idx="1245">
                  <c:v>411.45807619824188</c:v>
                </c:pt>
                <c:pt idx="1246">
                  <c:v>412.86310049933883</c:v>
                </c:pt>
                <c:pt idx="1247">
                  <c:v>418.22873331302173</c:v>
                </c:pt>
                <c:pt idx="1248">
                  <c:v>420.27038227251035</c:v>
                </c:pt>
                <c:pt idx="1249">
                  <c:v>420.50527505999253</c:v>
                </c:pt>
                <c:pt idx="1250">
                  <c:v>424.80611473180744</c:v>
                </c:pt>
                <c:pt idx="1251">
                  <c:v>426.79945411914889</c:v>
                </c:pt>
                <c:pt idx="1252">
                  <c:v>430.40356454909482</c:v>
                </c:pt>
                <c:pt idx="1253">
                  <c:v>430.56447967842087</c:v>
                </c:pt>
                <c:pt idx="1254">
                  <c:v>435.02653467618842</c:v>
                </c:pt>
                <c:pt idx="1255">
                  <c:v>433.37381420458064</c:v>
                </c:pt>
                <c:pt idx="1256">
                  <c:v>431.42292437913676</c:v>
                </c:pt>
                <c:pt idx="1257">
                  <c:v>434.94888195377661</c:v>
                </c:pt>
                <c:pt idx="1258">
                  <c:v>444.43508010042393</c:v>
                </c:pt>
                <c:pt idx="1259">
                  <c:v>438.91139658472878</c:v>
                </c:pt>
                <c:pt idx="1260">
                  <c:v>440.66427691179757</c:v>
                </c:pt>
                <c:pt idx="1261">
                  <c:v>442.31757438121167</c:v>
                </c:pt>
                <c:pt idx="1262">
                  <c:v>446.05036423909684</c:v>
                </c:pt>
                <c:pt idx="1263">
                  <c:v>452.18209100043089</c:v>
                </c:pt>
                <c:pt idx="1264">
                  <c:v>452.29860810827967</c:v>
                </c:pt>
                <c:pt idx="1265">
                  <c:v>461.87070612903238</c:v>
                </c:pt>
                <c:pt idx="1266">
                  <c:v>456.88985615680525</c:v>
                </c:pt>
                <c:pt idx="1267">
                  <c:v>454.75585566227011</c:v>
                </c:pt>
                <c:pt idx="1268">
                  <c:v>461.46619629143981</c:v>
                </c:pt>
                <c:pt idx="1269">
                  <c:v>464.43296270008904</c:v>
                </c:pt>
                <c:pt idx="1270">
                  <c:v>462.50815158725283</c:v>
                </c:pt>
                <c:pt idx="1271">
                  <c:v>464.64080360406723</c:v>
                </c:pt>
                <c:pt idx="1272">
                  <c:v>467.66278022182672</c:v>
                </c:pt>
                <c:pt idx="1273">
                  <c:v>464.45531862133083</c:v>
                </c:pt>
                <c:pt idx="1274">
                  <c:v>449.28932866963498</c:v>
                </c:pt>
                <c:pt idx="1275">
                  <c:v>461.29123403294182</c:v>
                </c:pt>
                <c:pt idx="1276">
                  <c:v>463.75309863532851</c:v>
                </c:pt>
                <c:pt idx="1277">
                  <c:v>464.98895569031043</c:v>
                </c:pt>
                <c:pt idx="1278">
                  <c:v>447.30022786429214</c:v>
                </c:pt>
                <c:pt idx="1279">
                  <c:v>450.62803475160263</c:v>
                </c:pt>
                <c:pt idx="1280">
                  <c:v>464.63634445476515</c:v>
                </c:pt>
                <c:pt idx="1281">
                  <c:v>469.56924891473801</c:v>
                </c:pt>
                <c:pt idx="1282">
                  <c:v>475.01203430560838</c:v>
                </c:pt>
                <c:pt idx="1283">
                  <c:v>468.78514687240585</c:v>
                </c:pt>
                <c:pt idx="1284">
                  <c:v>477.36681396652949</c:v>
                </c:pt>
                <c:pt idx="1285">
                  <c:v>478.63334452919582</c:v>
                </c:pt>
                <c:pt idx="1286">
                  <c:v>487.96362738352718</c:v>
                </c:pt>
                <c:pt idx="1287">
                  <c:v>484.40422378178772</c:v>
                </c:pt>
                <c:pt idx="1288">
                  <c:v>492.78864643192981</c:v>
                </c:pt>
                <c:pt idx="1289">
                  <c:v>490.66295031147274</c:v>
                </c:pt>
                <c:pt idx="1290">
                  <c:v>503.28930751111744</c:v>
                </c:pt>
                <c:pt idx="1291">
                  <c:v>497.09276806447434</c:v>
                </c:pt>
                <c:pt idx="1292">
                  <c:v>482.10524823811272</c:v>
                </c:pt>
                <c:pt idx="1293">
                  <c:v>456.55201970458091</c:v>
                </c:pt>
                <c:pt idx="1294">
                  <c:v>440.70065675309786</c:v>
                </c:pt>
                <c:pt idx="1295">
                  <c:v>447.26141146150678</c:v>
                </c:pt>
                <c:pt idx="1296">
                  <c:v>420.99374736405076</c:v>
                </c:pt>
                <c:pt idx="1297">
                  <c:v>429.63441793216253</c:v>
                </c:pt>
                <c:pt idx="1298">
                  <c:v>456.20262988068606</c:v>
                </c:pt>
                <c:pt idx="1299">
                  <c:v>440.23431365719455</c:v>
                </c:pt>
                <c:pt idx="1300">
                  <c:v>463.04640447087354</c:v>
                </c:pt>
                <c:pt idx="1301">
                  <c:v>446.89768408847885</c:v>
                </c:pt>
                <c:pt idx="1302">
                  <c:v>439.02737007737562</c:v>
                </c:pt>
                <c:pt idx="1303">
                  <c:v>405.44062722066502</c:v>
                </c:pt>
                <c:pt idx="1304">
                  <c:v>432.45471156777734</c:v>
                </c:pt>
                <c:pt idx="1305">
                  <c:v>412.18728756638694</c:v>
                </c:pt>
                <c:pt idx="1306">
                  <c:v>367.53309020789789</c:v>
                </c:pt>
                <c:pt idx="1307">
                  <c:v>412.04870305847038</c:v>
                </c:pt>
                <c:pt idx="1308">
                  <c:v>350.77473443573467</c:v>
                </c:pt>
                <c:pt idx="1309">
                  <c:v>374.90491537248369</c:v>
                </c:pt>
                <c:pt idx="1310">
                  <c:v>359.13471952817332</c:v>
                </c:pt>
                <c:pt idx="1311">
                  <c:v>365.09636600705232</c:v>
                </c:pt>
                <c:pt idx="1312">
                  <c:v>348.29733514868229</c:v>
                </c:pt>
                <c:pt idx="1313">
                  <c:v>348.24884018197179</c:v>
                </c:pt>
                <c:pt idx="1314">
                  <c:v>390.56478785013036</c:v>
                </c:pt>
                <c:pt idx="1315">
                  <c:v>386.67904239482192</c:v>
                </c:pt>
                <c:pt idx="1316">
                  <c:v>409.44123183822023</c:v>
                </c:pt>
                <c:pt idx="1317">
                  <c:v>395.04628191034868</c:v>
                </c:pt>
                <c:pt idx="1318">
                  <c:v>410.01043170116901</c:v>
                </c:pt>
                <c:pt idx="1319">
                  <c:v>405.35914600568788</c:v>
                </c:pt>
                <c:pt idx="1320">
                  <c:v>383.17162171016395</c:v>
                </c:pt>
                <c:pt idx="1321">
                  <c:v>393.90597630476566</c:v>
                </c:pt>
                <c:pt idx="1322">
                  <c:v>385.29575713774614</c:v>
                </c:pt>
                <c:pt idx="1323">
                  <c:v>419.84368121339742</c:v>
                </c:pt>
                <c:pt idx="1324">
                  <c:v>413.34321448717031</c:v>
                </c:pt>
                <c:pt idx="1325">
                  <c:v>424.81670214328631</c:v>
                </c:pt>
                <c:pt idx="1326">
                  <c:v>423.12141771819012</c:v>
                </c:pt>
                <c:pt idx="1327">
                  <c:v>430.71807401656395</c:v>
                </c:pt>
                <c:pt idx="1328">
                  <c:v>451.60329051908701</c:v>
                </c:pt>
                <c:pt idx="1329">
                  <c:v>445.66467319483939</c:v>
                </c:pt>
                <c:pt idx="1330">
                  <c:v>454.5208040840634</c:v>
                </c:pt>
                <c:pt idx="1331">
                  <c:v>452.50392167658913</c:v>
                </c:pt>
                <c:pt idx="1332">
                  <c:v>443.36618023482981</c:v>
                </c:pt>
                <c:pt idx="1333">
                  <c:v>424.06357877648117</c:v>
                </c:pt>
                <c:pt idx="1334">
                  <c:v>441.82857212519394</c:v>
                </c:pt>
                <c:pt idx="1335">
                  <c:v>439.16314916645371</c:v>
                </c:pt>
                <c:pt idx="1336">
                  <c:v>449.4027772534443</c:v>
                </c:pt>
                <c:pt idx="1337">
                  <c:v>453.29794789652391</c:v>
                </c:pt>
                <c:pt idx="1338">
                  <c:v>446.00372627068077</c:v>
                </c:pt>
                <c:pt idx="1339">
                  <c:v>460.63712051335085</c:v>
                </c:pt>
                <c:pt idx="1340">
                  <c:v>459.93372624787582</c:v>
                </c:pt>
                <c:pt idx="1341">
                  <c:v>447.61705293540723</c:v>
                </c:pt>
                <c:pt idx="1342">
                  <c:v>455.47436025166422</c:v>
                </c:pt>
                <c:pt idx="1343">
                  <c:v>461.08730357604151</c:v>
                </c:pt>
                <c:pt idx="1344">
                  <c:v>465.53443643457393</c:v>
                </c:pt>
                <c:pt idx="1345">
                  <c:v>471.74097141468229</c:v>
                </c:pt>
                <c:pt idx="1346">
                  <c:v>483.10641316157239</c:v>
                </c:pt>
                <c:pt idx="1347">
                  <c:v>491.61783513606542</c:v>
                </c:pt>
                <c:pt idx="1348">
                  <c:v>481.64712228839613</c:v>
                </c:pt>
                <c:pt idx="1349">
                  <c:v>475.40307767339357</c:v>
                </c:pt>
                <c:pt idx="1350">
                  <c:v>484.92360727113288</c:v>
                </c:pt>
                <c:pt idx="1351">
                  <c:v>489.56018272057747</c:v>
                </c:pt>
                <c:pt idx="1352">
                  <c:v>501.64892867344275</c:v>
                </c:pt>
                <c:pt idx="1353">
                  <c:v>500.41175326090212</c:v>
                </c:pt>
                <c:pt idx="1354">
                  <c:v>510.11665808879292</c:v>
                </c:pt>
                <c:pt idx="1355">
                  <c:v>502.72597284680353</c:v>
                </c:pt>
                <c:pt idx="1356">
                  <c:v>508.25958270609794</c:v>
                </c:pt>
                <c:pt idx="1357">
                  <c:v>502.43966473178153</c:v>
                </c:pt>
                <c:pt idx="1358">
                  <c:v>503.58447139659842</c:v>
                </c:pt>
                <c:pt idx="1359">
                  <c:v>500.96275161905078</c:v>
                </c:pt>
                <c:pt idx="1360">
                  <c:v>510.016588315327</c:v>
                </c:pt>
                <c:pt idx="1361">
                  <c:v>510.0319734036101</c:v>
                </c:pt>
                <c:pt idx="1362">
                  <c:v>512.84151685154313</c:v>
                </c:pt>
                <c:pt idx="1363">
                  <c:v>515.61335845941983</c:v>
                </c:pt>
                <c:pt idx="1364">
                  <c:v>513.74875557148096</c:v>
                </c:pt>
                <c:pt idx="1365">
                  <c:v>526.79627826523927</c:v>
                </c:pt>
                <c:pt idx="1366">
                  <c:v>527.01012128746652</c:v>
                </c:pt>
                <c:pt idx="1367">
                  <c:v>539.05829200708979</c:v>
                </c:pt>
                <c:pt idx="1368">
                  <c:v>551.36386822000281</c:v>
                </c:pt>
                <c:pt idx="1369">
                  <c:v>520.37496635261414</c:v>
                </c:pt>
                <c:pt idx="1370">
                  <c:v>526.66710786773581</c:v>
                </c:pt>
                <c:pt idx="1371">
                  <c:v>535.20712207077611</c:v>
                </c:pt>
                <c:pt idx="1372">
                  <c:v>544.07916367482937</c:v>
                </c:pt>
                <c:pt idx="1373">
                  <c:v>545.80870165038857</c:v>
                </c:pt>
                <c:pt idx="1374">
                  <c:v>546.67468662250496</c:v>
                </c:pt>
                <c:pt idx="1375">
                  <c:v>544.99186239762105</c:v>
                </c:pt>
                <c:pt idx="1376">
                  <c:v>557.66010779641238</c:v>
                </c:pt>
                <c:pt idx="1377">
                  <c:v>561.97249519297281</c:v>
                </c:pt>
                <c:pt idx="1378">
                  <c:v>550.92421855683699</c:v>
                </c:pt>
                <c:pt idx="1379">
                  <c:v>559.66629523406584</c:v>
                </c:pt>
                <c:pt idx="1380">
                  <c:v>544.96420174330422</c:v>
                </c:pt>
                <c:pt idx="1381">
                  <c:v>552.84338722745838</c:v>
                </c:pt>
                <c:pt idx="1382">
                  <c:v>563.40370528290634</c:v>
                </c:pt>
                <c:pt idx="1383">
                  <c:v>562.15718603124969</c:v>
                </c:pt>
                <c:pt idx="1384">
                  <c:v>564.10237317401902</c:v>
                </c:pt>
                <c:pt idx="1385">
                  <c:v>577.75888564036984</c:v>
                </c:pt>
                <c:pt idx="1386">
                  <c:v>574.83507732732755</c:v>
                </c:pt>
                <c:pt idx="1387">
                  <c:v>588.38746222076122</c:v>
                </c:pt>
                <c:pt idx="1388">
                  <c:v>596.0359550256735</c:v>
                </c:pt>
                <c:pt idx="1389">
                  <c:v>596.04150752631904</c:v>
                </c:pt>
                <c:pt idx="1390">
                  <c:v>585.07788347447683</c:v>
                </c:pt>
                <c:pt idx="1391">
                  <c:v>596.04455855902961</c:v>
                </c:pt>
                <c:pt idx="1392">
                  <c:v>595.86119773292899</c:v>
                </c:pt>
                <c:pt idx="1393">
                  <c:v>589.23739943766554</c:v>
                </c:pt>
                <c:pt idx="1394">
                  <c:v>589.67514562740848</c:v>
                </c:pt>
                <c:pt idx="1395">
                  <c:v>604.00389989753899</c:v>
                </c:pt>
                <c:pt idx="1396">
                  <c:v>597.03669903648495</c:v>
                </c:pt>
                <c:pt idx="1397">
                  <c:v>601.14013237658924</c:v>
                </c:pt>
                <c:pt idx="1398">
                  <c:v>581.53822172183004</c:v>
                </c:pt>
                <c:pt idx="1399">
                  <c:v>580.78103020577691</c:v>
                </c:pt>
                <c:pt idx="1400">
                  <c:v>593.23427578747271</c:v>
                </c:pt>
                <c:pt idx="1401">
                  <c:v>583.14902140602385</c:v>
                </c:pt>
                <c:pt idx="1402">
                  <c:v>595.00946666147729</c:v>
                </c:pt>
                <c:pt idx="1403">
                  <c:v>601.60460728372209</c:v>
                </c:pt>
                <c:pt idx="1404">
                  <c:v>632.30999624898084</c:v>
                </c:pt>
                <c:pt idx="1405">
                  <c:v>649.1279865537407</c:v>
                </c:pt>
                <c:pt idx="1406">
                  <c:v>656.32049131374231</c:v>
                </c:pt>
                <c:pt idx="1407">
                  <c:v>657.7885572614249</c:v>
                </c:pt>
                <c:pt idx="1408">
                  <c:v>669.15444284255466</c:v>
                </c:pt>
                <c:pt idx="1409">
                  <c:v>657.60921683946242</c:v>
                </c:pt>
                <c:pt idx="1410">
                  <c:v>661.21271204512402</c:v>
                </c:pt>
                <c:pt idx="1411">
                  <c:v>643.40748727257471</c:v>
                </c:pt>
                <c:pt idx="1412">
                  <c:v>666.87862610992215</c:v>
                </c:pt>
                <c:pt idx="1413">
                  <c:v>666.72251962542964</c:v>
                </c:pt>
                <c:pt idx="1414">
                  <c:v>668.02614874123378</c:v>
                </c:pt>
                <c:pt idx="1415">
                  <c:v>678.68096296028125</c:v>
                </c:pt>
                <c:pt idx="1416">
                  <c:v>680.10271854760867</c:v>
                </c:pt>
                <c:pt idx="1417">
                  <c:v>678.34427055819674</c:v>
                </c:pt>
                <c:pt idx="1418">
                  <c:v>685.43721565324984</c:v>
                </c:pt>
                <c:pt idx="1419">
                  <c:v>709.40546014440213</c:v>
                </c:pt>
                <c:pt idx="1420">
                  <c:v>715.36424574380328</c:v>
                </c:pt>
                <c:pt idx="1421">
                  <c:v>714.93286504553009</c:v>
                </c:pt>
                <c:pt idx="1422">
                  <c:v>721.76998255869762</c:v>
                </c:pt>
                <c:pt idx="1423">
                  <c:v>715.29226056831681</c:v>
                </c:pt>
                <c:pt idx="1424">
                  <c:v>724.7222969945592</c:v>
                </c:pt>
                <c:pt idx="1425">
                  <c:v>738.81080338409981</c:v>
                </c:pt>
                <c:pt idx="1426">
                  <c:v>760.95517190253531</c:v>
                </c:pt>
                <c:pt idx="1427">
                  <c:v>766.10680452163081</c:v>
                </c:pt>
                <c:pt idx="1428">
                  <c:v>708.41763173996912</c:v>
                </c:pt>
                <c:pt idx="1429">
                  <c:v>702.09568761697358</c:v>
                </c:pt>
                <c:pt idx="1430">
                  <c:v>661.93999128065798</c:v>
                </c:pt>
                <c:pt idx="1431">
                  <c:v>689.46883192256303</c:v>
                </c:pt>
                <c:pt idx="1432">
                  <c:v>670.61158086837588</c:v>
                </c:pt>
                <c:pt idx="1433">
                  <c:v>664.39073780990066</c:v>
                </c:pt>
                <c:pt idx="1434">
                  <c:v>688.0710488810347</c:v>
                </c:pt>
                <c:pt idx="1435">
                  <c:v>692.45383462168888</c:v>
                </c:pt>
                <c:pt idx="1436">
                  <c:v>675.00394081739717</c:v>
                </c:pt>
                <c:pt idx="1437">
                  <c:v>668.78156043306558</c:v>
                </c:pt>
                <c:pt idx="1438">
                  <c:v>653.00759965803491</c:v>
                </c:pt>
                <c:pt idx="1439">
                  <c:v>667.04145975505151</c:v>
                </c:pt>
                <c:pt idx="1440">
                  <c:v>675.91333892143984</c:v>
                </c:pt>
                <c:pt idx="1441">
                  <c:v>651.20411357962394</c:v>
                </c:pt>
                <c:pt idx="1442">
                  <c:v>658.31302112474748</c:v>
                </c:pt>
                <c:pt idx="1443">
                  <c:v>679.61952102077635</c:v>
                </c:pt>
                <c:pt idx="1444">
                  <c:v>691.99056912623507</c:v>
                </c:pt>
                <c:pt idx="1445">
                  <c:v>692.27752903597275</c:v>
                </c:pt>
                <c:pt idx="1446">
                  <c:v>700.4165270181212</c:v>
                </c:pt>
                <c:pt idx="1447">
                  <c:v>705.97080941345928</c:v>
                </c:pt>
                <c:pt idx="1448">
                  <c:v>682.89860461010664</c:v>
                </c:pt>
                <c:pt idx="1449">
                  <c:v>704.8600719777836</c:v>
                </c:pt>
                <c:pt idx="1450">
                  <c:v>694.86395109910586</c:v>
                </c:pt>
                <c:pt idx="1451">
                  <c:v>706.83556781717243</c:v>
                </c:pt>
                <c:pt idx="1452">
                  <c:v>707.26549809064932</c:v>
                </c:pt>
                <c:pt idx="1453">
                  <c:v>713.48154876251374</c:v>
                </c:pt>
                <c:pt idx="1454">
                  <c:v>744.48917518406381</c:v>
                </c:pt>
                <c:pt idx="1455">
                  <c:v>735.76797240014935</c:v>
                </c:pt>
                <c:pt idx="1456">
                  <c:v>733.19463986385142</c:v>
                </c:pt>
                <c:pt idx="1457">
                  <c:v>729.70003988579822</c:v>
                </c:pt>
                <c:pt idx="1458">
                  <c:v>722.07678716217288</c:v>
                </c:pt>
                <c:pt idx="1459">
                  <c:v>706.77188634678441</c:v>
                </c:pt>
                <c:pt idx="1460">
                  <c:v>713.70813644831208</c:v>
                </c:pt>
                <c:pt idx="1461">
                  <c:v>709.4157068093167</c:v>
                </c:pt>
                <c:pt idx="1462">
                  <c:v>703.97980408524086</c:v>
                </c:pt>
                <c:pt idx="1463">
                  <c:v>704.78672540682987</c:v>
                </c:pt>
                <c:pt idx="1464">
                  <c:v>694.23804281038701</c:v>
                </c:pt>
                <c:pt idx="1465">
                  <c:v>700.81789325234183</c:v>
                </c:pt>
                <c:pt idx="1466">
                  <c:v>668.53675514944916</c:v>
                </c:pt>
                <c:pt idx="1467">
                  <c:v>688.21207889339814</c:v>
                </c:pt>
                <c:pt idx="1468">
                  <c:v>661.62097783667991</c:v>
                </c:pt>
                <c:pt idx="1469">
                  <c:v>662.32491842087757</c:v>
                </c:pt>
                <c:pt idx="1470">
                  <c:v>676.84942556066403</c:v>
                </c:pt>
                <c:pt idx="1471">
                  <c:v>704.86694975285729</c:v>
                </c:pt>
                <c:pt idx="1472">
                  <c:v>727.72395199069081</c:v>
                </c:pt>
                <c:pt idx="1473">
                  <c:v>733.61040268665215</c:v>
                </c:pt>
                <c:pt idx="1474">
                  <c:v>714.17941639214905</c:v>
                </c:pt>
                <c:pt idx="1475">
                  <c:v>698.18469004067026</c:v>
                </c:pt>
                <c:pt idx="1476">
                  <c:v>721.82641511131908</c:v>
                </c:pt>
                <c:pt idx="1477">
                  <c:v>719.69215263561637</c:v>
                </c:pt>
                <c:pt idx="1478">
                  <c:v>722.29046376226688</c:v>
                </c:pt>
                <c:pt idx="1479">
                  <c:v>732.76633398625802</c:v>
                </c:pt>
                <c:pt idx="1480">
                  <c:v>727.37023598966152</c:v>
                </c:pt>
                <c:pt idx="1481">
                  <c:v>721.41878111194478</c:v>
                </c:pt>
                <c:pt idx="1482">
                  <c:v>725.20590932210996</c:v>
                </c:pt>
                <c:pt idx="1483">
                  <c:v>715.02215951870755</c:v>
                </c:pt>
                <c:pt idx="1484">
                  <c:v>708.71294197663667</c:v>
                </c:pt>
                <c:pt idx="1485">
                  <c:v>712.8499787510226</c:v>
                </c:pt>
                <c:pt idx="1486">
                  <c:v>718.88502896371597</c:v>
                </c:pt>
                <c:pt idx="1487">
                  <c:v>722.64156909322821</c:v>
                </c:pt>
                <c:pt idx="1488">
                  <c:v>732.93502220320136</c:v>
                </c:pt>
                <c:pt idx="1489">
                  <c:v>746.97315552173256</c:v>
                </c:pt>
                <c:pt idx="1490">
                  <c:v>751.87771682478933</c:v>
                </c:pt>
                <c:pt idx="1491">
                  <c:v>749.49907021623062</c:v>
                </c:pt>
                <c:pt idx="1492">
                  <c:v>753.39431574992773</c:v>
                </c:pt>
                <c:pt idx="1493">
                  <c:v>758.94493156982276</c:v>
                </c:pt>
                <c:pt idx="1494">
                  <c:v>757.53664243176195</c:v>
                </c:pt>
                <c:pt idx="1495">
                  <c:v>741.29525138863119</c:v>
                </c:pt>
                <c:pt idx="1496">
                  <c:v>745.26233572631452</c:v>
                </c:pt>
                <c:pt idx="1497">
                  <c:v>744.14803109840011</c:v>
                </c:pt>
                <c:pt idx="1498">
                  <c:v>748.03706127742646</c:v>
                </c:pt>
                <c:pt idx="1499">
                  <c:v>768.93575785598864</c:v>
                </c:pt>
                <c:pt idx="1500">
                  <c:v>768.78308592010308</c:v>
                </c:pt>
                <c:pt idx="1501">
                  <c:v>772.72867583137906</c:v>
                </c:pt>
                <c:pt idx="1502">
                  <c:v>766.47718813233087</c:v>
                </c:pt>
                <c:pt idx="1503">
                  <c:v>771.4993413162041</c:v>
                </c:pt>
                <c:pt idx="1504">
                  <c:v>781.15376162709094</c:v>
                </c:pt>
                <c:pt idx="1505">
                  <c:v>772.37355735873416</c:v>
                </c:pt>
                <c:pt idx="1506">
                  <c:v>776.45892577169298</c:v>
                </c:pt>
                <c:pt idx="1507">
                  <c:v>788.93256864528712</c:v>
                </c:pt>
                <c:pt idx="1508">
                  <c:v>783.31715712136167</c:v>
                </c:pt>
                <c:pt idx="1509">
                  <c:v>784.52425704145207</c:v>
                </c:pt>
                <c:pt idx="1510">
                  <c:v>781.59449194904357</c:v>
                </c:pt>
                <c:pt idx="1511">
                  <c:v>770.37193465447683</c:v>
                </c:pt>
                <c:pt idx="1512">
                  <c:v>781.2923022661879</c:v>
                </c:pt>
                <c:pt idx="1513">
                  <c:v>755.51956593085686</c:v>
                </c:pt>
                <c:pt idx="1514">
                  <c:v>784.46186734390858</c:v>
                </c:pt>
                <c:pt idx="1515">
                  <c:v>786.43418188848284</c:v>
                </c:pt>
                <c:pt idx="1516">
                  <c:v>784.14758861538928</c:v>
                </c:pt>
                <c:pt idx="1517">
                  <c:v>782.15853941589614</c:v>
                </c:pt>
                <c:pt idx="1518">
                  <c:v>787.90737967791813</c:v>
                </c:pt>
                <c:pt idx="1519">
                  <c:v>778.32445697403921</c:v>
                </c:pt>
                <c:pt idx="1520">
                  <c:v>766.81207448585189</c:v>
                </c:pt>
                <c:pt idx="1521">
                  <c:v>775.78067381793539</c:v>
                </c:pt>
                <c:pt idx="1522">
                  <c:v>794.01307414234441</c:v>
                </c:pt>
                <c:pt idx="1523">
                  <c:v>816.60325817583339</c:v>
                </c:pt>
                <c:pt idx="1524">
                  <c:v>819.0937904054241</c:v>
                </c:pt>
                <c:pt idx="1525">
                  <c:v>830.54180022124649</c:v>
                </c:pt>
                <c:pt idx="1526">
                  <c:v>827.79526079669461</c:v>
                </c:pt>
                <c:pt idx="1527">
                  <c:v>812.00851263788547</c:v>
                </c:pt>
                <c:pt idx="1528">
                  <c:v>802.43818400524435</c:v>
                </c:pt>
                <c:pt idx="1529">
                  <c:v>782.91073103192878</c:v>
                </c:pt>
                <c:pt idx="1530">
                  <c:v>798.79812111356227</c:v>
                </c:pt>
                <c:pt idx="1531">
                  <c:v>808.75729280603105</c:v>
                </c:pt>
                <c:pt idx="1532">
                  <c:v>803.53188329971431</c:v>
                </c:pt>
                <c:pt idx="1533">
                  <c:v>819.01335351828493</c:v>
                </c:pt>
                <c:pt idx="1534">
                  <c:v>816.09838536799271</c:v>
                </c:pt>
                <c:pt idx="1535">
                  <c:v>833.4947749755903</c:v>
                </c:pt>
                <c:pt idx="1536">
                  <c:v>827.96465930113436</c:v>
                </c:pt>
                <c:pt idx="1537">
                  <c:v>831.97192687551149</c:v>
                </c:pt>
                <c:pt idx="1538">
                  <c:v>842.58741240238612</c:v>
                </c:pt>
                <c:pt idx="1539">
                  <c:v>841.16670695554023</c:v>
                </c:pt>
                <c:pt idx="1540">
                  <c:v>838.57735142930062</c:v>
                </c:pt>
                <c:pt idx="1541">
                  <c:v>823.80156688991144</c:v>
                </c:pt>
                <c:pt idx="1542">
                  <c:v>819.4549441418402</c:v>
                </c:pt>
                <c:pt idx="1543">
                  <c:v>822.19827559157341</c:v>
                </c:pt>
                <c:pt idx="1544">
                  <c:v>798.2312818400585</c:v>
                </c:pt>
                <c:pt idx="1545">
                  <c:v>794.83539492262935</c:v>
                </c:pt>
                <c:pt idx="1546">
                  <c:v>802.76912332136988</c:v>
                </c:pt>
                <c:pt idx="1547">
                  <c:v>765.96576002014342</c:v>
                </c:pt>
                <c:pt idx="1548">
                  <c:v>775.58567133169231</c:v>
                </c:pt>
                <c:pt idx="1549">
                  <c:v>803.45330858521402</c:v>
                </c:pt>
                <c:pt idx="1550">
                  <c:v>785.10611151393653</c:v>
                </c:pt>
                <c:pt idx="1551">
                  <c:v>762.5357462311664</c:v>
                </c:pt>
                <c:pt idx="1552">
                  <c:v>744.73853983958713</c:v>
                </c:pt>
                <c:pt idx="1553">
                  <c:v>757.02112343007468</c:v>
                </c:pt>
                <c:pt idx="1554">
                  <c:v>724.03823701377848</c:v>
                </c:pt>
                <c:pt idx="1555">
                  <c:v>759.90421449172118</c:v>
                </c:pt>
                <c:pt idx="1556">
                  <c:v>753.20929044769139</c:v>
                </c:pt>
                <c:pt idx="1557">
                  <c:v>770.58398228229305</c:v>
                </c:pt>
                <c:pt idx="1558">
                  <c:v>764.12790862242173</c:v>
                </c:pt>
                <c:pt idx="1559">
                  <c:v>780.64356366220329</c:v>
                </c:pt>
                <c:pt idx="1560">
                  <c:v>789.2477148672873</c:v>
                </c:pt>
                <c:pt idx="1561">
                  <c:v>788.50491565888797</c:v>
                </c:pt>
                <c:pt idx="1562">
                  <c:v>760.62624135291867</c:v>
                </c:pt>
                <c:pt idx="1563">
                  <c:v>761.78845567969734</c:v>
                </c:pt>
                <c:pt idx="1564">
                  <c:v>780.94847439466753</c:v>
                </c:pt>
                <c:pt idx="1565">
                  <c:v>773.77012165467011</c:v>
                </c:pt>
                <c:pt idx="1566">
                  <c:v>758.26680135766378</c:v>
                </c:pt>
                <c:pt idx="1567">
                  <c:v>759.12967389874234</c:v>
                </c:pt>
                <c:pt idx="1568">
                  <c:v>773.01550574918554</c:v>
                </c:pt>
                <c:pt idx="1569">
                  <c:v>773.73012161240308</c:v>
                </c:pt>
                <c:pt idx="1570">
                  <c:v>765.64319908534424</c:v>
                </c:pt>
                <c:pt idx="1571">
                  <c:v>782.96287651758325</c:v>
                </c:pt>
                <c:pt idx="1572">
                  <c:v>798.91873083449946</c:v>
                </c:pt>
                <c:pt idx="1573">
                  <c:v>814.88605397887932</c:v>
                </c:pt>
                <c:pt idx="1574">
                  <c:v>812.64494703410799</c:v>
                </c:pt>
                <c:pt idx="1575">
                  <c:v>822.53711077032017</c:v>
                </c:pt>
                <c:pt idx="1576">
                  <c:v>834.9551638497976</c:v>
                </c:pt>
                <c:pt idx="1577">
                  <c:v>844.76045335100468</c:v>
                </c:pt>
                <c:pt idx="1578">
                  <c:v>849.90278691555932</c:v>
                </c:pt>
                <c:pt idx="1579">
                  <c:v>866.56838872277729</c:v>
                </c:pt>
                <c:pt idx="1580">
                  <c:v>851.24040949824746</c:v>
                </c:pt>
                <c:pt idx="1581">
                  <c:v>873.89456253022445</c:v>
                </c:pt>
                <c:pt idx="1582">
                  <c:v>870.92636121510191</c:v>
                </c:pt>
                <c:pt idx="1583">
                  <c:v>862.16441833572139</c:v>
                </c:pt>
                <c:pt idx="1584">
                  <c:v>851.92040709177002</c:v>
                </c:pt>
                <c:pt idx="1585">
                  <c:v>858.17445973886481</c:v>
                </c:pt>
                <c:pt idx="1586">
                  <c:v>841.00977269178964</c:v>
                </c:pt>
                <c:pt idx="1587">
                  <c:v>857.92342914242533</c:v>
                </c:pt>
                <c:pt idx="1588">
                  <c:v>863.9665080119089</c:v>
                </c:pt>
                <c:pt idx="1589">
                  <c:v>861.9083727733539</c:v>
                </c:pt>
                <c:pt idx="1590">
                  <c:v>853.95736815101975</c:v>
                </c:pt>
                <c:pt idx="1591">
                  <c:v>855.74253388883915</c:v>
                </c:pt>
                <c:pt idx="1592">
                  <c:v>842.03469781479259</c:v>
                </c:pt>
                <c:pt idx="1593">
                  <c:v>842.25164785291804</c:v>
                </c:pt>
                <c:pt idx="1594">
                  <c:v>818.93926985985831</c:v>
                </c:pt>
                <c:pt idx="1595">
                  <c:v>821.9068865245207</c:v>
                </c:pt>
                <c:pt idx="1596">
                  <c:v>830.31025434767366</c:v>
                </c:pt>
                <c:pt idx="1597">
                  <c:v>838.84145750387495</c:v>
                </c:pt>
                <c:pt idx="1598">
                  <c:v>814.05371616516561</c:v>
                </c:pt>
                <c:pt idx="1599">
                  <c:v>810.82935740789526</c:v>
                </c:pt>
                <c:pt idx="1600">
                  <c:v>785.88471703923813</c:v>
                </c:pt>
                <c:pt idx="1601">
                  <c:v>794.82396157824223</c:v>
                </c:pt>
                <c:pt idx="1602">
                  <c:v>815.37009948002526</c:v>
                </c:pt>
                <c:pt idx="1603">
                  <c:v>809.86118783153427</c:v>
                </c:pt>
                <c:pt idx="1604">
                  <c:v>801.46201584015375</c:v>
                </c:pt>
                <c:pt idx="1605">
                  <c:v>803.29322179933638</c:v>
                </c:pt>
                <c:pt idx="1606">
                  <c:v>823.0162025797074</c:v>
                </c:pt>
                <c:pt idx="1607">
                  <c:v>821.16078111689944</c:v>
                </c:pt>
                <c:pt idx="1608">
                  <c:v>839.50927402701495</c:v>
                </c:pt>
                <c:pt idx="1609">
                  <c:v>839.25863836468261</c:v>
                </c:pt>
                <c:pt idx="1610">
                  <c:v>839.98969367734605</c:v>
                </c:pt>
                <c:pt idx="1611">
                  <c:v>832.84380017618867</c:v>
                </c:pt>
                <c:pt idx="1612">
                  <c:v>841.87025587314849</c:v>
                </c:pt>
                <c:pt idx="1613">
                  <c:v>840.5740464256146</c:v>
                </c:pt>
                <c:pt idx="1614">
                  <c:v>851.05696968193718</c:v>
                </c:pt>
                <c:pt idx="1615">
                  <c:v>846.66187502509626</c:v>
                </c:pt>
                <c:pt idx="1616">
                  <c:v>866.72638077437807</c:v>
                </c:pt>
                <c:pt idx="1617">
                  <c:v>867.38032352706364</c:v>
                </c:pt>
                <c:pt idx="1618">
                  <c:v>866.31076126495213</c:v>
                </c:pt>
                <c:pt idx="1619">
                  <c:v>865.37429955929906</c:v>
                </c:pt>
                <c:pt idx="1620">
                  <c:v>864.99499091254097</c:v>
                </c:pt>
                <c:pt idx="1621">
                  <c:v>874.37273295754608</c:v>
                </c:pt>
                <c:pt idx="1622">
                  <c:v>888.11361090346008</c:v>
                </c:pt>
                <c:pt idx="1623">
                  <c:v>881.38291232961967</c:v>
                </c:pt>
                <c:pt idx="1624">
                  <c:v>879.9085011208964</c:v>
                </c:pt>
                <c:pt idx="1625">
                  <c:v>897.90954013607927</c:v>
                </c:pt>
                <c:pt idx="1626">
                  <c:v>888.42232523649</c:v>
                </c:pt>
                <c:pt idx="1627">
                  <c:v>894.26254483274192</c:v>
                </c:pt>
                <c:pt idx="1628">
                  <c:v>906.90325553543414</c:v>
                </c:pt>
                <c:pt idx="1629">
                  <c:v>908.37804292353326</c:v>
                </c:pt>
                <c:pt idx="1630">
                  <c:v>911.27919158963243</c:v>
                </c:pt>
                <c:pt idx="1631">
                  <c:v>908.02345676262576</c:v>
                </c:pt>
                <c:pt idx="1632">
                  <c:v>928.21240553295343</c:v>
                </c:pt>
                <c:pt idx="1633">
                  <c:v>934.99438158196779</c:v>
                </c:pt>
                <c:pt idx="1634">
                  <c:v>938.29236618853247</c:v>
                </c:pt>
                <c:pt idx="1635">
                  <c:v>939.75901141658585</c:v>
                </c:pt>
                <c:pt idx="1636">
                  <c:v>954.39746626050885</c:v>
                </c:pt>
                <c:pt idx="1637">
                  <c:v>963.7821935112421</c:v>
                </c:pt>
                <c:pt idx="1638">
                  <c:v>967.52445497958036</c:v>
                </c:pt>
                <c:pt idx="1639">
                  <c:v>955.78190905380472</c:v>
                </c:pt>
                <c:pt idx="1640">
                  <c:v>966.92707615775623</c:v>
                </c:pt>
                <c:pt idx="1641">
                  <c:v>971.06851292971453</c:v>
                </c:pt>
                <c:pt idx="1642">
                  <c:v>971.68836526536961</c:v>
                </c:pt>
                <c:pt idx="1643">
                  <c:v>978.7544125879075</c:v>
                </c:pt>
                <c:pt idx="1644">
                  <c:v>962.2602157459138</c:v>
                </c:pt>
                <c:pt idx="1645">
                  <c:v>942.97146898560425</c:v>
                </c:pt>
                <c:pt idx="1646">
                  <c:v>937.43675259652821</c:v>
                </c:pt>
                <c:pt idx="1647">
                  <c:v>950.00406901936947</c:v>
                </c:pt>
                <c:pt idx="1648">
                  <c:v>962.62318327039827</c:v>
                </c:pt>
                <c:pt idx="1649">
                  <c:v>970.74975937290128</c:v>
                </c:pt>
                <c:pt idx="1650">
                  <c:v>977.21171365662292</c:v>
                </c:pt>
                <c:pt idx="1651">
                  <c:v>975.39017828167073</c:v>
                </c:pt>
                <c:pt idx="1652">
                  <c:v>964.20925020049003</c:v>
                </c:pt>
                <c:pt idx="1653">
                  <c:v>964.3264886245064</c:v>
                </c:pt>
                <c:pt idx="1654">
                  <c:v>970.51741018691848</c:v>
                </c:pt>
                <c:pt idx="1655">
                  <c:v>970.56806983108913</c:v>
                </c:pt>
                <c:pt idx="1656">
                  <c:v>973.65566241064107</c:v>
                </c:pt>
                <c:pt idx="1657">
                  <c:v>984.67680745441282</c:v>
                </c:pt>
                <c:pt idx="1658">
                  <c:v>990.40644931006545</c:v>
                </c:pt>
                <c:pt idx="1659">
                  <c:v>994.39773758137233</c:v>
                </c:pt>
                <c:pt idx="1660">
                  <c:v>987.75615873229719</c:v>
                </c:pt>
                <c:pt idx="1661">
                  <c:v>985.01468726862686</c:v>
                </c:pt>
                <c:pt idx="1662">
                  <c:v>975.36968962497428</c:v>
                </c:pt>
                <c:pt idx="1663">
                  <c:v>972.8576176121278</c:v>
                </c:pt>
                <c:pt idx="1664">
                  <c:v>982.63562430934292</c:v>
                </c:pt>
                <c:pt idx="1665">
                  <c:v>988.91939465471148</c:v>
                </c:pt>
                <c:pt idx="1666">
                  <c:v>992.80922083557232</c:v>
                </c:pt>
                <c:pt idx="1667">
                  <c:v>981.81318629444684</c:v>
                </c:pt>
                <c:pt idx="1668">
                  <c:v>960.57356382594435</c:v>
                </c:pt>
                <c:pt idx="1669">
                  <c:v>975.11879085100577</c:v>
                </c:pt>
                <c:pt idx="1670">
                  <c:v>994.81994119976241</c:v>
                </c:pt>
                <c:pt idx="1671">
                  <c:v>1017.118900455974</c:v>
                </c:pt>
                <c:pt idx="1672">
                  <c:v>1014.8152917225301</c:v>
                </c:pt>
                <c:pt idx="1673">
                  <c:v>1017.1502328581759</c:v>
                </c:pt>
                <c:pt idx="1674">
                  <c:v>1011.27420049272</c:v>
                </c:pt>
                <c:pt idx="1675">
                  <c:v>1024.8501080981137</c:v>
                </c:pt>
                <c:pt idx="1676">
                  <c:v>1041.0064331592851</c:v>
                </c:pt>
                <c:pt idx="1677">
                  <c:v>1032.4988363810678</c:v>
                </c:pt>
                <c:pt idx="1678">
                  <c:v>1034.9682278128107</c:v>
                </c:pt>
                <c:pt idx="1679">
                  <c:v>1038.4824957578967</c:v>
                </c:pt>
                <c:pt idx="1680">
                  <c:v>1046.7192557628034</c:v>
                </c:pt>
                <c:pt idx="1681">
                  <c:v>1050.379374487861</c:v>
                </c:pt>
                <c:pt idx="1682">
                  <c:v>1039.5898268054482</c:v>
                </c:pt>
                <c:pt idx="1683">
                  <c:v>1034.3822344163486</c:v>
                </c:pt>
                <c:pt idx="1684">
                  <c:v>1021.4500584477263</c:v>
                </c:pt>
                <c:pt idx="1685">
                  <c:v>1020.7535766855897</c:v>
                </c:pt>
                <c:pt idx="1686">
                  <c:v>1016.4270272760796</c:v>
                </c:pt>
                <c:pt idx="1687">
                  <c:v>1022.8888455871368</c:v>
                </c:pt>
                <c:pt idx="1688">
                  <c:v>1021.4332088602968</c:v>
                </c:pt>
                <c:pt idx="1689">
                  <c:v>1005.3071708416722</c:v>
                </c:pt>
                <c:pt idx="1690">
                  <c:v>980.49580141059243</c:v>
                </c:pt>
                <c:pt idx="1691">
                  <c:v>983.24607302466143</c:v>
                </c:pt>
                <c:pt idx="1692">
                  <c:v>1003.5338539571354</c:v>
                </c:pt>
                <c:pt idx="1693">
                  <c:v>1016.0380865294318</c:v>
                </c:pt>
                <c:pt idx="1694">
                  <c:v>1011.9633991749721</c:v>
                </c:pt>
                <c:pt idx="1695">
                  <c:v>1001.9373400332462</c:v>
                </c:pt>
                <c:pt idx="1696">
                  <c:v>971.09084478716682</c:v>
                </c:pt>
                <c:pt idx="1697">
                  <c:v>970.2020812637428</c:v>
                </c:pt>
                <c:pt idx="1698">
                  <c:v>965.39703006784441</c:v>
                </c:pt>
                <c:pt idx="1699">
                  <c:v>972.77186621319674</c:v>
                </c:pt>
                <c:pt idx="1700">
                  <c:v>944.60827447848067</c:v>
                </c:pt>
                <c:pt idx="1701">
                  <c:v>963.50341838895122</c:v>
                </c:pt>
                <c:pt idx="1702">
                  <c:v>969.53673013016885</c:v>
                </c:pt>
                <c:pt idx="1703">
                  <c:v>981.33626790206631</c:v>
                </c:pt>
                <c:pt idx="1704">
                  <c:v>977.06831931015552</c:v>
                </c:pt>
                <c:pt idx="1705">
                  <c:v>974.89878176189688</c:v>
                </c:pt>
                <c:pt idx="1706">
                  <c:v>967.74752806980166</c:v>
                </c:pt>
                <c:pt idx="1707">
                  <c:v>970.92030057742181</c:v>
                </c:pt>
                <c:pt idx="1708">
                  <c:v>994.95954474279517</c:v>
                </c:pt>
                <c:pt idx="1709">
                  <c:v>999.97860925879456</c:v>
                </c:pt>
                <c:pt idx="1710">
                  <c:v>1011.6941283148246</c:v>
                </c:pt>
                <c:pt idx="1711">
                  <c:v>1021.4956357085433</c:v>
                </c:pt>
                <c:pt idx="1712">
                  <c:v>1021.1190585113418</c:v>
                </c:pt>
                <c:pt idx="1713">
                  <c:v>1029.4383697223439</c:v>
                </c:pt>
                <c:pt idx="1714">
                  <c:v>1026.9852931565779</c:v>
                </c:pt>
                <c:pt idx="1715">
                  <c:v>1032.8626621871972</c:v>
                </c:pt>
                <c:pt idx="1716">
                  <c:v>1053.8817854969423</c:v>
                </c:pt>
                <c:pt idx="1717">
                  <c:v>1051.2663066588643</c:v>
                </c:pt>
                <c:pt idx="1718">
                  <c:v>1071.4342887202336</c:v>
                </c:pt>
                <c:pt idx="1719">
                  <c:v>1069.8478635883396</c:v>
                </c:pt>
                <c:pt idx="1720">
                  <c:v>1070.9727705513062</c:v>
                </c:pt>
                <c:pt idx="1721">
                  <c:v>1084.7681080321177</c:v>
                </c:pt>
                <c:pt idx="1722">
                  <c:v>1093.7200234734196</c:v>
                </c:pt>
                <c:pt idx="1723">
                  <c:v>1128.8302083582787</c:v>
                </c:pt>
                <c:pt idx="1724">
                  <c:v>1130.7209234731881</c:v>
                </c:pt>
                <c:pt idx="1725">
                  <c:v>1141.0570199492099</c:v>
                </c:pt>
                <c:pt idx="1726">
                  <c:v>1142.1449225189394</c:v>
                </c:pt>
                <c:pt idx="1727">
                  <c:v>1114.9775374836997</c:v>
                </c:pt>
                <c:pt idx="1728">
                  <c:v>1125.823111372524</c:v>
                </c:pt>
                <c:pt idx="1729">
                  <c:v>1137.187532280059</c:v>
                </c:pt>
                <c:pt idx="1730">
                  <c:v>1134.0885340616435</c:v>
                </c:pt>
                <c:pt idx="1731">
                  <c:v>1141.9059307794905</c:v>
                </c:pt>
                <c:pt idx="1732">
                  <c:v>1140.2491375567984</c:v>
                </c:pt>
                <c:pt idx="1733">
                  <c:v>1178.9381500530599</c:v>
                </c:pt>
                <c:pt idx="1734">
                  <c:v>1202.7660856808263</c:v>
                </c:pt>
                <c:pt idx="1735">
                  <c:v>1194.7536840035634</c:v>
                </c:pt>
                <c:pt idx="1736">
                  <c:v>1194.9032053952199</c:v>
                </c:pt>
                <c:pt idx="1737">
                  <c:v>1208.0953572929075</c:v>
                </c:pt>
                <c:pt idx="1738">
                  <c:v>1171.4148371271849</c:v>
                </c:pt>
                <c:pt idx="1739">
                  <c:v>1210.2938004373257</c:v>
                </c:pt>
                <c:pt idx="1740">
                  <c:v>1215.9944037342195</c:v>
                </c:pt>
                <c:pt idx="1741">
                  <c:v>1202.3133209725841</c:v>
                </c:pt>
                <c:pt idx="1742">
                  <c:v>1204.0906575613426</c:v>
                </c:pt>
                <c:pt idx="1743">
                  <c:v>1180.0781623179146</c:v>
                </c:pt>
                <c:pt idx="1744">
                  <c:v>1188.0996393786465</c:v>
                </c:pt>
                <c:pt idx="1745">
                  <c:v>1242.8195972913779</c:v>
                </c:pt>
                <c:pt idx="1746">
                  <c:v>1249.1545401036306</c:v>
                </c:pt>
                <c:pt idx="1747">
                  <c:v>1230.9776313413167</c:v>
                </c:pt>
                <c:pt idx="1748">
                  <c:v>1258.7423114327266</c:v>
                </c:pt>
                <c:pt idx="1749">
                  <c:v>1218.9945961273884</c:v>
                </c:pt>
                <c:pt idx="1750">
                  <c:v>1211.7294979746925</c:v>
                </c:pt>
                <c:pt idx="1751">
                  <c:v>1262.6605998742452</c:v>
                </c:pt>
                <c:pt idx="1752">
                  <c:v>1209.2142939667801</c:v>
                </c:pt>
                <c:pt idx="1753">
                  <c:v>1197.0587327476294</c:v>
                </c:pt>
                <c:pt idx="1754">
                  <c:v>1187.7720456025199</c:v>
                </c:pt>
                <c:pt idx="1755">
                  <c:v>1223.0963171424487</c:v>
                </c:pt>
                <c:pt idx="1756">
                  <c:v>1237.4023694650236</c:v>
                </c:pt>
                <c:pt idx="1757">
                  <c:v>1246.6725464193464</c:v>
                </c:pt>
                <c:pt idx="1758">
                  <c:v>1280.9075769698502</c:v>
                </c:pt>
                <c:pt idx="1759">
                  <c:v>1268.3795538210568</c:v>
                </c:pt>
                <c:pt idx="1760">
                  <c:v>1267.114080457462</c:v>
                </c:pt>
                <c:pt idx="1761">
                  <c:v>1254.9924759431913</c:v>
                </c:pt>
                <c:pt idx="1762">
                  <c:v>1249.0637134051331</c:v>
                </c:pt>
                <c:pt idx="1763">
                  <c:v>1274.0983124695886</c:v>
                </c:pt>
                <c:pt idx="1764">
                  <c:v>1253.6227222804644</c:v>
                </c:pt>
                <c:pt idx="1765">
                  <c:v>1209.0054879020836</c:v>
                </c:pt>
                <c:pt idx="1766">
                  <c:v>1206.6457236505798</c:v>
                </c:pt>
                <c:pt idx="1767">
                  <c:v>1193.8675793215805</c:v>
                </c:pt>
                <c:pt idx="1768">
                  <c:v>1196.7748458657761</c:v>
                </c:pt>
                <c:pt idx="1769">
                  <c:v>1213.1467435491609</c:v>
                </c:pt>
                <c:pt idx="1770">
                  <c:v>1218.8790427293379</c:v>
                </c:pt>
                <c:pt idx="1771">
                  <c:v>1185.515221846902</c:v>
                </c:pt>
                <c:pt idx="1772">
                  <c:v>1197.660828516066</c:v>
                </c:pt>
                <c:pt idx="1773">
                  <c:v>1163.5364515766473</c:v>
                </c:pt>
                <c:pt idx="1774">
                  <c:v>1135.6117899839016</c:v>
                </c:pt>
                <c:pt idx="1775">
                  <c:v>1112.4211735655961</c:v>
                </c:pt>
                <c:pt idx="1776">
                  <c:v>1089.7910631535196</c:v>
                </c:pt>
                <c:pt idx="1777">
                  <c:v>1089.277654063806</c:v>
                </c:pt>
                <c:pt idx="1778">
                  <c:v>1063.3829475667062</c:v>
                </c:pt>
                <c:pt idx="1779">
                  <c:v>1071.5172418199213</c:v>
                </c:pt>
                <c:pt idx="1780">
                  <c:v>1054.2883556864983</c:v>
                </c:pt>
                <c:pt idx="1781">
                  <c:v>1105.9685004218566</c:v>
                </c:pt>
                <c:pt idx="1782">
                  <c:v>1147.7206560241673</c:v>
                </c:pt>
                <c:pt idx="1783">
                  <c:v>1148.6496420632045</c:v>
                </c:pt>
                <c:pt idx="1784">
                  <c:v>1166.6717275258331</c:v>
                </c:pt>
                <c:pt idx="1785">
                  <c:v>1133.5156899013787</c:v>
                </c:pt>
                <c:pt idx="1786">
                  <c:v>1137.8648142095872</c:v>
                </c:pt>
                <c:pt idx="1787">
                  <c:v>1138.1731881477731</c:v>
                </c:pt>
                <c:pt idx="1788">
                  <c:v>1157.3750373019304</c:v>
                </c:pt>
                <c:pt idx="1789">
                  <c:v>1189.8812448881879</c:v>
                </c:pt>
                <c:pt idx="1790">
                  <c:v>1159.8989201353704</c:v>
                </c:pt>
                <c:pt idx="1791">
                  <c:v>1117.3020401321435</c:v>
                </c:pt>
                <c:pt idx="1792">
                  <c:v>1121.0984784299751</c:v>
                </c:pt>
                <c:pt idx="1793">
                  <c:v>1170.4737730388499</c:v>
                </c:pt>
                <c:pt idx="1794">
                  <c:v>1168.4017759195276</c:v>
                </c:pt>
                <c:pt idx="1795">
                  <c:v>1127.619382301521</c:v>
                </c:pt>
                <c:pt idx="1796">
                  <c:v>1111.0727030441851</c:v>
                </c:pt>
                <c:pt idx="1797">
                  <c:v>1096.6965474093711</c:v>
                </c:pt>
                <c:pt idx="1798">
                  <c:v>1062.5684350984729</c:v>
                </c:pt>
                <c:pt idx="1799">
                  <c:v>1096.6200428050427</c:v>
                </c:pt>
                <c:pt idx="1800">
                  <c:v>1113.4573466748984</c:v>
                </c:pt>
                <c:pt idx="1801">
                  <c:v>1116.1121370288208</c:v>
                </c:pt>
                <c:pt idx="1802">
                  <c:v>1092.1147098394285</c:v>
                </c:pt>
                <c:pt idx="1803">
                  <c:v>1121.3372762047663</c:v>
                </c:pt>
                <c:pt idx="1804">
                  <c:v>1109.2318683531796</c:v>
                </c:pt>
                <c:pt idx="1805">
                  <c:v>1084.2763755027856</c:v>
                </c:pt>
                <c:pt idx="1806">
                  <c:v>1040.7862863690593</c:v>
                </c:pt>
                <c:pt idx="1807">
                  <c:v>1036.8337595715022</c:v>
                </c:pt>
                <c:pt idx="1808">
                  <c:v>1083.3512573135913</c:v>
                </c:pt>
                <c:pt idx="1809">
                  <c:v>1058.9882918942135</c:v>
                </c:pt>
                <c:pt idx="1810">
                  <c:v>1036.3964792909198</c:v>
                </c:pt>
                <c:pt idx="1811">
                  <c:v>1008.8040422407021</c:v>
                </c:pt>
                <c:pt idx="1812">
                  <c:v>1053.9500605084293</c:v>
                </c:pt>
                <c:pt idx="1813">
                  <c:v>1095.1422365190497</c:v>
                </c:pt>
                <c:pt idx="1814">
                  <c:v>1102.6365865167854</c:v>
                </c:pt>
                <c:pt idx="1815">
                  <c:v>1135.7694226564663</c:v>
                </c:pt>
                <c:pt idx="1816">
                  <c:v>1141.8877042762074</c:v>
                </c:pt>
                <c:pt idx="1817">
                  <c:v>1154.0334601005779</c:v>
                </c:pt>
                <c:pt idx="1818">
                  <c:v>1141.393805763629</c:v>
                </c:pt>
                <c:pt idx="1819">
                  <c:v>1190.5462892539965</c:v>
                </c:pt>
                <c:pt idx="1820">
                  <c:v>1187.5618062349984</c:v>
                </c:pt>
                <c:pt idx="1821">
                  <c:v>1200.4642449954936</c:v>
                </c:pt>
                <c:pt idx="1822">
                  <c:v>1221.4420084931667</c:v>
                </c:pt>
                <c:pt idx="1823">
                  <c:v>1202.2352035631789</c:v>
                </c:pt>
                <c:pt idx="1824">
                  <c:v>1181.9526208444076</c:v>
                </c:pt>
                <c:pt idx="1825">
                  <c:v>1172.0482572110432</c:v>
                </c:pt>
                <c:pt idx="1826">
                  <c:v>1197.5700168091853</c:v>
                </c:pt>
                <c:pt idx="1827">
                  <c:v>1162.149731202732</c:v>
                </c:pt>
                <c:pt idx="1828">
                  <c:v>1128.3956947263453</c:v>
                </c:pt>
                <c:pt idx="1829">
                  <c:v>1127.9493055730863</c:v>
                </c:pt>
                <c:pt idx="1830">
                  <c:v>1103.9543680940487</c:v>
                </c:pt>
                <c:pt idx="1831">
                  <c:v>1068.6838534312981</c:v>
                </c:pt>
                <c:pt idx="1832">
                  <c:v>1066.5140250052798</c:v>
                </c:pt>
                <c:pt idx="1833">
                  <c:v>1087.3344325758001</c:v>
                </c:pt>
                <c:pt idx="1834">
                  <c:v>1052.4699227412659</c:v>
                </c:pt>
                <c:pt idx="1835">
                  <c:v>1060.2355446087406</c:v>
                </c:pt>
                <c:pt idx="1836">
                  <c:v>1077.8175655068985</c:v>
                </c:pt>
                <c:pt idx="1837">
                  <c:v>1070.1188431038918</c:v>
                </c:pt>
                <c:pt idx="1838">
                  <c:v>1046.0719989220909</c:v>
                </c:pt>
                <c:pt idx="1839">
                  <c:v>1016.6815645323994</c:v>
                </c:pt>
                <c:pt idx="1840">
                  <c:v>1029.3494030276663</c:v>
                </c:pt>
                <c:pt idx="1841">
                  <c:v>985.90007533625396</c:v>
                </c:pt>
                <c:pt idx="1842">
                  <c:v>981.28444675974538</c:v>
                </c:pt>
                <c:pt idx="1843">
                  <c:v>1030.3351295381983</c:v>
                </c:pt>
                <c:pt idx="1844">
                  <c:v>985.59087998108294</c:v>
                </c:pt>
                <c:pt idx="1845">
                  <c:v>1006.8570397102187</c:v>
                </c:pt>
                <c:pt idx="1846">
                  <c:v>1012.7426290840696</c:v>
                </c:pt>
                <c:pt idx="1847">
                  <c:v>1052.3309330753243</c:v>
                </c:pt>
                <c:pt idx="1848">
                  <c:v>993.27717412119296</c:v>
                </c:pt>
                <c:pt idx="1849">
                  <c:v>991.12418415172988</c:v>
                </c:pt>
                <c:pt idx="1850">
                  <c:v>942.91569901385185</c:v>
                </c:pt>
                <c:pt idx="1851">
                  <c:v>964.04936449298259</c:v>
                </c:pt>
                <c:pt idx="1852">
                  <c:v>920.28402330796484</c:v>
                </c:pt>
                <c:pt idx="1853">
                  <c:v>901.66983107129533</c:v>
                </c:pt>
                <c:pt idx="1854">
                  <c:v>946.05508535402294</c:v>
                </c:pt>
                <c:pt idx="1855">
                  <c:v>932.45376550523235</c:v>
                </c:pt>
                <c:pt idx="1856">
                  <c:v>966.63890761235257</c:v>
                </c:pt>
                <c:pt idx="1857">
                  <c:v>910.59071512729804</c:v>
                </c:pt>
                <c:pt idx="1858">
                  <c:v>893.08115817711621</c:v>
                </c:pt>
                <c:pt idx="1859">
                  <c:v>888.64729249703851</c:v>
                </c:pt>
                <c:pt idx="1860">
                  <c:v>911.85072471733156</c:v>
                </c:pt>
                <c:pt idx="1861">
                  <c:v>889.97452500568477</c:v>
                </c:pt>
                <c:pt idx="1862">
                  <c:v>905.30491685044024</c:v>
                </c:pt>
                <c:pt idx="1863">
                  <c:v>934.83086091541861</c:v>
                </c:pt>
                <c:pt idx="1864">
                  <c:v>973.54963987637461</c:v>
                </c:pt>
                <c:pt idx="1865">
                  <c:v>967.24365972798046</c:v>
                </c:pt>
                <c:pt idx="1866">
                  <c:v>960.92017842373593</c:v>
                </c:pt>
                <c:pt idx="1867">
                  <c:v>990.78070282517899</c:v>
                </c:pt>
                <c:pt idx="1868">
                  <c:v>954.80366169653291</c:v>
                </c:pt>
                <c:pt idx="1869">
                  <c:v>958.49522038765906</c:v>
                </c:pt>
                <c:pt idx="1870">
                  <c:v>970.39361814060874</c:v>
                </c:pt>
                <c:pt idx="1871">
                  <c:v>959.83609838546795</c:v>
                </c:pt>
                <c:pt idx="1872">
                  <c:v>928.86082500885038</c:v>
                </c:pt>
                <c:pt idx="1873">
                  <c:v>888.69516073354839</c:v>
                </c:pt>
                <c:pt idx="1874">
                  <c:v>844.53571798246014</c:v>
                </c:pt>
                <c:pt idx="1875">
                  <c:v>853.1717344505538</c:v>
                </c:pt>
                <c:pt idx="1876">
                  <c:v>874.19565041744147</c:v>
                </c:pt>
                <c:pt idx="1877">
                  <c:v>835.42821432401524</c:v>
                </c:pt>
                <c:pt idx="1878">
                  <c:v>844.53922856876193</c:v>
                </c:pt>
                <c:pt idx="1879">
                  <c:v>871.67828642859035</c:v>
                </c:pt>
                <c:pt idx="1880">
                  <c:v>864.98972992039978</c:v>
                </c:pt>
                <c:pt idx="1881">
                  <c:v>872.70876051851383</c:v>
                </c:pt>
                <c:pt idx="1882">
                  <c:v>904.14640835419084</c:v>
                </c:pt>
                <c:pt idx="1883">
                  <c:v>899.44609845301761</c:v>
                </c:pt>
                <c:pt idx="1884">
                  <c:v>868.46523695984683</c:v>
                </c:pt>
                <c:pt idx="1885">
                  <c:v>865.86988781612536</c:v>
                </c:pt>
                <c:pt idx="1886">
                  <c:v>851.13025552447948</c:v>
                </c:pt>
                <c:pt idx="1887">
                  <c:v>845.80583552328585</c:v>
                </c:pt>
                <c:pt idx="1888">
                  <c:v>862.11634177145186</c:v>
                </c:pt>
                <c:pt idx="1889">
                  <c:v>870.77596616379594</c:v>
                </c:pt>
                <c:pt idx="1890">
                  <c:v>896.68452856747115</c:v>
                </c:pt>
                <c:pt idx="1891">
                  <c:v>898.70893497246334</c:v>
                </c:pt>
                <c:pt idx="1892">
                  <c:v>878.49377210365833</c:v>
                </c:pt>
                <c:pt idx="1893">
                  <c:v>877.83768406567617</c:v>
                </c:pt>
                <c:pt idx="1894">
                  <c:v>877.86794756634401</c:v>
                </c:pt>
                <c:pt idx="1895">
                  <c:v>890.53898291171356</c:v>
                </c:pt>
                <c:pt idx="1896">
                  <c:v>906.06885891182242</c:v>
                </c:pt>
                <c:pt idx="1897">
                  <c:v>899.79139157659495</c:v>
                </c:pt>
                <c:pt idx="1898">
                  <c:v>932.26430188651318</c:v>
                </c:pt>
                <c:pt idx="1899">
                  <c:v>953.24063421602261</c:v>
                </c:pt>
                <c:pt idx="1900">
                  <c:v>966.90682359823563</c:v>
                </c:pt>
                <c:pt idx="1901">
                  <c:v>949.25884915188271</c:v>
                </c:pt>
                <c:pt idx="1902">
                  <c:v>940.23445062523422</c:v>
                </c:pt>
                <c:pt idx="1903">
                  <c:v>925.30676208097839</c:v>
                </c:pt>
                <c:pt idx="1904">
                  <c:v>968.48003094552462</c:v>
                </c:pt>
                <c:pt idx="1905">
                  <c:v>977.88759862227721</c:v>
                </c:pt>
                <c:pt idx="1906">
                  <c:v>998.01387253337168</c:v>
                </c:pt>
                <c:pt idx="1907">
                  <c:v>999.12316364720618</c:v>
                </c:pt>
                <c:pt idx="1908">
                  <c:v>994.19763449399341</c:v>
                </c:pt>
                <c:pt idx="1909">
                  <c:v>1023.5550484890281</c:v>
                </c:pt>
                <c:pt idx="1910">
                  <c:v>1029.3417287605771</c:v>
                </c:pt>
                <c:pt idx="1911">
                  <c:v>1021.9506614874867</c:v>
                </c:pt>
                <c:pt idx="1912">
                  <c:v>1001.145856393525</c:v>
                </c:pt>
                <c:pt idx="1913">
                  <c:v>986.08696764637625</c:v>
                </c:pt>
                <c:pt idx="1914">
                  <c:v>1021.235200291764</c:v>
                </c:pt>
                <c:pt idx="1915">
                  <c:v>1016.2822149106298</c:v>
                </c:pt>
                <c:pt idx="1916">
                  <c:v>1044.8947634409358</c:v>
                </c:pt>
                <c:pt idx="1917">
                  <c:v>1052.7366740077712</c:v>
                </c:pt>
                <c:pt idx="1918">
                  <c:v>1048.8319995807444</c:v>
                </c:pt>
                <c:pt idx="1919">
                  <c:v>1041.7008359329416</c:v>
                </c:pt>
                <c:pt idx="1920">
                  <c:v>1052.7596901730201</c:v>
                </c:pt>
                <c:pt idx="1921">
                  <c:v>1025.5054353449968</c:v>
                </c:pt>
                <c:pt idx="1922">
                  <c:v>993.92497260537061</c:v>
                </c:pt>
                <c:pt idx="1923">
                  <c:v>994.67463247852811</c:v>
                </c:pt>
                <c:pt idx="1924">
                  <c:v>995.77945666135417</c:v>
                </c:pt>
                <c:pt idx="1925">
                  <c:v>1019.1627553839933</c:v>
                </c:pt>
                <c:pt idx="1926">
                  <c:v>964.938061426545</c:v>
                </c:pt>
                <c:pt idx="1927">
                  <c:v>948.65188819266939</c:v>
                </c:pt>
                <c:pt idx="1928">
                  <c:v>934.02615869838064</c:v>
                </c:pt>
                <c:pt idx="1929">
                  <c:v>921.66152696362042</c:v>
                </c:pt>
                <c:pt idx="1930">
                  <c:v>905.47081795889142</c:v>
                </c:pt>
                <c:pt idx="1931">
                  <c:v>892.17506053073441</c:v>
                </c:pt>
                <c:pt idx="1932">
                  <c:v>883.24449729409764</c:v>
                </c:pt>
                <c:pt idx="1933">
                  <c:v>894.11247261604285</c:v>
                </c:pt>
                <c:pt idx="1934">
                  <c:v>896.92072375463658</c:v>
                </c:pt>
                <c:pt idx="1935">
                  <c:v>916.80972846487339</c:v>
                </c:pt>
                <c:pt idx="1936">
                  <c:v>937.53538675639936</c:v>
                </c:pt>
                <c:pt idx="1937">
                  <c:v>875.17165264421328</c:v>
                </c:pt>
                <c:pt idx="1938">
                  <c:v>877.75893853010143</c:v>
                </c:pt>
                <c:pt idx="1939">
                  <c:v>861.90276356887284</c:v>
                </c:pt>
                <c:pt idx="1940">
                  <c:v>861.2568956027792</c:v>
                </c:pt>
                <c:pt idx="1941">
                  <c:v>874.45177749995082</c:v>
                </c:pt>
                <c:pt idx="1942">
                  <c:v>873.9323853435078</c:v>
                </c:pt>
                <c:pt idx="1943">
                  <c:v>862.94762223403916</c:v>
                </c:pt>
                <c:pt idx="1944">
                  <c:v>845.96059174355912</c:v>
                </c:pt>
                <c:pt idx="1945">
                  <c:v>836.27581485183055</c:v>
                </c:pt>
                <c:pt idx="1946">
                  <c:v>829.58029038921927</c:v>
                </c:pt>
                <c:pt idx="1947">
                  <c:v>836.37940674106449</c:v>
                </c:pt>
                <c:pt idx="1948">
                  <c:v>840.15447173580424</c:v>
                </c:pt>
                <c:pt idx="1949">
                  <c:v>806.26576469513202</c:v>
                </c:pt>
                <c:pt idx="1950">
                  <c:v>790.5732900977265</c:v>
                </c:pt>
                <c:pt idx="1951">
                  <c:v>816.10061290761053</c:v>
                </c:pt>
                <c:pt idx="1952">
                  <c:v>844.21366285222666</c:v>
                </c:pt>
                <c:pt idx="1953">
                  <c:v>847.01758653628315</c:v>
                </c:pt>
                <c:pt idx="1954">
                  <c:v>840.84165793949421</c:v>
                </c:pt>
                <c:pt idx="1955">
                  <c:v>798.12372924262286</c:v>
                </c:pt>
                <c:pt idx="1956">
                  <c:v>786.77620623200062</c:v>
                </c:pt>
                <c:pt idx="1957">
                  <c:v>779.6010254625711</c:v>
                </c:pt>
                <c:pt idx="1958">
                  <c:v>776.12953089178666</c:v>
                </c:pt>
                <c:pt idx="1959">
                  <c:v>803.36260714605692</c:v>
                </c:pt>
                <c:pt idx="1960">
                  <c:v>772.06581842729122</c:v>
                </c:pt>
                <c:pt idx="1961">
                  <c:v>799.8638683314764</c:v>
                </c:pt>
                <c:pt idx="1962">
                  <c:v>805.45310075659779</c:v>
                </c:pt>
                <c:pt idx="1963">
                  <c:v>807.36958808840541</c:v>
                </c:pt>
                <c:pt idx="1964">
                  <c:v>811.15657346977946</c:v>
                </c:pt>
                <c:pt idx="1965">
                  <c:v>833.81233584921404</c:v>
                </c:pt>
                <c:pt idx="1966">
                  <c:v>844.97312757616987</c:v>
                </c:pt>
                <c:pt idx="1967">
                  <c:v>867.19140787588992</c:v>
                </c:pt>
                <c:pt idx="1968">
                  <c:v>849.15973725091294</c:v>
                </c:pt>
                <c:pt idx="1969">
                  <c:v>838.19732166970721</c:v>
                </c:pt>
                <c:pt idx="1970">
                  <c:v>887.38605918153473</c:v>
                </c:pt>
                <c:pt idx="1971">
                  <c:v>873.59581576113442</c:v>
                </c:pt>
                <c:pt idx="1972">
                  <c:v>866.48829120917446</c:v>
                </c:pt>
                <c:pt idx="1973">
                  <c:v>839.47194557827572</c:v>
                </c:pt>
                <c:pt idx="1974">
                  <c:v>823.02632087859149</c:v>
                </c:pt>
                <c:pt idx="1975">
                  <c:v>840.81987626443231</c:v>
                </c:pt>
                <c:pt idx="1976">
                  <c:v>848.4749888984411</c:v>
                </c:pt>
                <c:pt idx="1977">
                  <c:v>856.35772049290858</c:v>
                </c:pt>
                <c:pt idx="1978">
                  <c:v>825.36071637376699</c:v>
                </c:pt>
                <c:pt idx="1979">
                  <c:v>906.91184820709884</c:v>
                </c:pt>
                <c:pt idx="1980">
                  <c:v>928.13390936973917</c:v>
                </c:pt>
                <c:pt idx="1981">
                  <c:v>920.96781920387173</c:v>
                </c:pt>
                <c:pt idx="1982">
                  <c:v>934.77667609488026</c:v>
                </c:pt>
                <c:pt idx="1983">
                  <c:v>914.13762420979788</c:v>
                </c:pt>
                <c:pt idx="1984">
                  <c:v>918.93087352532928</c:v>
                </c:pt>
                <c:pt idx="1985">
                  <c:v>917.76802758287533</c:v>
                </c:pt>
                <c:pt idx="1986">
                  <c:v>905.82775031772826</c:v>
                </c:pt>
                <c:pt idx="1987">
                  <c:v>927.98809224928596</c:v>
                </c:pt>
                <c:pt idx="1988">
                  <c:v>939.62828544883064</c:v>
                </c:pt>
                <c:pt idx="1989">
                  <c:v>925.73115580062597</c:v>
                </c:pt>
                <c:pt idx="1990">
                  <c:v>902.48633409590173</c:v>
                </c:pt>
                <c:pt idx="1991">
                  <c:v>889.84716830692059</c:v>
                </c:pt>
                <c:pt idx="1992">
                  <c:v>940.73387967867097</c:v>
                </c:pt>
                <c:pt idx="1993">
                  <c:v>943.21278719650763</c:v>
                </c:pt>
                <c:pt idx="1994">
                  <c:v>935.76409147941752</c:v>
                </c:pt>
                <c:pt idx="1995">
                  <c:v>923.99889791489034</c:v>
                </c:pt>
                <c:pt idx="1996">
                  <c:v>899.97201904420763</c:v>
                </c:pt>
                <c:pt idx="1997">
                  <c:v>895.23455871263786</c:v>
                </c:pt>
                <c:pt idx="1998">
                  <c:v>919.55087035533859</c:v>
                </c:pt>
                <c:pt idx="1999">
                  <c:v>914.40276574949894</c:v>
                </c:pt>
                <c:pt idx="2000">
                  <c:v>934.15165863937318</c:v>
                </c:pt>
                <c:pt idx="2001">
                  <c:v>947.26001603802911</c:v>
                </c:pt>
                <c:pt idx="2002">
                  <c:v>933.65636503807912</c:v>
                </c:pt>
                <c:pt idx="2003">
                  <c:v>894.88794884846038</c:v>
                </c:pt>
                <c:pt idx="2004">
                  <c:v>881.591037767476</c:v>
                </c:pt>
                <c:pt idx="2005">
                  <c:v>868.55969282645685</c:v>
                </c:pt>
                <c:pt idx="2006">
                  <c:v>865.60869804835704</c:v>
                </c:pt>
                <c:pt idx="2007">
                  <c:v>884.7504031135486</c:v>
                </c:pt>
                <c:pt idx="2008">
                  <c:v>851.76140573117345</c:v>
                </c:pt>
                <c:pt idx="2009">
                  <c:v>849.78347789182237</c:v>
                </c:pt>
                <c:pt idx="2010">
                  <c:v>827.45973780927477</c:v>
                </c:pt>
                <c:pt idx="2011">
                  <c:v>811.53966794372798</c:v>
                </c:pt>
                <c:pt idx="2012">
                  <c:v>836.13557917987919</c:v>
                </c:pt>
                <c:pt idx="2013">
                  <c:v>836.96286176041212</c:v>
                </c:pt>
                <c:pt idx="2014">
                  <c:v>817.97981564990835</c:v>
                </c:pt>
                <c:pt idx="2015">
                  <c:v>829.2365366864949</c:v>
                </c:pt>
                <c:pt idx="2016">
                  <c:v>814.96028413061288</c:v>
                </c:pt>
                <c:pt idx="2017">
                  <c:v>845.11544271018329</c:v>
                </c:pt>
                <c:pt idx="2018">
                  <c:v>859.59260674845234</c:v>
                </c:pt>
                <c:pt idx="2019">
                  <c:v>866.98735079335722</c:v>
                </c:pt>
                <c:pt idx="2020">
                  <c:v>881.03608793881199</c:v>
                </c:pt>
                <c:pt idx="2021">
                  <c:v>888.87809887689366</c:v>
                </c:pt>
                <c:pt idx="2022">
                  <c:v>898.55348995670261</c:v>
                </c:pt>
                <c:pt idx="2023">
                  <c:v>912.47772882715026</c:v>
                </c:pt>
                <c:pt idx="2024">
                  <c:v>902.1656220393495</c:v>
                </c:pt>
                <c:pt idx="2025">
                  <c:v>890.38401780418508</c:v>
                </c:pt>
                <c:pt idx="2026">
                  <c:v>919.14733303040884</c:v>
                </c:pt>
                <c:pt idx="2027">
                  <c:v>954.40437288639384</c:v>
                </c:pt>
                <c:pt idx="2028">
                  <c:v>959.54583773677757</c:v>
                </c:pt>
                <c:pt idx="2029">
                  <c:v>958.31606441433632</c:v>
                </c:pt>
                <c:pt idx="2030">
                  <c:v>975.39351680814661</c:v>
                </c:pt>
                <c:pt idx="2031">
                  <c:v>988.07577368315765</c:v>
                </c:pt>
                <c:pt idx="2032">
                  <c:v>958.27768768543638</c:v>
                </c:pt>
                <c:pt idx="2033">
                  <c:v>970.71066201805343</c:v>
                </c:pt>
                <c:pt idx="2034">
                  <c:v>1000.5140655664098</c:v>
                </c:pt>
                <c:pt idx="2035">
                  <c:v>1033.4503579619586</c:v>
                </c:pt>
                <c:pt idx="2036">
                  <c:v>1033.614526297501</c:v>
                </c:pt>
                <c:pt idx="2037">
                  <c:v>1020.292261636495</c:v>
                </c:pt>
                <c:pt idx="2038">
                  <c:v>1049.0455621731151</c:v>
                </c:pt>
                <c:pt idx="2039">
                  <c:v>1035.7389521853868</c:v>
                </c:pt>
                <c:pt idx="2040">
                  <c:v>1032.2788759890427</c:v>
                </c:pt>
                <c:pt idx="2041">
                  <c:v>1019.2335724373727</c:v>
                </c:pt>
                <c:pt idx="2042">
                  <c:v>1039.8017232485004</c:v>
                </c:pt>
                <c:pt idx="2043">
                  <c:v>1054.3915071211245</c:v>
                </c:pt>
                <c:pt idx="2044">
                  <c:v>1059.1133713736267</c:v>
                </c:pt>
                <c:pt idx="2045">
                  <c:v>1041.7068053734738</c:v>
                </c:pt>
                <c:pt idx="2046">
                  <c:v>1027.6083301245626</c:v>
                </c:pt>
                <c:pt idx="2047">
                  <c:v>999.32804188548937</c:v>
                </c:pt>
                <c:pt idx="2048">
                  <c:v>1000.4547746075284</c:v>
                </c:pt>
                <c:pt idx="2049">
                  <c:v>1042.3927703534666</c:v>
                </c:pt>
                <c:pt idx="2050">
                  <c:v>1025.380066037656</c:v>
                </c:pt>
                <c:pt idx="2051">
                  <c:v>1032.7773726131227</c:v>
                </c:pt>
                <c:pt idx="2052">
                  <c:v>1028.2129741607218</c:v>
                </c:pt>
                <c:pt idx="2053">
                  <c:v>1013.9600471814985</c:v>
                </c:pt>
                <c:pt idx="2054">
                  <c:v>1025.0670736821403</c:v>
                </c:pt>
                <c:pt idx="2055">
                  <c:v>1053.9382964006886</c:v>
                </c:pt>
                <c:pt idx="2056">
                  <c:v>1059.8958743199657</c:v>
                </c:pt>
                <c:pt idx="2057">
                  <c:v>1046.161922254134</c:v>
                </c:pt>
                <c:pt idx="2058">
                  <c:v>1063.6433143566144</c:v>
                </c:pt>
                <c:pt idx="2059">
                  <c:v>1044.3321555236935</c:v>
                </c:pt>
                <c:pt idx="2060">
                  <c:v>1027.6799872676399</c:v>
                </c:pt>
                <c:pt idx="2061">
                  <c:v>1035.1948361596069</c:v>
                </c:pt>
                <c:pt idx="2062">
                  <c:v>1060.7900369194417</c:v>
                </c:pt>
                <c:pt idx="2063">
                  <c:v>1064.0593326423862</c:v>
                </c:pt>
                <c:pt idx="2064">
                  <c:v>1098.4897565436847</c:v>
                </c:pt>
                <c:pt idx="2065">
                  <c:v>1098.4522099786914</c:v>
                </c:pt>
                <c:pt idx="2066">
                  <c:v>1109.8193891771014</c:v>
                </c:pt>
                <c:pt idx="2067">
                  <c:v>1119.14934228525</c:v>
                </c:pt>
                <c:pt idx="2068">
                  <c:v>1115.0733037875959</c:v>
                </c:pt>
                <c:pt idx="2069">
                  <c:v>1132.6034587460388</c:v>
                </c:pt>
                <c:pt idx="2070">
                  <c:v>1132.3673231799987</c:v>
                </c:pt>
                <c:pt idx="2071">
                  <c:v>1120.9035170280792</c:v>
                </c:pt>
                <c:pt idx="2072">
                  <c:v>1115.1707936660648</c:v>
                </c:pt>
                <c:pt idx="2073">
                  <c:v>1139.4369644168476</c:v>
                </c:pt>
                <c:pt idx="2074">
                  <c:v>1151.8540662363482</c:v>
                </c:pt>
                <c:pt idx="2075">
                  <c:v>1166.6172857082099</c:v>
                </c:pt>
                <c:pt idx="2076">
                  <c:v>1171.9460956968555</c:v>
                </c:pt>
                <c:pt idx="2077">
                  <c:v>1160.8677062370816</c:v>
                </c:pt>
                <c:pt idx="2078">
                  <c:v>1145.9507784610707</c:v>
                </c:pt>
                <c:pt idx="2079">
                  <c:v>1152.5549661819848</c:v>
                </c:pt>
                <c:pt idx="2080">
                  <c:v>1153.339435347214</c:v>
                </c:pt>
                <c:pt idx="2081">
                  <c:v>1141.9060824054427</c:v>
                </c:pt>
                <c:pt idx="2082">
                  <c:v>1129.2539167103982</c:v>
                </c:pt>
                <c:pt idx="2083">
                  <c:v>1151.5120964482969</c:v>
                </c:pt>
                <c:pt idx="2084">
                  <c:v>1151.9126800798151</c:v>
                </c:pt>
                <c:pt idx="2085">
                  <c:v>1154.3956869393983</c:v>
                </c:pt>
                <c:pt idx="2086">
                  <c:v>1166.0065528283562</c:v>
                </c:pt>
                <c:pt idx="2087">
                  <c:v>1168.7736246357385</c:v>
                </c:pt>
                <c:pt idx="2088">
                  <c:v>1156.5701011719716</c:v>
                </c:pt>
                <c:pt idx="2089">
                  <c:v>1150.7853408310245</c:v>
                </c:pt>
                <c:pt idx="2090">
                  <c:v>1149.2976613596384</c:v>
                </c:pt>
                <c:pt idx="2091">
                  <c:v>1129.2356035451148</c:v>
                </c:pt>
                <c:pt idx="2092">
                  <c:v>1143.3585302263627</c:v>
                </c:pt>
                <c:pt idx="2093">
                  <c:v>1166.9094465490966</c:v>
                </c:pt>
                <c:pt idx="2094">
                  <c:v>1181.1580979944742</c:v>
                </c:pt>
                <c:pt idx="2095">
                  <c:v>1192.7171037665753</c:v>
                </c:pt>
                <c:pt idx="2096">
                  <c:v>1178.5545477649928</c:v>
                </c:pt>
                <c:pt idx="2097">
                  <c:v>1167.0171437228319</c:v>
                </c:pt>
                <c:pt idx="2098">
                  <c:v>1159.5533894987179</c:v>
                </c:pt>
                <c:pt idx="2099">
                  <c:v>1204.17418503658</c:v>
                </c:pt>
                <c:pt idx="2100">
                  <c:v>1209.3822591689045</c:v>
                </c:pt>
                <c:pt idx="2101">
                  <c:v>1195.5961598681704</c:v>
                </c:pt>
                <c:pt idx="2102">
                  <c:v>1208.1485164854253</c:v>
                </c:pt>
                <c:pt idx="2103">
                  <c:v>1205.7213612561143</c:v>
                </c:pt>
                <c:pt idx="2104">
                  <c:v>1198.985642540684</c:v>
                </c:pt>
                <c:pt idx="2105">
                  <c:v>1209.7226111183425</c:v>
                </c:pt>
                <c:pt idx="2106">
                  <c:v>1213.9472410551452</c:v>
                </c:pt>
                <c:pt idx="2107">
                  <c:v>1231.996290668211</c:v>
                </c:pt>
                <c:pt idx="2108">
                  <c:v>1264.100717307166</c:v>
                </c:pt>
                <c:pt idx="2109">
                  <c:v>1261.0033187073636</c:v>
                </c:pt>
                <c:pt idx="2110">
                  <c:v>1255.4721631005932</c:v>
                </c:pt>
                <c:pt idx="2111">
                  <c:v>1238.2135454595903</c:v>
                </c:pt>
                <c:pt idx="2112">
                  <c:v>1235.7859380022098</c:v>
                </c:pt>
                <c:pt idx="2113">
                  <c:v>1333.1995037694508</c:v>
                </c:pt>
                <c:pt idx="2114">
                  <c:v>1364.5730379566012</c:v>
                </c:pt>
                <c:pt idx="2115">
                  <c:v>1380.3601242169182</c:v>
                </c:pt>
                <c:pt idx="2116">
                  <c:v>1354.4803412693268</c:v>
                </c:pt>
                <c:pt idx="2117">
                  <c:v>1384.1200456931604</c:v>
                </c:pt>
                <c:pt idx="2118">
                  <c:v>1385.0223504443127</c:v>
                </c:pt>
                <c:pt idx="2119">
                  <c:v>1377.5437737412492</c:v>
                </c:pt>
                <c:pt idx="2120">
                  <c:v>1371.3574727594068</c:v>
                </c:pt>
                <c:pt idx="2121">
                  <c:v>1350.6635521812323</c:v>
                </c:pt>
                <c:pt idx="2122">
                  <c:v>1371.9592809283893</c:v>
                </c:pt>
                <c:pt idx="2123">
                  <c:v>1377.7234251474513</c:v>
                </c:pt>
                <c:pt idx="2124">
                  <c:v>1406.2880561447107</c:v>
                </c:pt>
                <c:pt idx="2125">
                  <c:v>1419.0950913838687</c:v>
                </c:pt>
                <c:pt idx="2126">
                  <c:v>1445.6388670757519</c:v>
                </c:pt>
                <c:pt idx="2127">
                  <c:v>1454.8934798387475</c:v>
                </c:pt>
                <c:pt idx="2128">
                  <c:v>1446.3447856401947</c:v>
                </c:pt>
                <c:pt idx="2129">
                  <c:v>1452.3210850868259</c:v>
                </c:pt>
                <c:pt idx="2130">
                  <c:v>1435.6190160182302</c:v>
                </c:pt>
                <c:pt idx="2131">
                  <c:v>1448.9737279288631</c:v>
                </c:pt>
                <c:pt idx="2132">
                  <c:v>1434.6597460658534</c:v>
                </c:pt>
                <c:pt idx="2133">
                  <c:v>1413.7179380716325</c:v>
                </c:pt>
                <c:pt idx="2134">
                  <c:v>1443.3540329605089</c:v>
                </c:pt>
                <c:pt idx="2135">
                  <c:v>1440.3052808592986</c:v>
                </c:pt>
                <c:pt idx="2136">
                  <c:v>1438.67407375792</c:v>
                </c:pt>
                <c:pt idx="2137">
                  <c:v>1470.8247121331617</c:v>
                </c:pt>
                <c:pt idx="2138">
                  <c:v>1466.9947036615156</c:v>
                </c:pt>
                <c:pt idx="2139">
                  <c:v>1457.0336394299934</c:v>
                </c:pt>
                <c:pt idx="2140">
                  <c:v>1454.8255904628977</c:v>
                </c:pt>
                <c:pt idx="2141">
                  <c:v>1451.7613069105055</c:v>
                </c:pt>
                <c:pt idx="2142">
                  <c:v>1444.238377079676</c:v>
                </c:pt>
                <c:pt idx="2143">
                  <c:v>1445.4215670428448</c:v>
                </c:pt>
                <c:pt idx="2144">
                  <c:v>1466.177049713114</c:v>
                </c:pt>
                <c:pt idx="2145">
                  <c:v>1492.2540956309401</c:v>
                </c:pt>
                <c:pt idx="2146">
                  <c:v>1487.9589990395466</c:v>
                </c:pt>
                <c:pt idx="2147">
                  <c:v>1513.1323444979919</c:v>
                </c:pt>
                <c:pt idx="2148">
                  <c:v>1525.0599160908362</c:v>
                </c:pt>
                <c:pt idx="2149">
                  <c:v>1524.9668920870545</c:v>
                </c:pt>
                <c:pt idx="2150">
                  <c:v>1496.3782509572638</c:v>
                </c:pt>
                <c:pt idx="2151">
                  <c:v>1484.2501881604285</c:v>
                </c:pt>
                <c:pt idx="2152">
                  <c:v>1492.1300428031209</c:v>
                </c:pt>
                <c:pt idx="2153">
                  <c:v>1509.0913534699148</c:v>
                </c:pt>
                <c:pt idx="2154">
                  <c:v>1504.1184015898375</c:v>
                </c:pt>
                <c:pt idx="2155">
                  <c:v>1508.1833557956263</c:v>
                </c:pt>
                <c:pt idx="2156">
                  <c:v>1528.3459808085017</c:v>
                </c:pt>
                <c:pt idx="2157">
                  <c:v>1530.5513126958926</c:v>
                </c:pt>
                <c:pt idx="2158">
                  <c:v>1528.4082603309855</c:v>
                </c:pt>
                <c:pt idx="2159">
                  <c:v>1487.3426416639074</c:v>
                </c:pt>
                <c:pt idx="2160">
                  <c:v>1486.0586404400628</c:v>
                </c:pt>
                <c:pt idx="2161">
                  <c:v>1453.4024413545235</c:v>
                </c:pt>
                <c:pt idx="2162">
                  <c:v>1451.3803166579487</c:v>
                </c:pt>
                <c:pt idx="2163">
                  <c:v>1444.0374510883034</c:v>
                </c:pt>
                <c:pt idx="2164">
                  <c:v>1414.5626450215575</c:v>
                </c:pt>
                <c:pt idx="2165">
                  <c:v>1411.5525734591938</c:v>
                </c:pt>
                <c:pt idx="2166">
                  <c:v>1393.5931017494543</c:v>
                </c:pt>
                <c:pt idx="2167">
                  <c:v>1433.4088563459607</c:v>
                </c:pt>
                <c:pt idx="2168">
                  <c:v>1423.0886175188461</c:v>
                </c:pt>
                <c:pt idx="2169">
                  <c:v>1411.2219533489924</c:v>
                </c:pt>
                <c:pt idx="2170">
                  <c:v>1399.9899052764374</c:v>
                </c:pt>
                <c:pt idx="2171">
                  <c:v>1403.6508114650917</c:v>
                </c:pt>
                <c:pt idx="2172">
                  <c:v>1445.9215016888954</c:v>
                </c:pt>
                <c:pt idx="2173">
                  <c:v>1439.5614987238707</c:v>
                </c:pt>
                <c:pt idx="2174">
                  <c:v>1472.7465077599898</c:v>
                </c:pt>
                <c:pt idx="2175">
                  <c:v>1443.6367560076226</c:v>
                </c:pt>
                <c:pt idx="2176">
                  <c:v>1446.7261186906949</c:v>
                </c:pt>
                <c:pt idx="2177">
                  <c:v>1462.836076831959</c:v>
                </c:pt>
                <c:pt idx="2178">
                  <c:v>1501.9922991762305</c:v>
                </c:pt>
                <c:pt idx="2179">
                  <c:v>1521.8111593393285</c:v>
                </c:pt>
                <c:pt idx="2180">
                  <c:v>1527.2247794317523</c:v>
                </c:pt>
                <c:pt idx="2181">
                  <c:v>1526.8728626534016</c:v>
                </c:pt>
                <c:pt idx="2182">
                  <c:v>1530.2022227648902</c:v>
                </c:pt>
                <c:pt idx="2183">
                  <c:v>1491.2742497408908</c:v>
                </c:pt>
                <c:pt idx="2184">
                  <c:v>1459.3260060511877</c:v>
                </c:pt>
                <c:pt idx="2185">
                  <c:v>1457.5999088412345</c:v>
                </c:pt>
                <c:pt idx="2186">
                  <c:v>1459.8195327490523</c:v>
                </c:pt>
                <c:pt idx="2187">
                  <c:v>1434.9727131243435</c:v>
                </c:pt>
                <c:pt idx="2188">
                  <c:v>1435.6318207025286</c:v>
                </c:pt>
                <c:pt idx="2189">
                  <c:v>1445.3012593861622</c:v>
                </c:pt>
                <c:pt idx="2190">
                  <c:v>1420.2194810563717</c:v>
                </c:pt>
                <c:pt idx="2191">
                  <c:v>1432.756701008454</c:v>
                </c:pt>
                <c:pt idx="2192">
                  <c:v>1432.1076868316959</c:v>
                </c:pt>
                <c:pt idx="2193">
                  <c:v>1402.6750711986731</c:v>
                </c:pt>
                <c:pt idx="2194">
                  <c:v>1377.617500097409</c:v>
                </c:pt>
                <c:pt idx="2195">
                  <c:v>1387.7217758278923</c:v>
                </c:pt>
                <c:pt idx="2196">
                  <c:v>1398.0386961456365</c:v>
                </c:pt>
                <c:pt idx="2197">
                  <c:v>1372.9784805927573</c:v>
                </c:pt>
                <c:pt idx="2198">
                  <c:v>1373.7954310307962</c:v>
                </c:pt>
                <c:pt idx="2199">
                  <c:v>1382.7696155154865</c:v>
                </c:pt>
                <c:pt idx="2200">
                  <c:v>1390.4647904118933</c:v>
                </c:pt>
                <c:pt idx="2201">
                  <c:v>1414.3115213513197</c:v>
                </c:pt>
                <c:pt idx="2202">
                  <c:v>1391.6184044688346</c:v>
                </c:pt>
                <c:pt idx="2203">
                  <c:v>1405.9224477301398</c:v>
                </c:pt>
                <c:pt idx="2204">
                  <c:v>1416.300863610534</c:v>
                </c:pt>
                <c:pt idx="2205">
                  <c:v>1441.5630602364147</c:v>
                </c:pt>
                <c:pt idx="2206">
                  <c:v>1445.0819303314013</c:v>
                </c:pt>
                <c:pt idx="2207">
                  <c:v>1447.1601657812621</c:v>
                </c:pt>
                <c:pt idx="2208">
                  <c:v>1463.4758933068565</c:v>
                </c:pt>
                <c:pt idx="2209">
                  <c:v>1470.201981279549</c:v>
                </c:pt>
                <c:pt idx="2210">
                  <c:v>1446.1630505288899</c:v>
                </c:pt>
                <c:pt idx="2211">
                  <c:v>1454.3631130961019</c:v>
                </c:pt>
                <c:pt idx="2212">
                  <c:v>1429.4946983646814</c:v>
                </c:pt>
                <c:pt idx="2213">
                  <c:v>1407.7900666391461</c:v>
                </c:pt>
                <c:pt idx="2214">
                  <c:v>1400.5510148894873</c:v>
                </c:pt>
                <c:pt idx="2215">
                  <c:v>1378.8300924129417</c:v>
                </c:pt>
                <c:pt idx="2216">
                  <c:v>1393.077562898925</c:v>
                </c:pt>
                <c:pt idx="2217">
                  <c:v>1404.2073611166797</c:v>
                </c:pt>
                <c:pt idx="2218">
                  <c:v>1374.946501562315</c:v>
                </c:pt>
                <c:pt idx="2219">
                  <c:v>1338.4729755227115</c:v>
                </c:pt>
                <c:pt idx="2220">
                  <c:v>1348.1944398682767</c:v>
                </c:pt>
                <c:pt idx="2221">
                  <c:v>1364.3005872400415</c:v>
                </c:pt>
                <c:pt idx="2222">
                  <c:v>1366.281598045608</c:v>
                </c:pt>
                <c:pt idx="2223">
                  <c:v>1401.0086336457782</c:v>
                </c:pt>
                <c:pt idx="2224">
                  <c:v>1429.5482267574666</c:v>
                </c:pt>
                <c:pt idx="2225">
                  <c:v>1444.4565322893707</c:v>
                </c:pt>
                <c:pt idx="2226">
                  <c:v>1462.8362707321337</c:v>
                </c:pt>
                <c:pt idx="2227">
                  <c:v>1476.8809905560888</c:v>
                </c:pt>
                <c:pt idx="2228">
                  <c:v>1489.1776870425522</c:v>
                </c:pt>
                <c:pt idx="2229">
                  <c:v>1489.0570536670684</c:v>
                </c:pt>
                <c:pt idx="2230">
                  <c:v>1526.9799591892183</c:v>
                </c:pt>
                <c:pt idx="2231">
                  <c:v>1520.1906373537543</c:v>
                </c:pt>
                <c:pt idx="2232">
                  <c:v>1547.3649886453288</c:v>
                </c:pt>
                <c:pt idx="2233">
                  <c:v>1542.5536081341577</c:v>
                </c:pt>
                <c:pt idx="2234">
                  <c:v>1547.5513982070922</c:v>
                </c:pt>
                <c:pt idx="2235">
                  <c:v>1544.9505390179365</c:v>
                </c:pt>
                <c:pt idx="2236">
                  <c:v>1567.4937007830101</c:v>
                </c:pt>
                <c:pt idx="2237">
                  <c:v>1554.7392333059997</c:v>
                </c:pt>
                <c:pt idx="2238">
                  <c:v>1550.4736692806048</c:v>
                </c:pt>
                <c:pt idx="2239">
                  <c:v>1538.257156820707</c:v>
                </c:pt>
                <c:pt idx="2240">
                  <c:v>1540.5152945560844</c:v>
                </c:pt>
                <c:pt idx="2241">
                  <c:v>1538.054200580357</c:v>
                </c:pt>
                <c:pt idx="2242">
                  <c:v>1536.9523900099182</c:v>
                </c:pt>
                <c:pt idx="2243">
                  <c:v>1526.9644521872117</c:v>
                </c:pt>
                <c:pt idx="2244">
                  <c:v>1532.0146642812037</c:v>
                </c:pt>
                <c:pt idx="2245">
                  <c:v>1508.7925135527014</c:v>
                </c:pt>
                <c:pt idx="2246">
                  <c:v>1531.2247814849154</c:v>
                </c:pt>
                <c:pt idx="2247">
                  <c:v>1514.0620217624053</c:v>
                </c:pt>
                <c:pt idx="2248">
                  <c:v>1537.8204939184827</c:v>
                </c:pt>
                <c:pt idx="2249">
                  <c:v>1554.2110159513275</c:v>
                </c:pt>
                <c:pt idx="2250">
                  <c:v>1548.8996195734799</c:v>
                </c:pt>
                <c:pt idx="2251">
                  <c:v>1560.7574096645621</c:v>
                </c:pt>
                <c:pt idx="2252">
                  <c:v>1580.6655228757272</c:v>
                </c:pt>
                <c:pt idx="2253">
                  <c:v>1583.778122680935</c:v>
                </c:pt>
                <c:pt idx="2254">
                  <c:v>1590.8814595760009</c:v>
                </c:pt>
                <c:pt idx="2255">
                  <c:v>1596.6872637325264</c:v>
                </c:pt>
                <c:pt idx="2256">
                  <c:v>1598.73730582037</c:v>
                </c:pt>
                <c:pt idx="2257">
                  <c:v>1569.4506271438574</c:v>
                </c:pt>
                <c:pt idx="2258">
                  <c:v>1585.5448396207421</c:v>
                </c:pt>
                <c:pt idx="2259">
                  <c:v>1581.6661217672129</c:v>
                </c:pt>
                <c:pt idx="2260">
                  <c:v>1586.0848407584838</c:v>
                </c:pt>
                <c:pt idx="2261">
                  <c:v>1587.6104551456117</c:v>
                </c:pt>
                <c:pt idx="2262">
                  <c:v>1590.3230648536289</c:v>
                </c:pt>
                <c:pt idx="2263">
                  <c:v>1584.692858644803</c:v>
                </c:pt>
                <c:pt idx="2264">
                  <c:v>1536.9231102159436</c:v>
                </c:pt>
                <c:pt idx="2265">
                  <c:v>1522.8482922640087</c:v>
                </c:pt>
                <c:pt idx="2266">
                  <c:v>1515.2630203681504</c:v>
                </c:pt>
                <c:pt idx="2267">
                  <c:v>1522.2716949038568</c:v>
                </c:pt>
                <c:pt idx="2268">
                  <c:v>1573.2512373215197</c:v>
                </c:pt>
                <c:pt idx="2269">
                  <c:v>1576.9084137746077</c:v>
                </c:pt>
                <c:pt idx="2270">
                  <c:v>1591.7652219212134</c:v>
                </c:pt>
                <c:pt idx="2271">
                  <c:v>1596.2990935861903</c:v>
                </c:pt>
                <c:pt idx="2272">
                  <c:v>1597.863486170035</c:v>
                </c:pt>
                <c:pt idx="2273">
                  <c:v>1606.5297203182197</c:v>
                </c:pt>
                <c:pt idx="2274">
                  <c:v>1597.9290235728433</c:v>
                </c:pt>
                <c:pt idx="2275">
                  <c:v>1639.2242902191549</c:v>
                </c:pt>
                <c:pt idx="2276">
                  <c:v>1681.2055471126255</c:v>
                </c:pt>
                <c:pt idx="2277">
                  <c:v>1693.0913587052694</c:v>
                </c:pt>
                <c:pt idx="2278">
                  <c:v>1700.8055037343906</c:v>
                </c:pt>
                <c:pt idx="2279">
                  <c:v>1715.4770393783886</c:v>
                </c:pt>
                <c:pt idx="2280">
                  <c:v>1719.1849447482653</c:v>
                </c:pt>
                <c:pt idx="2281">
                  <c:v>1702.5843715991896</c:v>
                </c:pt>
                <c:pt idx="2282">
                  <c:v>1713.0638604645771</c:v>
                </c:pt>
                <c:pt idx="2283">
                  <c:v>1695.186414524391</c:v>
                </c:pt>
                <c:pt idx="2284">
                  <c:v>1660.3256098001468</c:v>
                </c:pt>
                <c:pt idx="2285">
                  <c:v>1686.7961972780495</c:v>
                </c:pt>
                <c:pt idx="2286">
                  <c:v>1709.3394501061584</c:v>
                </c:pt>
                <c:pt idx="2287">
                  <c:v>1737.4742837540882</c:v>
                </c:pt>
                <c:pt idx="2288">
                  <c:v>1733.1119625613283</c:v>
                </c:pt>
                <c:pt idx="2289">
                  <c:v>1752.0682299354103</c:v>
                </c:pt>
                <c:pt idx="2290">
                  <c:v>1745.6911232446794</c:v>
                </c:pt>
                <c:pt idx="2291">
                  <c:v>1771.1209058302857</c:v>
                </c:pt>
                <c:pt idx="2292">
                  <c:v>1761.1878453335341</c:v>
                </c:pt>
                <c:pt idx="2293">
                  <c:v>1741.9207848974099</c:v>
                </c:pt>
                <c:pt idx="2294">
                  <c:v>1754.9220603829979</c:v>
                </c:pt>
                <c:pt idx="2295">
                  <c:v>1742.068060442562</c:v>
                </c:pt>
                <c:pt idx="2296">
                  <c:v>1731.4431878496266</c:v>
                </c:pt>
                <c:pt idx="2297">
                  <c:v>1702.8855274169382</c:v>
                </c:pt>
                <c:pt idx="2298">
                  <c:v>1694.4811528911127</c:v>
                </c:pt>
                <c:pt idx="2299">
                  <c:v>1791.4013365064241</c:v>
                </c:pt>
                <c:pt idx="2300">
                  <c:v>1782.9315803548357</c:v>
                </c:pt>
                <c:pt idx="2301">
                  <c:v>1780.1523667608926</c:v>
                </c:pt>
                <c:pt idx="2302">
                  <c:v>1785.935203619453</c:v>
                </c:pt>
                <c:pt idx="2303">
                  <c:v>1771.0076594507661</c:v>
                </c:pt>
                <c:pt idx="2304">
                  <c:v>1783.7308725778578</c:v>
                </c:pt>
                <c:pt idx="2305">
                  <c:v>1810.1766940225045</c:v>
                </c:pt>
                <c:pt idx="2306">
                  <c:v>1806.9620040957732</c:v>
                </c:pt>
                <c:pt idx="2307">
                  <c:v>1776.9500878788319</c:v>
                </c:pt>
                <c:pt idx="2308">
                  <c:v>1790.5578907057163</c:v>
                </c:pt>
                <c:pt idx="2309">
                  <c:v>1818.2151573592976</c:v>
                </c:pt>
                <c:pt idx="2310">
                  <c:v>1792.9393770681718</c:v>
                </c:pt>
                <c:pt idx="2311">
                  <c:v>1790.1883137579623</c:v>
                </c:pt>
                <c:pt idx="2312">
                  <c:v>1838.9350160650226</c:v>
                </c:pt>
                <c:pt idx="2313">
                  <c:v>1815.653651377803</c:v>
                </c:pt>
                <c:pt idx="2314">
                  <c:v>1809.3391294253406</c:v>
                </c:pt>
                <c:pt idx="2315">
                  <c:v>1802.83308587279</c:v>
                </c:pt>
                <c:pt idx="2316">
                  <c:v>1814.7804141218126</c:v>
                </c:pt>
                <c:pt idx="2317">
                  <c:v>1831.8969526486414</c:v>
                </c:pt>
                <c:pt idx="2318">
                  <c:v>1855.8240687130353</c:v>
                </c:pt>
                <c:pt idx="2319">
                  <c:v>1840.7164963751061</c:v>
                </c:pt>
                <c:pt idx="2320">
                  <c:v>1859.5141977546921</c:v>
                </c:pt>
                <c:pt idx="2321">
                  <c:v>1856.3069216097845</c:v>
                </c:pt>
                <c:pt idx="2322">
                  <c:v>1837.3108228265512</c:v>
                </c:pt>
                <c:pt idx="2323">
                  <c:v>1844.1694951859454</c:v>
                </c:pt>
                <c:pt idx="2324">
                  <c:v>1835.3540675747624</c:v>
                </c:pt>
                <c:pt idx="2325">
                  <c:v>1834.8875702639666</c:v>
                </c:pt>
                <c:pt idx="2326">
                  <c:v>1818.3277391638669</c:v>
                </c:pt>
                <c:pt idx="2327">
                  <c:v>1824.0827345827249</c:v>
                </c:pt>
                <c:pt idx="2328">
                  <c:v>1792.7905672382276</c:v>
                </c:pt>
                <c:pt idx="2329">
                  <c:v>1813.9208328557602</c:v>
                </c:pt>
                <c:pt idx="2330">
                  <c:v>1801.9676811669394</c:v>
                </c:pt>
                <c:pt idx="2331">
                  <c:v>1802.4462517734553</c:v>
                </c:pt>
                <c:pt idx="2332">
                  <c:v>1796.9345416943854</c:v>
                </c:pt>
                <c:pt idx="2333">
                  <c:v>1862.7016799132512</c:v>
                </c:pt>
                <c:pt idx="2334">
                  <c:v>1845.6987067309553</c:v>
                </c:pt>
                <c:pt idx="2335">
                  <c:v>1807.9952113535271</c:v>
                </c:pt>
                <c:pt idx="2336">
                  <c:v>1801.7946044878834</c:v>
                </c:pt>
                <c:pt idx="2337">
                  <c:v>1765.2940469724044</c:v>
                </c:pt>
                <c:pt idx="2338">
                  <c:v>1756.4607448686363</c:v>
                </c:pt>
                <c:pt idx="2339">
                  <c:v>1691.5032341454805</c:v>
                </c:pt>
                <c:pt idx="2340">
                  <c:v>1716.8641672636252</c:v>
                </c:pt>
                <c:pt idx="2341">
                  <c:v>1745.4236910500226</c:v>
                </c:pt>
                <c:pt idx="2342">
                  <c:v>1741.9059367079126</c:v>
                </c:pt>
                <c:pt idx="2343">
                  <c:v>1762.0636054279462</c:v>
                </c:pt>
                <c:pt idx="2344">
                  <c:v>1796.0061344010912</c:v>
                </c:pt>
                <c:pt idx="2345">
                  <c:v>1816.2936664214483</c:v>
                </c:pt>
                <c:pt idx="2346">
                  <c:v>1781.6648520518256</c:v>
                </c:pt>
                <c:pt idx="2347">
                  <c:v>1751.8465520467043</c:v>
                </c:pt>
                <c:pt idx="2348">
                  <c:v>1788.9916255995156</c:v>
                </c:pt>
                <c:pt idx="2349">
                  <c:v>1865.4836684758402</c:v>
                </c:pt>
                <c:pt idx="2350">
                  <c:v>1885.6318796364371</c:v>
                </c:pt>
                <c:pt idx="2351">
                  <c:v>1877.9901593843024</c:v>
                </c:pt>
                <c:pt idx="2352">
                  <c:v>1881.2326368111428</c:v>
                </c:pt>
                <c:pt idx="2353">
                  <c:v>1878.763203675245</c:v>
                </c:pt>
                <c:pt idx="2354">
                  <c:v>1882.4620465292603</c:v>
                </c:pt>
                <c:pt idx="2355">
                  <c:v>1901.8819098808867</c:v>
                </c:pt>
                <c:pt idx="2356">
                  <c:v>1920.7115632006892</c:v>
                </c:pt>
                <c:pt idx="2357">
                  <c:v>1961.2534025923135</c:v>
                </c:pt>
                <c:pt idx="2358">
                  <c:v>1956.4350806497559</c:v>
                </c:pt>
                <c:pt idx="2359">
                  <c:v>1943.6367220364809</c:v>
                </c:pt>
                <c:pt idx="2360">
                  <c:v>1967.0888672358565</c:v>
                </c:pt>
                <c:pt idx="2361">
                  <c:v>1976.5510418349274</c:v>
                </c:pt>
                <c:pt idx="2362">
                  <c:v>1967.6742791068898</c:v>
                </c:pt>
                <c:pt idx="2363">
                  <c:v>1990.2527862098982</c:v>
                </c:pt>
                <c:pt idx="2364">
                  <c:v>2023.6699967314712</c:v>
                </c:pt>
                <c:pt idx="2365">
                  <c:v>2063.6280902374965</c:v>
                </c:pt>
                <c:pt idx="2366">
                  <c:v>2064.1902688977802</c:v>
                </c:pt>
                <c:pt idx="2367">
                  <c:v>2037.3413202585225</c:v>
                </c:pt>
                <c:pt idx="2368">
                  <c:v>2035.9796646432073</c:v>
                </c:pt>
                <c:pt idx="2369">
                  <c:v>2072.2431120618553</c:v>
                </c:pt>
                <c:pt idx="2370">
                  <c:v>2081.4306822421713</c:v>
                </c:pt>
                <c:pt idx="2371">
                  <c:v>2130.6331991153816</c:v>
                </c:pt>
                <c:pt idx="2372">
                  <c:v>2115.153179975373</c:v>
                </c:pt>
                <c:pt idx="2373">
                  <c:v>2128.4874528514915</c:v>
                </c:pt>
                <c:pt idx="2374">
                  <c:v>2118.0690805602849</c:v>
                </c:pt>
                <c:pt idx="2375">
                  <c:v>2189.5902395242792</c:v>
                </c:pt>
                <c:pt idx="2376">
                  <c:v>2259.3089572637336</c:v>
                </c:pt>
                <c:pt idx="2377">
                  <c:v>2294.8685066213898</c:v>
                </c:pt>
                <c:pt idx="2378">
                  <c:v>2297.0536514728938</c:v>
                </c:pt>
                <c:pt idx="2379">
                  <c:v>2327.7681169195662</c:v>
                </c:pt>
                <c:pt idx="2380">
                  <c:v>2340.7911786774766</c:v>
                </c:pt>
                <c:pt idx="2381">
                  <c:v>2288.557573443768</c:v>
                </c:pt>
                <c:pt idx="2382">
                  <c:v>2253.448292594398</c:v>
                </c:pt>
                <c:pt idx="2383">
                  <c:v>2211.598868607919</c:v>
                </c:pt>
                <c:pt idx="2384">
                  <c:v>2257.8834311982728</c:v>
                </c:pt>
                <c:pt idx="2385">
                  <c:v>2279.7415146285953</c:v>
                </c:pt>
                <c:pt idx="2386">
                  <c:v>2270.5922571864598</c:v>
                </c:pt>
                <c:pt idx="2387">
                  <c:v>2251.7036842008197</c:v>
                </c:pt>
                <c:pt idx="2388">
                  <c:v>2291.1135866760746</c:v>
                </c:pt>
                <c:pt idx="2389">
                  <c:v>2305.706434739528</c:v>
                </c:pt>
                <c:pt idx="2390">
                  <c:v>2345.8614479204102</c:v>
                </c:pt>
                <c:pt idx="2391">
                  <c:v>2358.0987129658138</c:v>
                </c:pt>
                <c:pt idx="2392">
                  <c:v>2379.0888534752257</c:v>
                </c:pt>
                <c:pt idx="2393">
                  <c:v>2393.8026111734757</c:v>
                </c:pt>
                <c:pt idx="2394">
                  <c:v>2442.6439909417281</c:v>
                </c:pt>
                <c:pt idx="2395">
                  <c:v>2367.9789317758</c:v>
                </c:pt>
                <c:pt idx="2396">
                  <c:v>2396.3806250273383</c:v>
                </c:pt>
                <c:pt idx="2397">
                  <c:v>2409.8270601474906</c:v>
                </c:pt>
                <c:pt idx="2398">
                  <c:v>2396.9982975115986</c:v>
                </c:pt>
                <c:pt idx="2399">
                  <c:v>2302.4388928407366</c:v>
                </c:pt>
                <c:pt idx="2400">
                  <c:v>2291.0167307130705</c:v>
                </c:pt>
                <c:pt idx="2401">
                  <c:v>2266.3694334714905</c:v>
                </c:pt>
                <c:pt idx="2402">
                  <c:v>2302.3080304181572</c:v>
                </c:pt>
                <c:pt idx="2403">
                  <c:v>2302.6184279039121</c:v>
                </c:pt>
                <c:pt idx="2404">
                  <c:v>2209.5440372058138</c:v>
                </c:pt>
                <c:pt idx="2405">
                  <c:v>2185.2280555940265</c:v>
                </c:pt>
                <c:pt idx="2406">
                  <c:v>2199.8782387827841</c:v>
                </c:pt>
                <c:pt idx="2407">
                  <c:v>2192.26245240356</c:v>
                </c:pt>
                <c:pt idx="2408">
                  <c:v>2142.9732871124984</c:v>
                </c:pt>
                <c:pt idx="2409">
                  <c:v>2250.2671859151578</c:v>
                </c:pt>
                <c:pt idx="2410">
                  <c:v>2167.925459993492</c:v>
                </c:pt>
                <c:pt idx="2411">
                  <c:v>2144.7688235334635</c:v>
                </c:pt>
                <c:pt idx="2412">
                  <c:v>2047.0838247916777</c:v>
                </c:pt>
                <c:pt idx="2413">
                  <c:v>2058.5905916717757</c:v>
                </c:pt>
                <c:pt idx="2414">
                  <c:v>2034.7614431966169</c:v>
                </c:pt>
                <c:pt idx="2415">
                  <c:v>2103.0368303564928</c:v>
                </c:pt>
                <c:pt idx="2416">
                  <c:v>2119.5283535121762</c:v>
                </c:pt>
                <c:pt idx="2417">
                  <c:v>2149.3265005553826</c:v>
                </c:pt>
                <c:pt idx="2418">
                  <c:v>2217.0536045546328</c:v>
                </c:pt>
                <c:pt idx="2419">
                  <c:v>2233.7815279919914</c:v>
                </c:pt>
                <c:pt idx="2420">
                  <c:v>2295.8732156324781</c:v>
                </c:pt>
                <c:pt idx="2421">
                  <c:v>2311.6495979513638</c:v>
                </c:pt>
                <c:pt idx="2422">
                  <c:v>2343.4489618917132</c:v>
                </c:pt>
                <c:pt idx="2423">
                  <c:v>2333.6965826362593</c:v>
                </c:pt>
                <c:pt idx="2424">
                  <c:v>2341.5007897375003</c:v>
                </c:pt>
                <c:pt idx="2425">
                  <c:v>2295.7245158159808</c:v>
                </c:pt>
                <c:pt idx="2426">
                  <c:v>2338.655558983774</c:v>
                </c:pt>
                <c:pt idx="2427">
                  <c:v>2315.7057054834095</c:v>
                </c:pt>
                <c:pt idx="2428">
                  <c:v>2328.2516721752631</c:v>
                </c:pt>
                <c:pt idx="2429">
                  <c:v>2298.3373125783955</c:v>
                </c:pt>
                <c:pt idx="2430">
                  <c:v>2279.2636534258709</c:v>
                </c:pt>
                <c:pt idx="2431">
                  <c:v>2293.2140921060045</c:v>
                </c:pt>
                <c:pt idx="2432">
                  <c:v>2183.4678192767979</c:v>
                </c:pt>
                <c:pt idx="2433">
                  <c:v>2166.9763942275831</c:v>
                </c:pt>
                <c:pt idx="2434">
                  <c:v>2177.1633691699462</c:v>
                </c:pt>
                <c:pt idx="2435">
                  <c:v>2129.963767052765</c:v>
                </c:pt>
                <c:pt idx="2436">
                  <c:v>2153.8674903381716</c:v>
                </c:pt>
                <c:pt idx="2437">
                  <c:v>2175.1825046099198</c:v>
                </c:pt>
                <c:pt idx="2438">
                  <c:v>2250.0229413742236</c:v>
                </c:pt>
                <c:pt idx="2439">
                  <c:v>2264.5667365059658</c:v>
                </c:pt>
                <c:pt idx="2440">
                  <c:v>2272.5564804467331</c:v>
                </c:pt>
                <c:pt idx="2441">
                  <c:v>2232.3235438316983</c:v>
                </c:pt>
                <c:pt idx="2442">
                  <c:v>2228.8194596369913</c:v>
                </c:pt>
                <c:pt idx="2443">
                  <c:v>2231.0333971074929</c:v>
                </c:pt>
                <c:pt idx="2444">
                  <c:v>2309.4551720786712</c:v>
                </c:pt>
                <c:pt idx="2445">
                  <c:v>2298.2126146381697</c:v>
                </c:pt>
                <c:pt idx="2446">
                  <c:v>2294.3861774504139</c:v>
                </c:pt>
                <c:pt idx="2447">
                  <c:v>2323.6880815670061</c:v>
                </c:pt>
                <c:pt idx="2448">
                  <c:v>2336.8759521488346</c:v>
                </c:pt>
                <c:pt idx="2449">
                  <c:v>2365.0697406874474</c:v>
                </c:pt>
                <c:pt idx="2450">
                  <c:v>2346.4646080960893</c:v>
                </c:pt>
                <c:pt idx="2451">
                  <c:v>2370.3054023165741</c:v>
                </c:pt>
                <c:pt idx="2452">
                  <c:v>2301.314395598929</c:v>
                </c:pt>
                <c:pt idx="2453">
                  <c:v>2314.7602051132553</c:v>
                </c:pt>
                <c:pt idx="2454">
                  <c:v>2330.6765047256781</c:v>
                </c:pt>
                <c:pt idx="2455">
                  <c:v>2353.8740998037206</c:v>
                </c:pt>
                <c:pt idx="2456">
                  <c:v>2337.7620650698937</c:v>
                </c:pt>
                <c:pt idx="2457">
                  <c:v>2389.7839807221526</c:v>
                </c:pt>
                <c:pt idx="2458">
                  <c:v>2415.3025745007803</c:v>
                </c:pt>
                <c:pt idx="2459">
                  <c:v>2421.5561633713473</c:v>
                </c:pt>
                <c:pt idx="2460">
                  <c:v>2416.9514211454116</c:v>
                </c:pt>
                <c:pt idx="2461">
                  <c:v>2456.1221032026297</c:v>
                </c:pt>
                <c:pt idx="2462">
                  <c:v>2420.896131256658</c:v>
                </c:pt>
                <c:pt idx="2463">
                  <c:v>2436.1948463891085</c:v>
                </c:pt>
                <c:pt idx="2464">
                  <c:v>2447.5480079744298</c:v>
                </c:pt>
                <c:pt idx="2465">
                  <c:v>2466.7239515912702</c:v>
                </c:pt>
                <c:pt idx="2466">
                  <c:v>2498.3157282559719</c:v>
                </c:pt>
                <c:pt idx="2467">
                  <c:v>2496.1219430117599</c:v>
                </c:pt>
                <c:pt idx="2468">
                  <c:v>2444.3427401941767</c:v>
                </c:pt>
                <c:pt idx="2469">
                  <c:v>2450.3486879017432</c:v>
                </c:pt>
                <c:pt idx="2470">
                  <c:v>2463.6161833366459</c:v>
                </c:pt>
                <c:pt idx="2471">
                  <c:v>2464.9884762477564</c:v>
                </c:pt>
                <c:pt idx="2472">
                  <c:v>2482.1070409397435</c:v>
                </c:pt>
                <c:pt idx="2473">
                  <c:v>2444.5848765843793</c:v>
                </c:pt>
                <c:pt idx="2474">
                  <c:v>2369.5987798880083</c:v>
                </c:pt>
                <c:pt idx="2475">
                  <c:v>2370.3864437710863</c:v>
                </c:pt>
                <c:pt idx="2476">
                  <c:v>2368.9578868166668</c:v>
                </c:pt>
                <c:pt idx="2477">
                  <c:v>2404.1934639799961</c:v>
                </c:pt>
                <c:pt idx="2478">
                  <c:v>2445.7540844476034</c:v>
                </c:pt>
                <c:pt idx="2479">
                  <c:v>2496.7526769624778</c:v>
                </c:pt>
                <c:pt idx="2480">
                  <c:v>2486.063899201235</c:v>
                </c:pt>
                <c:pt idx="2481">
                  <c:v>2454.5764398122092</c:v>
                </c:pt>
                <c:pt idx="2482">
                  <c:v>2463.4271796191938</c:v>
                </c:pt>
                <c:pt idx="2483">
                  <c:v>2453.5644918876023</c:v>
                </c:pt>
                <c:pt idx="2484">
                  <c:v>2467.7373792743688</c:v>
                </c:pt>
                <c:pt idx="2485">
                  <c:v>2411.0933986422019</c:v>
                </c:pt>
                <c:pt idx="2486">
                  <c:v>2422.9370842589196</c:v>
                </c:pt>
                <c:pt idx="2487">
                  <c:v>2455.6931716647186</c:v>
                </c:pt>
                <c:pt idx="2488">
                  <c:v>2454.8685602199257</c:v>
                </c:pt>
                <c:pt idx="2489">
                  <c:v>2462.8696510419195</c:v>
                </c:pt>
                <c:pt idx="2490">
                  <c:v>2453.063253402493</c:v>
                </c:pt>
                <c:pt idx="2491">
                  <c:v>2444.6946417338741</c:v>
                </c:pt>
                <c:pt idx="2492">
                  <c:v>2461.8707340232095</c:v>
                </c:pt>
                <c:pt idx="2493">
                  <c:v>2441.2609708595542</c:v>
                </c:pt>
                <c:pt idx="2494">
                  <c:v>2471.0406325675203</c:v>
                </c:pt>
                <c:pt idx="2495">
                  <c:v>2494.7209937859307</c:v>
                </c:pt>
                <c:pt idx="2496">
                  <c:v>2520.0556454476468</c:v>
                </c:pt>
                <c:pt idx="2497">
                  <c:v>2553.5005675390967</c:v>
                </c:pt>
                <c:pt idx="2498">
                  <c:v>2548.4346735346962</c:v>
                </c:pt>
                <c:pt idx="2499">
                  <c:v>2542.791687806136</c:v>
                </c:pt>
                <c:pt idx="2500">
                  <c:v>2542.8629848512992</c:v>
                </c:pt>
                <c:pt idx="2501">
                  <c:v>2512.6809455796697</c:v>
                </c:pt>
                <c:pt idx="2502">
                  <c:v>2540.7950028670498</c:v>
                </c:pt>
                <c:pt idx="2503">
                  <c:v>2531.842908647699</c:v>
                </c:pt>
                <c:pt idx="2504">
                  <c:v>2537.5164173780408</c:v>
                </c:pt>
                <c:pt idx="2505">
                  <c:v>2555.1569411509445</c:v>
                </c:pt>
                <c:pt idx="2506">
                  <c:v>2556.5262509448148</c:v>
                </c:pt>
                <c:pt idx="2507">
                  <c:v>2499.1720658606196</c:v>
                </c:pt>
                <c:pt idx="2508">
                  <c:v>2498.1860282803859</c:v>
                </c:pt>
                <c:pt idx="2509">
                  <c:v>2547.4493566145793</c:v>
                </c:pt>
                <c:pt idx="2510">
                  <c:v>2583.5905818759447</c:v>
                </c:pt>
                <c:pt idx="2511">
                  <c:v>2607.9830550823249</c:v>
                </c:pt>
                <c:pt idx="2512">
                  <c:v>2612.3914891851</c:v>
                </c:pt>
                <c:pt idx="2513">
                  <c:v>2573.965208200616</c:v>
                </c:pt>
                <c:pt idx="2514">
                  <c:v>2547.8722315097161</c:v>
                </c:pt>
                <c:pt idx="2515">
                  <c:v>2519.5014752068746</c:v>
                </c:pt>
                <c:pt idx="2516">
                  <c:v>2509.1697426231335</c:v>
                </c:pt>
                <c:pt idx="2517">
                  <c:v>2544.4768941112629</c:v>
                </c:pt>
                <c:pt idx="2518">
                  <c:v>2591.6654318230117</c:v>
                </c:pt>
                <c:pt idx="2519">
                  <c:v>2531.4136294053455</c:v>
                </c:pt>
                <c:pt idx="2520">
                  <c:v>2531.3237312161455</c:v>
                </c:pt>
                <c:pt idx="2521">
                  <c:v>2468.4060216988232</c:v>
                </c:pt>
                <c:pt idx="2522">
                  <c:v>2439.7352934048918</c:v>
                </c:pt>
                <c:pt idx="2523">
                  <c:v>2431.5514669020795</c:v>
                </c:pt>
                <c:pt idx="2524">
                  <c:v>2491.1756312366019</c:v>
                </c:pt>
                <c:pt idx="2525">
                  <c:v>2433.2409483513143</c:v>
                </c:pt>
                <c:pt idx="2526">
                  <c:v>2472.5740892711174</c:v>
                </c:pt>
                <c:pt idx="2527">
                  <c:v>2461.6021136908175</c:v>
                </c:pt>
                <c:pt idx="2528">
                  <c:v>2511.1915661016023</c:v>
                </c:pt>
                <c:pt idx="2529">
                  <c:v>2507.4022302114954</c:v>
                </c:pt>
                <c:pt idx="2530">
                  <c:v>2478.6822348357118</c:v>
                </c:pt>
                <c:pt idx="2531">
                  <c:v>2356.6599138040356</c:v>
                </c:pt>
                <c:pt idx="2532">
                  <c:v>2457.5609386580481</c:v>
                </c:pt>
                <c:pt idx="2533">
                  <c:v>2437.367657882111</c:v>
                </c:pt>
                <c:pt idx="2534">
                  <c:v>2442.2490317203815</c:v>
                </c:pt>
                <c:pt idx="2535">
                  <c:v>2411.1978122729306</c:v>
                </c:pt>
                <c:pt idx="2536">
                  <c:v>2349.4940152808081</c:v>
                </c:pt>
                <c:pt idx="2537">
                  <c:v>2388.1538613445719</c:v>
                </c:pt>
                <c:pt idx="2538">
                  <c:v>2427.4879967903134</c:v>
                </c:pt>
                <c:pt idx="2539">
                  <c:v>2451.8570169487698</c:v>
                </c:pt>
                <c:pt idx="2540">
                  <c:v>2422.1386133655019</c:v>
                </c:pt>
                <c:pt idx="2541">
                  <c:v>2453.4692502298958</c:v>
                </c:pt>
                <c:pt idx="2542">
                  <c:v>2471.9215176959683</c:v>
                </c:pt>
                <c:pt idx="2543">
                  <c:v>2479.6881805713138</c:v>
                </c:pt>
                <c:pt idx="2544">
                  <c:v>2532.3849499995536</c:v>
                </c:pt>
                <c:pt idx="2545">
                  <c:v>2565.8582488911716</c:v>
                </c:pt>
                <c:pt idx="2546">
                  <c:v>2578.7951052403</c:v>
                </c:pt>
                <c:pt idx="2547">
                  <c:v>2582.717754496724</c:v>
                </c:pt>
                <c:pt idx="2548">
                  <c:v>2588.5654696553165</c:v>
                </c:pt>
                <c:pt idx="2549">
                  <c:v>2541.242047092167</c:v>
                </c:pt>
                <c:pt idx="2550">
                  <c:v>2516.5721054068413</c:v>
                </c:pt>
                <c:pt idx="2551">
                  <c:v>2489.0771035122357</c:v>
                </c:pt>
                <c:pt idx="2552">
                  <c:v>2492.1328774129361</c:v>
                </c:pt>
                <c:pt idx="2553">
                  <c:v>2397.283672945493</c:v>
                </c:pt>
                <c:pt idx="2554">
                  <c:v>2449.5436963838297</c:v>
                </c:pt>
                <c:pt idx="2555">
                  <c:v>2360.0706494453552</c:v>
                </c:pt>
                <c:pt idx="2556">
                  <c:v>2360.0196513321162</c:v>
                </c:pt>
                <c:pt idx="2557">
                  <c:v>2380.9201838818008</c:v>
                </c:pt>
                <c:pt idx="2558">
                  <c:v>2323.5821242743891</c:v>
                </c:pt>
                <c:pt idx="2559">
                  <c:v>2366.9822381177901</c:v>
                </c:pt>
                <c:pt idx="2560">
                  <c:v>2254.6753853803179</c:v>
                </c:pt>
                <c:pt idx="2561">
                  <c:v>2230.8311561552773</c:v>
                </c:pt>
                <c:pt idx="2562">
                  <c:v>2264.1025621388494</c:v>
                </c:pt>
                <c:pt idx="2563">
                  <c:v>2218.7224193480256</c:v>
                </c:pt>
                <c:pt idx="2564">
                  <c:v>2284.5209854734121</c:v>
                </c:pt>
                <c:pt idx="2565">
                  <c:v>2282.8324968387633</c:v>
                </c:pt>
                <c:pt idx="2566">
                  <c:v>2246.2510475768713</c:v>
                </c:pt>
                <c:pt idx="2567">
                  <c:v>2278.6058875382901</c:v>
                </c:pt>
                <c:pt idx="2568">
                  <c:v>2275.7240245838825</c:v>
                </c:pt>
                <c:pt idx="2569">
                  <c:v>2286.0673902135686</c:v>
                </c:pt>
                <c:pt idx="2570">
                  <c:v>2326.6796214215929</c:v>
                </c:pt>
                <c:pt idx="2571">
                  <c:v>2335.2442532602481</c:v>
                </c:pt>
                <c:pt idx="2572">
                  <c:v>2277.9538336327073</c:v>
                </c:pt>
                <c:pt idx="2573">
                  <c:v>2269.4024477691751</c:v>
                </c:pt>
                <c:pt idx="2574">
                  <c:v>2216.7475964702408</c:v>
                </c:pt>
                <c:pt idx="2575">
                  <c:v>2228.3333984174888</c:v>
                </c:pt>
                <c:pt idx="2576">
                  <c:v>2248.8285301714209</c:v>
                </c:pt>
                <c:pt idx="2577">
                  <c:v>2258.216013006529</c:v>
                </c:pt>
                <c:pt idx="2578">
                  <c:v>2065.6681230471759</c:v>
                </c:pt>
                <c:pt idx="2579">
                  <c:v>1919.1785925807569</c:v>
                </c:pt>
                <c:pt idx="2580">
                  <c:v>1910.5081690867014</c:v>
                </c:pt>
                <c:pt idx="2581">
                  <c:v>1847.2810379446719</c:v>
                </c:pt>
                <c:pt idx="2582">
                  <c:v>2140.8990666048708</c:v>
                </c:pt>
                <c:pt idx="2583">
                  <c:v>2035.3273726993557</c:v>
                </c:pt>
                <c:pt idx="2584">
                  <c:v>2101.4810322474532</c:v>
                </c:pt>
                <c:pt idx="2585">
                  <c:v>2124.6143331075159</c:v>
                </c:pt>
                <c:pt idx="2586">
                  <c:v>2129.6445571310264</c:v>
                </c:pt>
                <c:pt idx="2587">
                  <c:v>2032.8078085412303</c:v>
                </c:pt>
                <c:pt idx="2588">
                  <c:v>2026.4118009141785</c:v>
                </c:pt>
                <c:pt idx="2589">
                  <c:v>1969.6438889042054</c:v>
                </c:pt>
                <c:pt idx="2590">
                  <c:v>2024.6186562156465</c:v>
                </c:pt>
                <c:pt idx="2591">
                  <c:v>2084.4710306424504</c:v>
                </c:pt>
                <c:pt idx="2592">
                  <c:v>2145.3178250366104</c:v>
                </c:pt>
                <c:pt idx="2593">
                  <c:v>2181.5244863353773</c:v>
                </c:pt>
                <c:pt idx="2594">
                  <c:v>2173.9852922992341</c:v>
                </c:pt>
                <c:pt idx="2595">
                  <c:v>2180.2697759091175</c:v>
                </c:pt>
                <c:pt idx="2596">
                  <c:v>2189.0580057117058</c:v>
                </c:pt>
                <c:pt idx="2597">
                  <c:v>2222.4961851997477</c:v>
                </c:pt>
                <c:pt idx="2598">
                  <c:v>2214.8093365061181</c:v>
                </c:pt>
                <c:pt idx="2599">
                  <c:v>2176.7044385955001</c:v>
                </c:pt>
                <c:pt idx="2600">
                  <c:v>2169.7897616776022</c:v>
                </c:pt>
                <c:pt idx="2601">
                  <c:v>2182.5495329458959</c:v>
                </c:pt>
                <c:pt idx="2602">
                  <c:v>2196.6094176901929</c:v>
                </c:pt>
                <c:pt idx="2603">
                  <c:v>2200.401955097896</c:v>
                </c:pt>
                <c:pt idx="2604">
                  <c:v>2324.9210995962226</c:v>
                </c:pt>
                <c:pt idx="2605">
                  <c:v>2384.2729583627433</c:v>
                </c:pt>
                <c:pt idx="2606">
                  <c:v>2407.8062713825166</c:v>
                </c:pt>
                <c:pt idx="2607">
                  <c:v>2404.2765330702937</c:v>
                </c:pt>
                <c:pt idx="2608">
                  <c:v>2405.1647570095347</c:v>
                </c:pt>
                <c:pt idx="2609">
                  <c:v>2394.1158221714459</c:v>
                </c:pt>
                <c:pt idx="2610">
                  <c:v>2376.9521670884455</c:v>
                </c:pt>
                <c:pt idx="2611">
                  <c:v>2330.6134910522933</c:v>
                </c:pt>
                <c:pt idx="2612">
                  <c:v>2330.7311461069535</c:v>
                </c:pt>
                <c:pt idx="2613">
                  <c:v>2284.0209908182651</c:v>
                </c:pt>
                <c:pt idx="2614">
                  <c:v>2346.6473765531055</c:v>
                </c:pt>
                <c:pt idx="2615">
                  <c:v>2344.1824975825452</c:v>
                </c:pt>
                <c:pt idx="2616">
                  <c:v>2361.3779714153616</c:v>
                </c:pt>
                <c:pt idx="2617">
                  <c:v>2345.4506693318731</c:v>
                </c:pt>
                <c:pt idx="2618">
                  <c:v>2370.443463511715</c:v>
                </c:pt>
                <c:pt idx="2619">
                  <c:v>2407.1761571113389</c:v>
                </c:pt>
                <c:pt idx="2620">
                  <c:v>2410.6641157802378</c:v>
                </c:pt>
                <c:pt idx="2621">
                  <c:v>2394.5800269858501</c:v>
                </c:pt>
                <c:pt idx="2622">
                  <c:v>2425.5650929687949</c:v>
                </c:pt>
                <c:pt idx="2623">
                  <c:v>2422.3422526265022</c:v>
                </c:pt>
                <c:pt idx="2624">
                  <c:v>2438.5962571508267</c:v>
                </c:pt>
                <c:pt idx="2625">
                  <c:v>2412.351400494987</c:v>
                </c:pt>
                <c:pt idx="2626">
                  <c:v>2439.6811464744401</c:v>
                </c:pt>
                <c:pt idx="2627">
                  <c:v>2408.2039594916328</c:v>
                </c:pt>
                <c:pt idx="2628">
                  <c:v>2445.3332390877817</c:v>
                </c:pt>
                <c:pt idx="2629">
                  <c:v>2423.529190369361</c:v>
                </c:pt>
                <c:pt idx="2630">
                  <c:v>2438.6710328595136</c:v>
                </c:pt>
                <c:pt idx="2631">
                  <c:v>2455.4563785661067</c:v>
                </c:pt>
                <c:pt idx="2632">
                  <c:v>2467.0496594688839</c:v>
                </c:pt>
                <c:pt idx="2633">
                  <c:v>2495.9205828312929</c:v>
                </c:pt>
                <c:pt idx="2634">
                  <c:v>2532.8690633407086</c:v>
                </c:pt>
                <c:pt idx="2635">
                  <c:v>2537.8178539106921</c:v>
                </c:pt>
                <c:pt idx="2636">
                  <c:v>2546.7015150946554</c:v>
                </c:pt>
                <c:pt idx="2637">
                  <c:v>2577.9635507854819</c:v>
                </c:pt>
                <c:pt idx="2638">
                  <c:v>2565.3243277380748</c:v>
                </c:pt>
                <c:pt idx="2639">
                  <c:v>2617.9498093327629</c:v>
                </c:pt>
                <c:pt idx="2640">
                  <c:v>2642.3072742916706</c:v>
                </c:pt>
                <c:pt idx="2641">
                  <c:v>2609.6320701845884</c:v>
                </c:pt>
                <c:pt idx="2642">
                  <c:v>2622.7185349554788</c:v>
                </c:pt>
                <c:pt idx="2643">
                  <c:v>2646.1705505164232</c:v>
                </c:pt>
                <c:pt idx="2644">
                  <c:v>2660.0303429882761</c:v>
                </c:pt>
                <c:pt idx="2645">
                  <c:v>2655.0675954484659</c:v>
                </c:pt>
                <c:pt idx="2646">
                  <c:v>2630.2138276842657</c:v>
                </c:pt>
                <c:pt idx="2647">
                  <c:v>2669.2027383191921</c:v>
                </c:pt>
                <c:pt idx="2648">
                  <c:v>2678.3945850550253</c:v>
                </c:pt>
                <c:pt idx="2649">
                  <c:v>2689.7602723140212</c:v>
                </c:pt>
                <c:pt idx="2650">
                  <c:v>2690.6998073791556</c:v>
                </c:pt>
                <c:pt idx="2651">
                  <c:v>2695.9005905248173</c:v>
                </c:pt>
                <c:pt idx="2652">
                  <c:v>2676.1486423524275</c:v>
                </c:pt>
                <c:pt idx="2653">
                  <c:v>2695.5271753797765</c:v>
                </c:pt>
                <c:pt idx="2654">
                  <c:v>2711.2247505469754</c:v>
                </c:pt>
                <c:pt idx="2655">
                  <c:v>2714.045720632741</c:v>
                </c:pt>
                <c:pt idx="2656">
                  <c:v>2732.3498795748178</c:v>
                </c:pt>
                <c:pt idx="2657">
                  <c:v>2713.7585737115251</c:v>
                </c:pt>
                <c:pt idx="2658">
                  <c:v>2720.6977752448061</c:v>
                </c:pt>
                <c:pt idx="2659">
                  <c:v>2701.4127152169449</c:v>
                </c:pt>
                <c:pt idx="2660">
                  <c:v>2639.104931196709</c:v>
                </c:pt>
                <c:pt idx="2661">
                  <c:v>2687.1157329033135</c:v>
                </c:pt>
                <c:pt idx="2662">
                  <c:v>2671.7928799651963</c:v>
                </c:pt>
                <c:pt idx="2663">
                  <c:v>2742.5148370833981</c:v>
                </c:pt>
                <c:pt idx="2664">
                  <c:v>2796.1133522594032</c:v>
                </c:pt>
                <c:pt idx="2665">
                  <c:v>2873.1935053055813</c:v>
                </c:pt>
                <c:pt idx="2666">
                  <c:v>2859.7616679930211</c:v>
                </c:pt>
                <c:pt idx="2667">
                  <c:v>2892.8286554109359</c:v>
                </c:pt>
                <c:pt idx="2668">
                  <c:v>2900.2500565586888</c:v>
                </c:pt>
                <c:pt idx="2669">
                  <c:v>2897.6760925620974</c:v>
                </c:pt>
                <c:pt idx="2670">
                  <c:v>2861.8147147396844</c:v>
                </c:pt>
                <c:pt idx="2671">
                  <c:v>2866.6491201689314</c:v>
                </c:pt>
                <c:pt idx="2672">
                  <c:v>2823.6676704063971</c:v>
                </c:pt>
                <c:pt idx="2673">
                  <c:v>2789.2515566165166</c:v>
                </c:pt>
                <c:pt idx="2674">
                  <c:v>2776.7465325683443</c:v>
                </c:pt>
                <c:pt idx="2675">
                  <c:v>2814.5416958425672</c:v>
                </c:pt>
                <c:pt idx="2676">
                  <c:v>2814.6988782179119</c:v>
                </c:pt>
                <c:pt idx="2677">
                  <c:v>2840.8561220275392</c:v>
                </c:pt>
                <c:pt idx="2678">
                  <c:v>2851.4454360092809</c:v>
                </c:pt>
                <c:pt idx="2679">
                  <c:v>2869.804954640892</c:v>
                </c:pt>
                <c:pt idx="2680">
                  <c:v>2824.6900297924553</c:v>
                </c:pt>
                <c:pt idx="2681">
                  <c:v>2790.0692364082233</c:v>
                </c:pt>
                <c:pt idx="2682">
                  <c:v>2840.6234890785763</c:v>
                </c:pt>
                <c:pt idx="2683">
                  <c:v>2861.3880230508048</c:v>
                </c:pt>
                <c:pt idx="2684">
                  <c:v>2851.2915177166587</c:v>
                </c:pt>
                <c:pt idx="2685">
                  <c:v>2853.9446886409687</c:v>
                </c:pt>
                <c:pt idx="2686">
                  <c:v>2849.3646272243395</c:v>
                </c:pt>
                <c:pt idx="2687">
                  <c:v>2884.5715012476353</c:v>
                </c:pt>
                <c:pt idx="2688">
                  <c:v>2906.5540626632019</c:v>
                </c:pt>
                <c:pt idx="2689">
                  <c:v>2934.8439054219066</c:v>
                </c:pt>
                <c:pt idx="2690">
                  <c:v>2961.0081999187692</c:v>
                </c:pt>
                <c:pt idx="2691">
                  <c:v>2957.1915453908009</c:v>
                </c:pt>
                <c:pt idx="2692">
                  <c:v>2941.5041265189061</c:v>
                </c:pt>
                <c:pt idx="2693">
                  <c:v>2971.1593568251728</c:v>
                </c:pt>
                <c:pt idx="2694">
                  <c:v>3021.4467445178211</c:v>
                </c:pt>
                <c:pt idx="2695">
                  <c:v>3123.6138887516749</c:v>
                </c:pt>
                <c:pt idx="2696">
                  <c:v>3085.9121315324828</c:v>
                </c:pt>
                <c:pt idx="2697">
                  <c:v>3060.8677058323751</c:v>
                </c:pt>
                <c:pt idx="2698">
                  <c:v>3080.4298414022178</c:v>
                </c:pt>
                <c:pt idx="2699">
                  <c:v>3072.2836770044137</c:v>
                </c:pt>
                <c:pt idx="2700">
                  <c:v>3089.3239906774465</c:v>
                </c:pt>
                <c:pt idx="2701">
                  <c:v>3117.4962831743787</c:v>
                </c:pt>
                <c:pt idx="2702">
                  <c:v>3147.6562059384869</c:v>
                </c:pt>
                <c:pt idx="2703">
                  <c:v>3169.4491803851697</c:v>
                </c:pt>
                <c:pt idx="2704">
                  <c:v>3166.824093119139</c:v>
                </c:pt>
                <c:pt idx="2705">
                  <c:v>3176.6228724804137</c:v>
                </c:pt>
                <c:pt idx="2706">
                  <c:v>3162.2336720030444</c:v>
                </c:pt>
                <c:pt idx="2707">
                  <c:v>3212.4347418281441</c:v>
                </c:pt>
                <c:pt idx="2708">
                  <c:v>3201.6667220080603</c:v>
                </c:pt>
                <c:pt idx="2709">
                  <c:v>3075.2281373076321</c:v>
                </c:pt>
                <c:pt idx="2710">
                  <c:v>3138.1974047568124</c:v>
                </c:pt>
                <c:pt idx="2711">
                  <c:v>3096.9877247483369</c:v>
                </c:pt>
                <c:pt idx="2712">
                  <c:v>3124.0400817459122</c:v>
                </c:pt>
                <c:pt idx="2713">
                  <c:v>3127.7700930976298</c:v>
                </c:pt>
                <c:pt idx="2714">
                  <c:v>3156.4109189743849</c:v>
                </c:pt>
                <c:pt idx="2715">
                  <c:v>3216.6476007407177</c:v>
                </c:pt>
                <c:pt idx="2716">
                  <c:v>3207.9034247596251</c:v>
                </c:pt>
                <c:pt idx="2717">
                  <c:v>3171.1948545982032</c:v>
                </c:pt>
                <c:pt idx="2718">
                  <c:v>3199.5749172394862</c:v>
                </c:pt>
                <c:pt idx="2719">
                  <c:v>3255.9715016040268</c:v>
                </c:pt>
                <c:pt idx="2720">
                  <c:v>3326.0686678783663</c:v>
                </c:pt>
                <c:pt idx="2721">
                  <c:v>3378.6727585353601</c:v>
                </c:pt>
                <c:pt idx="2722">
                  <c:v>3414.6602482416024</c:v>
                </c:pt>
                <c:pt idx="2723">
                  <c:v>3390.5941968159032</c:v>
                </c:pt>
                <c:pt idx="2724">
                  <c:v>3379.5897551694738</c:v>
                </c:pt>
                <c:pt idx="2725">
                  <c:v>3398.3148898584486</c:v>
                </c:pt>
                <c:pt idx="2726">
                  <c:v>3342.0278384625485</c:v>
                </c:pt>
                <c:pt idx="2727">
                  <c:v>3345.1003865570806</c:v>
                </c:pt>
                <c:pt idx="2728">
                  <c:v>3294.2269557813252</c:v>
                </c:pt>
                <c:pt idx="2729">
                  <c:v>3279.969567709416</c:v>
                </c:pt>
                <c:pt idx="2730">
                  <c:v>3357.4711705846757</c:v>
                </c:pt>
                <c:pt idx="2731">
                  <c:v>3351.6286126791811</c:v>
                </c:pt>
                <c:pt idx="2732">
                  <c:v>3355.8693842525131</c:v>
                </c:pt>
                <c:pt idx="2733">
                  <c:v>3306.5398964939668</c:v>
                </c:pt>
                <c:pt idx="2734">
                  <c:v>3329.0370256343926</c:v>
                </c:pt>
                <c:pt idx="2735">
                  <c:v>3277.5128999063431</c:v>
                </c:pt>
                <c:pt idx="2736">
                  <c:v>3235.7356801007768</c:v>
                </c:pt>
                <c:pt idx="2737">
                  <c:v>3273.317074583264</c:v>
                </c:pt>
                <c:pt idx="2738">
                  <c:v>3190.0585018445395</c:v>
                </c:pt>
                <c:pt idx="2739">
                  <c:v>3207.7394925762378</c:v>
                </c:pt>
                <c:pt idx="2740">
                  <c:v>3279.2149155459811</c:v>
                </c:pt>
                <c:pt idx="2741">
                  <c:v>3265.9353855594309</c:v>
                </c:pt>
                <c:pt idx="2742">
                  <c:v>3299.5715754645275</c:v>
                </c:pt>
                <c:pt idx="2743">
                  <c:v>3300.9470014458316</c:v>
                </c:pt>
                <c:pt idx="2744">
                  <c:v>3332.5326738553922</c:v>
                </c:pt>
                <c:pt idx="2745">
                  <c:v>3361.2051859259277</c:v>
                </c:pt>
                <c:pt idx="2746">
                  <c:v>3340.4982275873076</c:v>
                </c:pt>
                <c:pt idx="2747">
                  <c:v>3339.2027496369697</c:v>
                </c:pt>
                <c:pt idx="2748">
                  <c:v>3335.6427839606631</c:v>
                </c:pt>
                <c:pt idx="2749">
                  <c:v>3362.1240011260561</c:v>
                </c:pt>
                <c:pt idx="2750">
                  <c:v>3362.705914929928</c:v>
                </c:pt>
                <c:pt idx="2751">
                  <c:v>3372.3092954406679</c:v>
                </c:pt>
                <c:pt idx="2752">
                  <c:v>3337.5537353082227</c:v>
                </c:pt>
                <c:pt idx="2753">
                  <c:v>3273.391740246107</c:v>
                </c:pt>
                <c:pt idx="2754">
                  <c:v>3246.1065601304967</c:v>
                </c:pt>
                <c:pt idx="2755">
                  <c:v>3254.7884733244937</c:v>
                </c:pt>
                <c:pt idx="2756">
                  <c:v>3181.7508526305273</c:v>
                </c:pt>
                <c:pt idx="2757">
                  <c:v>3223.1243605938598</c:v>
                </c:pt>
                <c:pt idx="2758">
                  <c:v>3293.0110859271481</c:v>
                </c:pt>
                <c:pt idx="2759">
                  <c:v>3299.5027980049995</c:v>
                </c:pt>
                <c:pt idx="2760">
                  <c:v>3334.2385636268555</c:v>
                </c:pt>
                <c:pt idx="2761">
                  <c:v>3347.2433839764826</c:v>
                </c:pt>
                <c:pt idx="2762">
                  <c:v>3354.2938628950146</c:v>
                </c:pt>
                <c:pt idx="2763">
                  <c:v>3346.1095760420176</c:v>
                </c:pt>
                <c:pt idx="2764">
                  <c:v>3337.4492986872583</c:v>
                </c:pt>
                <c:pt idx="2765">
                  <c:v>3315.9924268834534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8A3-4532-A8F3-10ED1F4537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99976111"/>
        <c:axId val="1599973711"/>
      </c:lineChart>
      <c:catAx>
        <c:axId val="824493119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824498879"/>
        <c:crosses val="autoZero"/>
        <c:auto val="0"/>
        <c:lblAlgn val="ctr"/>
        <c:lblOffset val="100"/>
        <c:noMultiLvlLbl val="0"/>
      </c:catAx>
      <c:valAx>
        <c:axId val="824498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 sz="1200" dirty="0" err="1"/>
                  <a:t>Index</a:t>
                </a:r>
                <a:r>
                  <a:rPr lang="es-CO" sz="1200" dirty="0"/>
                  <a:t> CB &amp; Inmobiliario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824493119"/>
        <c:crosses val="autoZero"/>
        <c:crossBetween val="between"/>
        <c:majorUnit val="15"/>
        <c:minorUnit val="10"/>
      </c:valAx>
      <c:valAx>
        <c:axId val="1599973711"/>
        <c:scaling>
          <c:orientation val="minMax"/>
          <c:max val="3500"/>
          <c:min val="0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s-CO" sz="1200"/>
                  <a:t>Index Tech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CO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599976111"/>
        <c:crosses val="max"/>
        <c:crossBetween val="between"/>
        <c:majorUnit val="200"/>
      </c:valAx>
      <c:dateAx>
        <c:axId val="1599976111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599973711"/>
        <c:crosses val="autoZero"/>
        <c:auto val="1"/>
        <c:lblOffset val="100"/>
        <c:baseTimeUnit val="days"/>
      </c:date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050"/>
              <a:t>Gráfico</a:t>
            </a:r>
            <a:r>
              <a:rPr lang="es-CO" sz="1050" baseline="0"/>
              <a:t> de barras (SD) - Tecnología</a:t>
            </a:r>
            <a:endParaRPr lang="es-CO" sz="105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errBars>
            <c:errBarType val="both"/>
            <c:errValType val="cust"/>
            <c:noEndCap val="0"/>
            <c:plus>
              <c:numRef>
                <c:f>Tecnología!$AY$9:$AY$10</c:f>
                <c:numCache>
                  <c:formatCode>General</c:formatCode>
                  <c:ptCount val="2"/>
                  <c:pt idx="0">
                    <c:v>1.8067402067253979E-3</c:v>
                  </c:pt>
                  <c:pt idx="1">
                    <c:v>2.4396432718583466E-3</c:v>
                  </c:pt>
                </c:numCache>
              </c:numRef>
            </c:plus>
            <c:minus>
              <c:numRef>
                <c:f>Tecnología!$AY$9:$AY$10</c:f>
                <c:numCache>
                  <c:formatCode>General</c:formatCode>
                  <c:ptCount val="2"/>
                  <c:pt idx="0">
                    <c:v>1.8067402067253979E-3</c:v>
                  </c:pt>
                  <c:pt idx="1">
                    <c:v>2.4396432718583466E-3</c:v>
                  </c:pt>
                </c:numCache>
              </c:numRef>
            </c:minus>
            <c:spPr>
              <a:noFill/>
              <a:ln w="28575" cap="flat" cmpd="sng" algn="ctr">
                <a:solidFill>
                  <a:schemeClr val="accent2"/>
                </a:solidFill>
                <a:prstDash val="dash"/>
                <a:round/>
                <a:tailEnd type="oval"/>
              </a:ln>
              <a:effectLst/>
            </c:spPr>
          </c:errBars>
          <c:cat>
            <c:numRef>
              <c:f>Tecnología!$AV$9:$AV$10</c:f>
              <c:numCache>
                <c:formatCode>General</c:formatCode>
                <c:ptCount val="2"/>
                <c:pt idx="0">
                  <c:v>2015</c:v>
                </c:pt>
                <c:pt idx="1">
                  <c:v>2025</c:v>
                </c:pt>
              </c:numCache>
            </c:numRef>
          </c:cat>
          <c:val>
            <c:numRef>
              <c:f>Tecnología!$AW$9:$AW$10</c:f>
              <c:numCache>
                <c:formatCode>0.00000</c:formatCode>
                <c:ptCount val="2"/>
                <c:pt idx="0">
                  <c:v>1.453372502596087E-2</c:v>
                </c:pt>
                <c:pt idx="1">
                  <c:v>1.9585389702861153E-2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47A-4644-9C56-63DFF4C1DDC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99994351"/>
        <c:axId val="1599992431"/>
      </c:barChart>
      <c:catAx>
        <c:axId val="1599994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599992431"/>
        <c:crosses val="autoZero"/>
        <c:auto val="1"/>
        <c:lblAlgn val="ctr"/>
        <c:lblOffset val="100"/>
        <c:noMultiLvlLbl val="0"/>
      </c:catAx>
      <c:valAx>
        <c:axId val="1599992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599994351"/>
        <c:crosses val="autoZero"/>
        <c:crossBetween val="between"/>
        <c:majorUnit val="1.0000000000000002E-3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050"/>
              <a:t>Gráfico</a:t>
            </a:r>
            <a:r>
              <a:rPr lang="es-CO" sz="1050" baseline="0"/>
              <a:t> de barras (SD) - Consumo Básico</a:t>
            </a:r>
            <a:endParaRPr lang="es-CO" sz="105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  <a:effectLst/>
          </c:spPr>
          <c:invertIfNegative val="0"/>
          <c:dLbls>
            <c:delete val="1"/>
          </c:dLbls>
          <c:errBars>
            <c:errBarType val="both"/>
            <c:errValType val="cust"/>
            <c:noEndCap val="0"/>
            <c:plus>
              <c:numRef>
                <c:f>'Consumo Básico'!$AY$9:$AY$10</c:f>
                <c:numCache>
                  <c:formatCode>General</c:formatCode>
                  <c:ptCount val="2"/>
                  <c:pt idx="0">
                    <c:v>1.1008577029220673E-3</c:v>
                  </c:pt>
                  <c:pt idx="1">
                    <c:v>1.1348642703828918E-3</c:v>
                  </c:pt>
                </c:numCache>
              </c:numRef>
            </c:plus>
            <c:minus>
              <c:numRef>
                <c:f>'Consumo Básico'!$AY$9:$AY$10</c:f>
                <c:numCache>
                  <c:formatCode>General</c:formatCode>
                  <c:ptCount val="2"/>
                  <c:pt idx="0">
                    <c:v>1.1008577029220673E-3</c:v>
                  </c:pt>
                  <c:pt idx="1">
                    <c:v>1.1348642703828918E-3</c:v>
                  </c:pt>
                </c:numCache>
              </c:numRef>
            </c:minus>
            <c:spPr>
              <a:noFill/>
              <a:ln w="28575" cap="flat" cmpd="sng" algn="ctr">
                <a:solidFill>
                  <a:schemeClr val="accent1"/>
                </a:solidFill>
                <a:prstDash val="dash"/>
                <a:round/>
                <a:tailEnd type="oval"/>
              </a:ln>
              <a:effectLst/>
            </c:spPr>
          </c:errBars>
          <c:cat>
            <c:numRef>
              <c:f>'Consumo Básico'!$AV$9:$AV$10</c:f>
              <c:numCache>
                <c:formatCode>General</c:formatCode>
                <c:ptCount val="2"/>
                <c:pt idx="0">
                  <c:v>2015</c:v>
                </c:pt>
                <c:pt idx="1">
                  <c:v>2025</c:v>
                </c:pt>
              </c:numCache>
            </c:numRef>
          </c:cat>
          <c:val>
            <c:numRef>
              <c:f>'Consumo Básico'!$AW$9:$AW$10</c:f>
              <c:numCache>
                <c:formatCode>0.00000</c:formatCode>
                <c:ptCount val="2"/>
                <c:pt idx="0">
                  <c:v>8.8554862992607213E-3</c:v>
                </c:pt>
                <c:pt idx="1">
                  <c:v>9.1106594360294973E-3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E5-4B1C-A3D8-B8F8F247E3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99994351"/>
        <c:axId val="1599992431"/>
      </c:barChart>
      <c:catAx>
        <c:axId val="1599994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599992431"/>
        <c:crosses val="autoZero"/>
        <c:auto val="1"/>
        <c:lblAlgn val="ctr"/>
        <c:lblOffset val="100"/>
        <c:noMultiLvlLbl val="0"/>
      </c:catAx>
      <c:valAx>
        <c:axId val="1599992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599994351"/>
        <c:crosses val="autoZero"/>
        <c:crossBetween val="between"/>
        <c:majorUnit val="1.0000000000000002E-3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 sz="1050" dirty="0"/>
              <a:t>Gráfico</a:t>
            </a:r>
            <a:r>
              <a:rPr lang="es-CO" sz="1050" baseline="0" dirty="0"/>
              <a:t> de barras (SD) - Inmobiliario</a:t>
            </a:r>
            <a:endParaRPr lang="es-CO" sz="10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6"/>
            </a:solidFill>
            <a:ln>
              <a:solidFill>
                <a:schemeClr val="accent6"/>
              </a:solidFill>
            </a:ln>
            <a:effectLst/>
          </c:spPr>
          <c:invertIfNegative val="0"/>
          <c:dLbls>
            <c:delete val="1"/>
          </c:dLbls>
          <c:errBars>
            <c:errBarType val="both"/>
            <c:errValType val="cust"/>
            <c:noEndCap val="0"/>
            <c:plus>
              <c:numRef>
                <c:f>Inmobiliario!$AY$9:$AY$10</c:f>
                <c:numCache>
                  <c:formatCode>General</c:formatCode>
                  <c:ptCount val="2"/>
                  <c:pt idx="0">
                    <c:v>1.3759349939854036E-3</c:v>
                  </c:pt>
                  <c:pt idx="1">
                    <c:v>1.3475338493398668E-3</c:v>
                  </c:pt>
                </c:numCache>
              </c:numRef>
            </c:plus>
            <c:minus>
              <c:numRef>
                <c:f>Inmobiliario!$AY$9:$AY$10</c:f>
                <c:numCache>
                  <c:formatCode>General</c:formatCode>
                  <c:ptCount val="2"/>
                  <c:pt idx="0">
                    <c:v>1.3759349939854036E-3</c:v>
                  </c:pt>
                  <c:pt idx="1">
                    <c:v>1.3475338493398668E-3</c:v>
                  </c:pt>
                </c:numCache>
              </c:numRef>
            </c:minus>
            <c:spPr>
              <a:noFill/>
              <a:ln w="28575" cap="flat" cmpd="sng" algn="ctr">
                <a:solidFill>
                  <a:schemeClr val="accent3"/>
                </a:solidFill>
                <a:prstDash val="dash"/>
                <a:round/>
                <a:tailEnd type="oval"/>
              </a:ln>
              <a:effectLst/>
            </c:spPr>
          </c:errBars>
          <c:cat>
            <c:numRef>
              <c:f>Inmobiliario!$AV$9:$AV$10</c:f>
              <c:numCache>
                <c:formatCode>General</c:formatCode>
                <c:ptCount val="2"/>
                <c:pt idx="0">
                  <c:v>2015</c:v>
                </c:pt>
                <c:pt idx="1">
                  <c:v>2025</c:v>
                </c:pt>
              </c:numCache>
            </c:numRef>
          </c:cat>
          <c:val>
            <c:numRef>
              <c:f>Inmobiliario!$AW$9:$AW$10</c:f>
              <c:numCache>
                <c:formatCode>0.00000</c:formatCode>
                <c:ptCount val="2"/>
                <c:pt idx="0">
                  <c:v>1.1068254739526226E-2</c:v>
                </c:pt>
                <c:pt idx="1">
                  <c:v>1.0817965020359041E-2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A12-4626-A87E-E27D196B0A9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99994351"/>
        <c:axId val="1599992431"/>
      </c:barChart>
      <c:catAx>
        <c:axId val="1599994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599992431"/>
        <c:crosses val="autoZero"/>
        <c:auto val="1"/>
        <c:lblAlgn val="ctr"/>
        <c:lblOffset val="100"/>
        <c:noMultiLvlLbl val="0"/>
      </c:catAx>
      <c:valAx>
        <c:axId val="15999924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599994351"/>
        <c:crosses val="autoZero"/>
        <c:crossBetween val="between"/>
        <c:majorUnit val="1.0000000000000002E-3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O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'[Datos Sectores Equity (Index review).xlsx]Tecnología'!$AS$8:$AS$2774</cx:f>
        <cx:lvl ptCount="2767" formatCode="General">
          <cx:pt idx="2">-0.022355722008766843</cx:pt>
          <cx:pt idx="3">-0.01170321608801499</cx:pt>
          <cx:pt idx="4">0.007168198834146506</cx:pt>
          <cx:pt idx="5">0.034908289546645682</cx:pt>
          <cx:pt idx="6">0.0018963789324952678</cx:pt>
          <cx:pt idx="7">-0.018733936269421724</cx:pt>
          <cx:pt idx="8">0.0020380405955803659</cx:pt>
          <cx:pt idx="9">-0.0026484665757735924</cx:pt>
          <cx:pt idx="10">-0.01861161913276143</cx:pt>
          <cx:pt idx="11">0.0029733520046291849</cx:pt>
          <cx:pt idx="12">0.014589103500023822</cx:pt>
          <cx:pt idx="13">0.0095222572255143582</cx:pt>
          <cx:pt idx="14">0.021104500912189138</cx:pt>
          <cx:pt idx="15">0.0028661341277568426</cx:pt>
          <cx:pt idx="16">-6.0620546993920047e-05</cx:pt>
          <cx:pt idx="17">-0.039218792599571714</cx:pt>
          <cx:pt idx="18">0.018698627572843074</cx:pt>
          <cx:pt idx="19">0.024524617221363825</cx:pt>
          <cx:pt idx="20">-0.022386919335903803</cx:pt>
          <cx:pt idx="21">0.014137710491834305</cx:pt>
          <cx:pt idx="22">0.0099114582776748967</cx:pt>
          <cx:pt idx="23">0.0046111442001244944</cx:pt>
          <cx:pt idx="24">0.012586207802313376</cx:pt>
          <cx:pt idx="25">-0.0077964389190845881</cx:pt>
          <cx:pt idx="26">0.0010606774633159051</cx:pt>
          <cx:pt idx="27">0.023792369000015832</cx:pt>
          <cx:pt idx="28">0.008005197505190461</cx:pt>
          <cx:pt idx="29">0.032522974735037291</cx:pt>
          <cx:pt idx="30">0.0040268894500393318</cx:pt>
          <cx:pt idx="31">0.003285229725274817</cx:pt>
          <cx:pt idx="32">0.00024220183293619538</cx:pt>
          <cx:pt idx="33">-0.00018536739024140915</cx:pt>
          <cx:pt idx="34">0.0074000031699026012</cx:pt>
          <cx:pt idx="35">0.010676580552513724</cx:pt>
          <cx:pt idx="36">-0.0010342031803146641</cx:pt>
          <cx:pt idx="37">-0.015520617138407756</cx:pt>
          <cx:pt idx="38">0.012031793005570385</cx:pt>
          <cx:pt idx="39">-0.010087791374470521</cx:pt>
          <cx:pt idx="40">0.012329827472621178</cx:pt>
          <cx:pt idx="41">-0.0097753351254097638</cx:pt>
          <cx:pt idx="42">-0.0017244304811365161</cx:pt>
          <cx:pt idx="43">-0.0030735844212317685</cx:pt>
          <cx:pt idx="44">-0.0078190146659837863</cx:pt>
          <cx:pt idx="45">0.004803843678784882</cx:pt>
          <cx:pt idx="46">-0.011488280151427688</cx:pt>
          <cx:pt idx="47">-0.011335974706678327</cx:pt>
          <cx:pt idx="48">0.0050323669215846618</cx:pt>
          <cx:pt idx="49">-0.0012932219437819827</cx:pt>
          <cx:pt idx="50">0.011563184589216232</cx:pt>
          <cx:pt idx="51">0.0090658791977060397</cx:pt>
          <cx:pt idx="52">0.0039590625783638388</cx:pt>
          <cx:pt idx="53">0.00047642305505534691</cx:pt>
          <cx:pt idx="54">-0.00022092589183788492</cx:pt>
          <cx:pt idx="55">-0.004061312324970567</cx:pt>
          <cx:pt idx="56">-0.0071994974667000259</cx:pt>
          <cx:pt idx="57">-0.038743552404040572</cx:pt>
          <cx:pt idx="58">0.0011567815938621354</cx:pt>
          <cx:pt idx="59">0.0025812857700858896</cx:pt>
          <cx:pt idx="60">0.015222053828601549</cx:pt>
          <cx:pt idx="61">-0.015811722521154262</cx:pt>
          <cx:pt idx="62">-0.00059685160579793517</cx:pt>
          <cx:pt idx="63">0.002979813032255274</cx:pt>
          <cx:pt idx="64">0.019006124518084203</cx:pt>
          <cx:pt idx="65">-0.0036023931149711313</cx:pt>
          <cx:pt idx="66">0.0019594369031953247</cx:pt>
          <cx:pt idx="67">0.011029457788788872</cx:pt>
          <cx:pt idx="68">0.0065003436428198664</cx:pt>
          <cx:pt idx="69">-0.0042932413032359786</cx:pt>
          <cx:pt idx="70">-0.006525686069031679</cx:pt>
          <cx:pt idx="71">0.0092248325767340603</cx:pt>
          <cx:pt idx="72">-0.0035718059464370853</cx:pt>
          <cx:pt idx="73">-0.014418121688360158</cx:pt>
          <cx:pt idx="74">0.013424613057501894</cx:pt>
          <cx:pt idx="75">-0.001708370530545245</cx:pt>
          <cx:pt idx="76">0.011787032639137196</cx:pt>
          <cx:pt idx="77">0.0024900318020938421</cx:pt>
          <cx:pt idx="78">0.0045705824483232762</cx:pt>
          <cx:pt idx="79">0.010603174894230865</cx:pt>
          <cx:pt idx="80">-0.0045753902844914967</cx:pt>
          <cx:pt idx="81">-0.0098692353249090932</cx:pt>
          <cx:pt idx="82">-0.015562506153023356</cx:pt>
          <cx:pt idx="83">0.0256171321270551</cx:pt>
          <cx:pt idx="84">-0.0037396899432150985</cx:pt>
          <cx:pt idx="85">-0.021989896828608854</cx:pt>
          <cx:pt idx="86">-0.0043130944435380084</cx:pt>
          <cx:pt idx="87">0.0069246653343993693</cx:pt>
          <cx:pt idx="88">-0.0068122175815165577</cx:pt>
          <cx:pt idx="89">-0.0068204003289955737</cx:pt>
          <cx:pt idx="90">-0.00058696958090762019</cx:pt>
          <cx:pt idx="91">0.0035199854154062192</cx:pt>
          <cx:pt idx="92">0.016876399419003537</cx:pt>
          <cx:pt idx="93">-0.00031836931880354328</cx:pt>
          <cx:pt idx="94">0.0064963311088551863</cx:pt>
          <cx:pt idx="95">-0.0048876389121937829</cx:pt>
          <cx:pt idx="96">0.00018743479829751164</cx:pt>
          <cx:pt idx="97">0.003099941999285601</cx:pt>
          <cx:pt idx="98">0.0037842172138621076</cx:pt>
          <cx:pt idx="99">-0.014645244008745758</cx:pt>
          <cx:pt idx="100">0.029963373130398336</cx:pt>
          <cx:pt idx="101">0.0024376294795511962</cx:pt>
          <cx:pt idx="102">-0.0060308500216732282</cx:pt>
          <cx:pt idx="103">0.0047788807691647424</cx:pt>
          <cx:pt idx="104">-0.0086730842787142211</cx:pt>
          <cx:pt idx="105">-0.0032379283148605562</cx:pt>
          <cx:pt idx="106">-0.00031835984101379782</cx:pt>
          <cx:pt idx="107">-0.00074125819352979826</cx:pt>
          <cx:pt idx="108">-0.013273569523562975</cx:pt>
          <cx:pt idx="109">-0.0011328079055450038</cx:pt>
          <cx:pt idx="110">0.0047666600905590792</cx:pt>
          <cx:pt idx="111">0.0014158900149492445</cx:pt>
          <cx:pt idx="112">-0.014025504277923768</cx:pt>
          <cx:pt idx="113">-0.0032103624893097126</cx:pt>
          <cx:pt idx="114">0.0077266182012036763</cx:pt>
          <cx:pt idx="115">0.0033887264025751988</cx:pt>
          <cx:pt idx="116">0.0077994578928014336</cx:pt>
          <cx:pt idx="117">-0.0074769735278145764</cx:pt>
          <cx:pt idx="118">0.0034481222770746103</cx:pt>
          <cx:pt idx="119">-0.0097311564681544262</cx:pt>
          <cx:pt idx="120">-0.00064689636278017124</cx:pt>
          <cx:pt idx="121">-0.0010419789961784828</cx:pt>
          <cx:pt idx="122">-0.017100845991922738</cx:pt>
          <cx:pt idx="123">-0.023434104326825377</cx:pt>
          <cx:pt idx="124">0.0039208074446891554</cx:pt>
          <cx:pt idx="125">0.0094149315003076404</cx:pt>
          <cx:pt idx="126">0.0018014955655760057</cx:pt>
          <cx:pt idx="127">-0.0084774245769424789</cx:pt>
          <cx:pt idx="128">-0.0095685449023105093</cx:pt>
          <cx:pt idx="129">-0.018700104621119526</cx:pt>
          <cx:pt idx="130">-0.014398774326857976</cx:pt>
          <cx:pt idx="131">0.020590520842241448</cx:pt>
          <cx:pt idx="132">0.014112517286217222</cx:pt>
          <cx:pt idx="133">0.0057368460566467831</cx:pt>
          <cx:pt idx="134">0.0006054669038142186</cx:pt>
          <cx:pt idx="135">0.013867058294485162</cx:pt>
          <cx:pt idx="136">0.001583115422984876</cx:pt>
          <cx:pt idx="137">0.0022707034975254494</cx:pt>
          <cx:pt idx="138">-0.0037131484812392376</cx:pt>
          <cx:pt idx="139">-0.031543712905498025</cx:pt>
          <cx:pt idx="140">0.0062269565621823897</cx:pt>
          <cx:pt idx="141">-0.0081365982003721669</cx:pt>
          <cx:pt idx="142">-0.011541260170869256</cx:pt>
          <cx:pt idx="143">0.015106109366019135</cx:pt>
          <cx:pt idx="144">0.0058743164830914029</cx:pt>
          <cx:pt idx="145">-0.0014925863447553967</cx:pt>
          <cx:pt idx="146">-0.0084212069638146085</cx:pt>
          <cx:pt idx="147">-0.0038571154388856075</cx:pt>
          <cx:pt idx="148">-0.016108932337400846</cx:pt>
          <cx:pt idx="149">0.0071171174551059114</cx:pt>
          <cx:pt idx="150">-0.0060732539547329063</cx:pt>
          <cx:pt idx="151">0.03273946528757754</cx:pt>
          <cx:pt idx="152">0.029825662448245253</cx:pt>
          <cx:pt idx="153">-0.032479808804520456</cx:pt>
          <cx:pt idx="154">0.0091747856323594577</cx:pt>
          <cx:pt idx="155">-0.0037921684975856236</cx:pt>
          <cx:pt idx="156">0.0029705922076806212</cx:pt>
          <cx:pt idx="157">0.0054738506593953766</cx:pt>
          <cx:pt idx="158">-0.010532055039710631</cx:pt>
          <cx:pt idx="159">-0.010313493462638665</cx:pt>
          <cx:pt idx="160">-0.028437457710186215</cx:pt>
          <cx:pt idx="161">-0.044200566830748807</cx:pt>
          <cx:pt idx="162">-0.028818166204821343</cx:pt>
          <cx:pt idx="163">-0.0080160434359294683</cx:pt>
          <cx:pt idx="164">0.058370083879704264</cx:pt>
          <cx:pt idx="165">0.033930721069563359</cx:pt>
          <cx:pt idx="166">0.004688797427497773</cx:pt>
          <cx:pt idx="167">-0.0059937248646955554</cx:pt>
          <cx:pt idx="168">-0.042063321594129795</cx:pt>
          <cx:pt idx="169">0.035794948716514528</cx:pt>
          <cx:pt idx="170">-0.0058350187589762759</cx:pt>
          <cx:pt idx="171">-0.014105183173438549</cx:pt>
          <cx:pt idx="172">0.034208729389718001</cx:pt>
          <cx:pt idx="173">-0.019355777728717348</cx:pt>
          <cx:pt idx="174">0.01717254706297484</cx:pt>
          <cx:pt idx="175">0.0092666445259525949</cx:pt>
          <cx:pt idx="176">0.0017977379704028282</cx:pt>
          <cx:pt idx="177">0.010660079872193478</cx:pt>
          <cx:pt idx="178">0.003614452326270438</cx:pt>
          <cx:pt idx="179">-0.011146824126833597</cx:pt>
          <cx:pt idx="180">-0.0075390648621187382</cx:pt>
          <cx:pt idx="181">0.010143078180012744</cx:pt>
          <cx:pt idx="182">-0.019550230566072361</cx:pt>
          <cx:pt idx="183">0.0026543766929586557</cx:pt>
          <cx:pt idx="184">0.0092184994092241058</cx:pt>
          <cx:pt idx="185">0.0013241165364271292</cx:pt>
          <cx:pt idx="186">-0.019588599213883954</cx:pt>
          <cx:pt idx="187">-0.0085266272469434259</cx:pt>
          <cx:pt idx="188">0.022796472828930613</cx:pt>
          <cx:pt idx="189">-0.0097488901352534903</cx:pt>
          <cx:pt idx="190">0.016717577441427375</cx:pt>
          <cx:pt idx="191">0.015228632392052327</cx:pt>
          <cx:pt idx="192">0.007263827561369284</cx:pt>
          <cx:pt idx="193">0.0029748328421110898</cx:pt>
          <cx:pt idx="194">-0.0014011780953463748</cx:pt>
          <cx:pt idx="195">0.0092884054022746073</cx:pt>
          <cx:pt idx="196">-0.00053229075075715787</cx:pt>
          <cx:pt idx="197">-0.00054240259576299134</cx:pt>
          <cx:pt idx="198">0.0053484115595462739</cx:pt>
          <cx:pt idx="199">0.01051086835542134</cx:pt>
          <cx:pt idx="200">0.0007485128359871042</cx:pt>
          <cx:pt idx="201">0.0033677512131434482</cx:pt>
          <cx:pt idx="202">0.0067114280210371661</cx:pt>
          <cx:pt idx="203">-0.0050535480085114022</cx:pt>
          <cx:pt idx="204">0.022868616278926918</cx:pt>
          <cx:pt idx="205">0.027153883608858287</cx:pt>
          <cx:pt idx="206">-0.018421552099160243</cx:pt>
          <cx:pt idx="207">-0.0040718571692807213</cx:pt>
          <cx:pt idx="208">0.025724522036593783</cx:pt>
          <cx:pt idx="209">-0.0082146438553125853</cx:pt>
          <cx:pt idx="210">0.0025349387155655231</cx:pt>
          <cx:pt idx="211">0.013056252632888232</cx:pt>
          <cx:pt idx="212">0.0067626216453006895</cx:pt>
          <cx:pt idx="213">-0.0070437741454400463</cx:pt>
          <cx:pt idx="214">-0.0099622734300945856</cx:pt>
          <cx:pt idx="215">0.038659972161250653</cx:pt>
          <cx:pt idx="216">-0.0074111948888789126</cx:pt>
          <cx:pt idx="217">-0.024454514873141826</cx:pt>
          <cx:pt idx="218">-0.0055581041787019572</cx:pt>
          <cx:pt idx="219">-0.004819763967233502</cx:pt>
          <cx:pt idx="220">-0.024514243935105748</cx:pt>
          <cx:pt idx="221">0.017624648216230353</cx:pt>
          <cx:pt idx="222">-0.0018181901527325284</cx:pt>
          <cx:pt idx="223">0.026056400157136273</cx:pt>
          <cx:pt idx="224">0.0081924388633105409</cx:pt>
          <cx:pt idx="225">0.0053980856469963649</cx:pt>
          <cx:pt idx="226">-0.011577564564808558</cx:pt>
          <cx:pt idx="227">0.0096543356554208842</cx:pt>
          <cx:pt idx="228">-0.0043468425756955842</cx:pt>
          <cx:pt idx="229">0.0017874661726768604</cx:pt>
          <cx:pt idx="230">0.006263360227690128</cx:pt>
          <cx:pt idx="231">0.0086622454878962796</cx:pt>
          <cx:pt idx="232">-0.009467757592619688</cx:pt>
          <cx:pt idx="233">-0.0065690569622836202</cx:pt>
          <cx:pt idx="234">0.031815221039118817</cx:pt>
          <cx:pt idx="235">-0.0088488995421200835</cx:pt>
          <cx:pt idx="236">0.0026636656343784365</cx:pt>
          <cx:pt idx="237">-0.020706522200045194</cx:pt>
          <cx:pt idx="238">0.0065905123462121021</cx:pt>
          <cx:pt idx="239">-0.022888234714618906</cx:pt>
          <cx:pt idx="240">-0.0020532240594620019</cx:pt>
          <cx:pt idx="241">-0.0015089734059805775</cx:pt>
          <cx:pt idx="242">0.0090537919768559679</cx:pt>
          <cx:pt idx="243">-0.017877252466282294</cx:pt>
          <cx:pt idx="244">-0.021406185679876247</cx:pt>
          <cx:pt idx="245">0.017042015718530975</cx:pt>
          <cx:pt idx="246">0.0028770130866411425</cx:pt>
          <cx:pt idx="247">0.0092659552615201538</cx:pt>
          <cx:pt idx="248">-0.00080514933485954982</cx:pt>
          <cx:pt idx="249">-0.0059456087122531035</cx:pt>
          <cx:pt idx="250">0.015612251834650282</cx:pt>
          <cx:pt idx="251">-0.010319701877485075</cx:pt>
          <cx:pt idx="252">-0.016027716521669646</cx:pt>
          <cx:pt idx="253">-0.0084859920127251867</cx:pt>
          <cx:pt idx="254">-0.0078074317767793241</cx:pt>
          <cx:pt idx="255">-0.027181102597047702</cx:pt>
          <cx:pt idx="256">-0.03940198215357734</cx:pt>
          <cx:pt idx="257">-0.0072564041710631898</cx:pt>
          <cx:pt idx="258">0.0091419226616580168</cx:pt>
          <cx:pt idx="259">0.013967278952819746</cx:pt>
          <cx:pt idx="260">-0.029756685470387078</cx:pt>
          <cx:pt idx="261">0.0093149942974285107</cx:pt>
          <cx:pt idx="262">-0.037910562122822532</cx:pt>
          <cx:pt idx="263">-0.0011955840445491066</cx:pt>
          <cx:pt idx="264">-0.0026615379245657762</cx:pt>
          <cx:pt idx="265">0.0062764093991293903</cx:pt>
          <cx:pt idx="266">0.035854601245998916</cx:pt>
          <cx:pt idx="267">-0.012319691516933892</cx:pt>
          <cx:pt idx="268">0.0080992046899492059</cx:pt>
          <cx:pt idx="269">-0.037601886373094168</cx:pt>
          <cx:pt idx="270">0.00042754857962910495</cx:pt>
          <cx:pt idx="271">0.042288322586763641</cx:pt>
          <cx:pt idx="272">-0.0050907815425908342</cx:pt>
          <cx:pt idx="273">-0.029299087663842677</cx:pt>
          <cx:pt idx="274">0.012008745690365242</cx:pt>
          <cx:pt idx="275">0.0058885602210665229</cx:pt>
          <cx:pt idx="276">-0.038009957617616365</cx:pt>
          <cx:pt idx="277">-0.013539572393772464</cx:pt>
          <cx:pt idx="278">-0.00035454073339129532</cx:pt>
          <cx:pt idx="279">-0.0050133150470007756</cx:pt>
          <cx:pt idx="280">-0.0015618875071554644</cx:pt>
          <cx:pt idx="281">0.011639334373009059</cx:pt>
          <cx:pt idx="282">0.03330069807931639</cx:pt>
          <cx:pt idx="283">0.02202292820142936</cx:pt>
          <cx:pt idx="284">0.011655403159744596</cx:pt>
          <cx:pt idx="285">0.0032930022250504754</cx:pt>
          <cx:pt idx="286">0.016163252844514864</cx:pt>
          <cx:pt idx="287">-0.016460298105818446</cx:pt>
          <cx:pt idx="288">0.011566144318560709</cx:pt>
          <cx:pt idx="289">0.0074447577485925254</cx:pt>
          <cx:pt idx="290">-0.0016725892665636099</cx:pt>
          <cx:pt idx="291">-0.0044263553638904211</cx:pt>
          <cx:pt idx="292">0.038597108762058643</cx:pt>
          <cx:pt idx="293">0.0055030522398280945</cx:pt>
          <cx:pt idx="294">0.0022397170457410134</cx:pt>
          <cx:pt idx="295">0.007140206471101123</cx:pt>
          <cx:pt idx="296">-0.0074578477629028122</cx:pt>
          <cx:pt idx="297">-0.013973395976875212</cx:pt>
          <cx:pt idx="298">0.0041754308338326461</cx:pt>
          <cx:pt idx="299">-0.00048030598829632302</cx:pt>
          <cx:pt idx="300">0.017730689461401473</cx:pt>
          <cx:pt idx="301">0.0021753260511643332</cx:pt>
          <cx:pt idx="302">0.0064255554919008823</cx:pt>
          <cx:pt idx="303">0.017546783084368606</cx:pt>
          <cx:pt idx="304">0.0011421095630461935</cx:pt>
          <cx:pt idx="305">0.0099958452078649576</cx:pt>
          <cx:pt idx="306">0.0016995052192073192</cx:pt>
          <cx:pt idx="307">0.003605376164849898</cx:pt>
          <cx:pt idx="308">-0.0037211574780367258</cx:pt>
          <cx:pt idx="309">-0.00092217128846670674</cx:pt>
          <cx:pt idx="310">-0.0010931989345131323</cx:pt>
          <cx:pt idx="311">0.01918928295165628</cx:pt>
          <cx:pt idx="312">0.013351053806778163</cx:pt>
          <cx:pt idx="313">-0.003616642175043378</cx:pt>
          <cx:pt idx="314">0.011703860907320481</cx:pt>
          <cx:pt idx="315">-5.3091687698143749e-05</cx:pt>
          <cx:pt idx="316">-0.010776264989685244</cx:pt>
          <cx:pt idx="317">0.0082714120429135674</cx:pt>
          <cx:pt idx="318">-0.01716414832988207</cx:pt>
          <cx:pt idx="319">0.0042319897023338684</cx:pt>
          <cx:pt idx="320">0.0022776120608925723</cx:pt>
          <cx:pt idx="321">0.0057938168539618373</cx:pt>
          <cx:pt idx="322">0.019714236618943923</cx:pt>
          <cx:pt idx="323">-0.0013688712140724462</cx:pt>
          <cx:pt idx="324">-0.0079100719042191642</cx:pt>
          <cx:pt idx="325">-0.0085011440666581239</cx:pt>
          <cx:pt idx="326">-0.0095912757189598845</cx:pt>
          <cx:pt idx="327">0.0023479846408237114</cx:pt>
          <cx:pt idx="328">-0.0075103166803995435</cx:pt>
          <cx:pt idx="329">0.002500292205594769</cx:pt>
          <cx:pt idx="330">-0.0041886659978954783</cx:pt>
          <cx:pt idx="331">0.0012003211166498433</cx:pt>
          <cx:pt idx="332">-0.02329352081428521</cx:pt>
          <cx:pt idx="333">-0.027403648971704098</cx:pt>
          <cx:pt idx="334">-0.015530019347098079</cx:pt>
          <cx:pt idx="335">0.0045369679681174562</cx:pt>
          <cx:pt idx="336">-0.00019936255797235557</cx:pt>
          <cx:pt idx="337">-0.013648107109702025</cx:pt>
          <cx:pt idx="338">-0.0030317723749417021</cx:pt>
          <cx:pt idx="339">0.0010199849530810564</cx:pt>
          <cx:pt idx="340">-0.00099321086464520332</cx:pt>
          <cx:pt idx="341">0.012527253211702708</cx:pt>
          <cx:pt idx="342">-0.004992376183877551</cx:pt>
          <cx:pt idx="343">-0.017004992212380325</cx:pt>
          <cx:pt idx="344">0.038665339226223498</cx:pt>
          <cx:pt idx="345">0.028970613975180994</cx:pt>
          <cx:pt idx="346">-0.0045637320250350765</cx:pt>
          <cx:pt idx="347">0.015008336019539959</cx:pt>
          <cx:pt idx="348">-0.00089542609949239019</cx:pt>
          <cx:pt idx="349">0.018203318865823232</cx:pt>
          <cx:pt idx="350">0.0078780811446807035</cx:pt>
          <cx:pt idx="351">0.019874810164509961</cx:pt>
          <cx:pt idx="352">0.010093805705780324</cx:pt>
          <cx:pt idx="353">0.0078673023515213707</cx:pt>
          <cx:pt idx="354">0.004847359029943355</cx:pt>
          <cx:pt idx="355">0.0045606505633516269</cx:pt>
          <cx:pt idx="356">-0.0060666080497907499</cx:pt>
          <cx:pt idx="357">-0.003781752046117799</cx:pt>
          <cx:pt idx="358">-0.00265582142642174</cx:pt>
          <cx:pt idx="359">0.0036973809123921489</cx:pt>
          <cx:pt idx="360">0.0033852497672248946</cx:pt>
          <cx:pt idx="361">-0.0024647397605530386</cx:pt>
          <cx:pt idx="362">0.0096931232718774334</cx:pt>
          <cx:pt idx="363">-0.013895777790206001</cx:pt>
          <cx:pt idx="364">-0.0062587614311070657</cx:pt>
          <cx:pt idx="365">0.00035695889433557168</cx:pt>
          <cx:pt idx="366">0.00036930426495297545</cx:pt>
          <cx:pt idx="367">0.0057837099316003296</cx:pt>
          <cx:pt idx="368">-0.012523837535287579</cx:pt>
          <cx:pt idx="369">0.0035363964518013644</cx:pt>
          <cx:pt idx="370">0.0065635679866435396</cx:pt>
          <cx:pt idx="371">-0.0037083122276002469</cx:pt>
          <cx:pt idx="372">0.017942903313757051</cx:pt>
          <cx:pt idx="373">-0.041428383968716113</cx:pt>
          <cx:pt idx="374">-0.018276095596820811</cx:pt>
          <cx:pt idx="375">0.020434560461507788</cx:pt>
          <cx:pt idx="376">0.01398156818526625</cx:pt>
          <cx:pt idx="377">0.012223924412862403</cx:pt>
          <cx:pt idx="378">-0.0042208376929938635</cx:pt>
          <cx:pt idx="379">-0.0048964043971380985</cx:pt>
          <cx:pt idx="380">0.0052989928849138078</cx:pt>
          <cx:pt idx="381">0.0103116583151524</cx:pt>
          <cx:pt idx="382">0.019648095466845233</cx:pt>
          <cx:pt idx="383">0.0085569343605677878</cx:pt>
          <cx:pt idx="384">0.010481667430991843</cx:pt>
          <cx:pt idx="385">-0.0020354552038942797</cx:pt>
          <cx:pt idx="386">0.013464235499887681</cx:pt>
          <cx:pt idx="387">-0.0030451137768331593</cx:pt>
          <cx:pt idx="388">0.0091840782164189332</cx:pt>
          <cx:pt idx="389">0.00032582932293884735</cx:pt>
          <cx:pt idx="390">0.01034356979885304</cx:pt>
          <cx:pt idx="391">-0.010350078007980136</cx:pt>
          <cx:pt idx="392">0.0065454352128391296</cx:pt>
          <cx:pt idx="393">0.0037196287273954039</cx:pt>
          <cx:pt idx="394">0.0047701108458624202</cx:pt>
          <cx:pt idx="395">0.026755837936387018</cx:pt>
          <cx:pt idx="396">0.0056562303913660454</cx:pt>
          <cx:pt idx="397">0.0026685957698183065</cx:pt>
          <cx:pt idx="398">0.006553856934574772</cx:pt>
          <cx:pt idx="399">-0.012728218307917269</cx:pt>
          <cx:pt idx="400">0.0082728827048861517</cx:pt>
          <cx:pt idx="401">0.0085349084315759806</cx:pt>
          <cx:pt idx="402">0.015520495671234889</cx:pt>
          <cx:pt idx="403">0.0059712877495429586</cx:pt>
          <cx:pt idx="404">0.0031000498708855266</cx:pt>
          <cx:pt idx="405">-0.007478147802593091</cx:pt>
          <cx:pt idx="406">0.0065648017987162697</cx:pt>
          <cx:pt idx="407">0.016678813940304411</cx:pt>
          <cx:pt idx="408">0.0095010591411114377</cx:pt>
          <cx:pt idx="409">-0.0043001533507275305</cx:pt>
          <cx:pt idx="410">-0.0072300093182915441</cx:pt>
          <cx:pt idx="411">0.0050297646540594107</cx:pt>
          <cx:pt idx="412">0.0064472042719755547</cx:pt>
          <cx:pt idx="413">-0.0027994971290704095</cx:pt>
          <cx:pt idx="414">0.0051618501058917875</cx:pt>
          <cx:pt idx="415">-0.0104139353729325</cx:pt>
          <cx:pt idx="416">-0.0012283814808927553</cx:pt>
          <cx:pt idx="417">0.00095548291123649458</cx:pt>
          <cx:pt idx="418">0.00061145203310234461</cx:pt>
          <cx:pt idx="419">-0.0064107609132786035</cx:pt>
          <cx:pt idx="420">-0.0022970990311692078</cx:pt>
          <cx:pt idx="421">0.011505010225852211</cx:pt>
          <cx:pt idx="422">0.0021998336764901478</cx:pt>
          <cx:pt idx="423">0.001981585311806879</cx:pt>
          <cx:pt idx="424">-0.0022431725057217109</cx:pt>
          <cx:pt idx="425">-0.013257935343219141</cx:pt>
          <cx:pt idx="426">-0.031061109510964705</cx:pt>
          <cx:pt idx="427">0.02081695538508015</cx:pt>
          <cx:pt idx="428">0.0043344288693189176</cx:pt>
          <cx:pt idx="429">0.021040174883206482</cx:pt>
          <cx:pt idx="430">0.030320598674743959</cx:pt>
          <cx:pt idx="431">-0.0046378562646593215</cx:pt>
          <cx:pt idx="432">-0.0028006706772152725</cx:pt>
          <cx:pt idx="433">-0.0029716322897332991</cx:pt>
          <cx:pt idx="434">0.011452888696061616</cx:pt>
          <cx:pt idx="435">0.0053622589380344348</cx:pt>
          <cx:pt idx="436">-0.010020809643598815</cx:pt>
          <cx:pt idx="437">-0.003998102140714819</cx:pt>
          <cx:pt idx="438">0.014752344471236353</cx:pt>
          <cx:pt idx="439">0.0039974433579728847</cx:pt>
          <cx:pt idx="440">-0.0054866257017311846</cx:pt>
          <cx:pt idx="441">0.010608209954112064</cx:pt>
          <cx:pt idx="442">-0.0038698963423942781</cx:pt>
          <cx:pt idx="443">0.00082779558592855577</cx:pt>
          <cx:pt idx="444">0.0015599676732338521</cx:pt>
          <cx:pt idx="445">0.0013479962300565064</cx:pt>
          <cx:pt idx="446">-0.0020715113796400939</cx:pt>
          <cx:pt idx="447">0.0097672235037233844</cx:pt>
          <cx:pt idx="448">-0.0084885227391302241</cx:pt>
          <cx:pt idx="449">0.0041131784452009337</cx:pt>
          <cx:pt idx="450">-0.0072431407194197828</cx:pt>
          <cx:pt idx="451">0.0078048227700152663</cx:pt>
          <cx:pt idx="452">-0.0029503216442103818</cx:pt>
          <cx:pt idx="453">0.0065391713355796776</cx:pt>
          <cx:pt idx="454">-0.0024283307389593588</cx:pt>
          <cx:pt idx="455">0.0040296397520596843</cx:pt>
          <cx:pt idx="456">-0.0017519330070702268</cx:pt>
          <cx:pt idx="457">0.021483178477690636</cx:pt>
          <cx:pt idx="458">0.0079586974085771381</cx:pt>
          <cx:pt idx="459">-0.010282378064470557</cx:pt>
          <cx:pt idx="460">-0.011782766783393388</cx:pt>
          <cx:pt idx="461">-0.0046558380540836202</cx:pt>
          <cx:pt idx="462">0.0023629615294575509</cx:pt>
          <cx:pt idx="463">-0.017886162859262363</cx:pt>
          <cx:pt idx="464">-0.0025670828367690087</cx:pt>
          <cx:pt idx="465">-0.011131666311408146</cx:pt>
          <cx:pt idx="466">-0.0070464805230292917</cx:pt>
          <cx:pt idx="467">0.029441825601705794</cx:pt>
          <cx:pt idx="468">0.0030046745538433446</cx:pt>
          <cx:pt idx="469">-0.0060320223319207181</cx:pt>
          <cx:pt idx="470">-0.027455674441440078</cx:pt>
          <cx:pt idx="471">0.082977571019836105</cx:pt>
          <cx:pt idx="472">-0.025681615707230487</cx:pt>
          <cx:pt idx="473">0.01794568455617351</cx:pt>
          <cx:pt idx="474">0.032718602637117872</cx:pt>
          <cx:pt idx="475">0.0053597737452117725</cx:pt>
          <cx:pt idx="476">0.0037378555529430689</cx:pt>
          <cx:pt idx="477">0.0089278425781281531</cx:pt>
          <cx:pt idx="478">0.0032414759164054964</cx:pt>
          <cx:pt idx="479">-0.0019221769325218066</cx:pt>
          <cx:pt idx="480">0.0042243594819180745</cx:pt>
          <cx:pt idx="481">-0.0018842646705702101</cx:pt>
          <cx:pt idx="482">-0.0025782821248139885</cx:pt>
          <cx:pt idx="483">-0.0090454345146774393</cx:pt>
          <cx:pt idx="484">-0.02673393115718236</cx:pt>
          <cx:pt idx="485">0.0058895658042247348</cx:pt>
          <cx:pt idx="486">0.0091672955588697567</cx:pt>
          <cx:pt idx="487">0.010084145675759347</cx:pt>
          <cx:pt idx="488">0.017069929561073616</cx:pt>
          <cx:pt idx="489">0.0025654005665849675</cx:pt>
          <cx:pt idx="490">0.0051104786804728212</cx:pt>
          <cx:pt idx="491">-0.0091464650330894577</cx:pt>
          <cx:pt idx="492">0.014489908937126029</cx:pt>
          <cx:pt idx="493">0.014033806540146137</cx:pt>
          <cx:pt idx="494">0.010944898484150029</cx:pt>
          <cx:pt idx="495">0.0020135489727046586</cx:pt>
          <cx:pt idx="496">0.0087130099497550184</cx:pt>
          <cx:pt idx="497">0.011654619050075169</cx:pt>
          <cx:pt idx="498">0.0014473986288085939</cx:pt>
          <cx:pt idx="499">0.0048024505469654232</cx:pt>
          <cx:pt idx="500">0.0072839170767464261</cx:pt>
          <cx:pt idx="501">0.022212161234098173</cx:pt>
          <cx:pt idx="502">-0.022846061926602153</cx:pt>
          <cx:pt idx="503">0.0040273756387237047</cx:pt>
          <cx:pt idx="504">-0.017764076523662697</cx:pt>
          <cx:pt idx="505">-0.0073767882385543443</cx:pt>
          <cx:pt idx="506">0.0042258970342281734</cx:pt>
          <cx:pt idx="507">-0.0053037743048105282</cx:pt>
          <cx:pt idx="508">0.0097235953364221035</cx:pt>
          <cx:pt idx="509">0.016364686694716548</cx:pt>
          <cx:pt idx="510">-0.00059928942705323091</cx:pt>
          <cx:pt idx="511">0.00013438011663875077</cx:pt>
          <cx:pt idx="512">-0.0086299565025217927</cx:pt>
          <cx:pt idx="513">-0.00027979273297326824</cx:pt>
          <cx:pt idx="514">-0.0050373117623273549</cx:pt>
          <cx:pt idx="515">0.0073048407891447686</cx:pt>
          <cx:pt idx="516">0.0032907639860298441</cx:pt>
          <cx:pt idx="517">0.00085803599582427216</cx:pt>
          <cx:pt idx="518">0.0035387767067701992</cx:pt>
          <cx:pt idx="519">0.010499047982347976</cx:pt>
          <cx:pt idx="520">0.011259283397368229</cx:pt>
          <cx:pt idx="521">0.0051672066373642678</cx:pt>
          <cx:pt idx="522">0.0092197471804736156</cx:pt>
          <cx:pt idx="523">-0.0069701857564531721</cx:pt>
          <cx:pt idx="524">-0.0051051868863077748</cx:pt>
          <cx:pt idx="525">0.044139799705871903</cx:pt>
          <cx:pt idx="526">0.0036058588352458742</cx:pt>
          <cx:pt idx="527">0.0011540626631543855</cx:pt>
          <cx:pt idx="528">0.012377752001020677</cx:pt>
          <cx:pt idx="529">0.0084703019551752457</cx:pt>
          <cx:pt idx="530">0.00014334154707798793</cx:pt>
          <cx:pt idx="531">-0.0023038471641516228</cx:pt>
          <cx:pt idx="532">-0.0070662168739615292</cx:pt>
          <cx:pt idx="533">-0.0058994266721280105</cx:pt>
          <cx:pt idx="534">0.0057308326327997925</cx:pt>
          <cx:pt idx="535">0.0035029425648766804</cx:pt>
          <cx:pt idx="536">-0.0039292289792483533</cx:pt>
          <cx:pt idx="537">0.0033487045422376798</cx:pt>
          <cx:pt idx="538">0.016316204122087227</cx:pt>
          <cx:pt idx="539">0.0013662516118727124</cx:pt>
          <cx:pt idx="540">-0.026319517696950609</cx:pt>
          <cx:pt idx="541">0.0031029369595093207</cx:pt>
          <cx:pt idx="542">0.010290610004018597</cx:pt>
          <cx:pt idx="543">-0.0093297862814968862</cx:pt>
          <cx:pt idx="544">0.017995387582525082</cx:pt>
          <cx:pt idx="545">-0.014420780795767618</cx:pt>
          <cx:pt idx="546">0.001634294953038181</cx:pt>
          <cx:pt idx="547">-0.0036042183403745573</cx:pt>
          <cx:pt idx="548">0.0035878289069920517</cx:pt>
          <cx:pt idx="549">-0.0018462205395746601</cx:pt>
          <cx:pt idx="550">-0.0012373090954171371</cx:pt>
          <cx:pt idx="551">0.0060105083988716045</cx:pt>
          <cx:pt idx="552">0.0083410079681571856</cx:pt>
          <cx:pt idx="553">-0.0017444977181685173</cx:pt>
          <cx:pt idx="554">0.0090316517287600054</cx:pt>
          <cx:pt idx="555">0.0052114499125492618</cx:pt>
          <cx:pt idx="556">0.0028292143141160288</cx:pt>
          <cx:pt idx="557">0.014971180907448896</cx:pt>
          <cx:pt idx="558">-0.018480163792570618</cx:pt>
          <cx:pt idx="559">0.013285014334190021</cx:pt>
          <cx:pt idx="560">-0.0042056005374711582</cx:pt>
          <cx:pt idx="561">0.003078814249432623</cx:pt>
          <cx:pt idx="562">0.003207391904037044</cx:pt>
          <cx:pt idx="563">0.0088564700400735</cx:pt>
          <cx:pt idx="564">-0.00025553293276096714</cx:pt>
          <cx:pt idx="565">0.0056078577738885036</cx:pt>
          <cx:pt idx="566">-0.0014245887639992517</cx:pt>
          <cx:pt idx="567">-0.0019964856593119285</cx:pt>
          <cx:pt idx="568">-0.015006622913057573</cx:pt>
          <cx:pt idx="569">-0.0062972637035982682</cx:pt>
          <cx:pt idx="570">0.00025798768513249733</cx:pt>
          <cx:pt idx="571">-0.0017636799732446248</cx:pt>
          <cx:pt idx="572">-0.0091432567271318398</cx:pt>
          <cx:pt idx="573">-0.0054157955062976914</cx:pt>
          <cx:pt idx="574">-0.0048363866844828712</cx:pt>
          <cx:pt idx="575">-0.0085765223281559517</cx:pt>
          <cx:pt idx="576">0.015823001360619121</cx:pt>
          <cx:pt idx="577">-0.0016221856685704925</cx:pt>
          <cx:pt idx="578">0.00046984368263039476</cx:pt>
          <cx:pt idx="579">0.013642398432368748</cx:pt>
          <cx:pt idx="580">0.00029167378581281147</cx:pt>
          <cx:pt idx="581">0.010251829565226441</cx:pt>
          <cx:pt idx="582">0.0097837437908820189</cx:pt>
          <cx:pt idx="583">-0.0053419387812112216</cx:pt>
          <cx:pt idx="584">0.0073395379058138113</cx:pt>
          <cx:pt idx="585">-0.0041485460198602588</cx:pt>
          <cx:pt idx="586">0.018554052488166998</cx:pt>
          <cx:pt idx="587">-0.0087507254422601374</cx:pt>
          <cx:pt idx="588">0.00044892394387831616</cx:pt>
          <cx:pt idx="589">-0.0035068638837716828</cx:pt>
          <cx:pt idx="590">0.0096586563456154736</cx:pt>
          <cx:pt idx="591">0.0092252523449887318</cx:pt>
          <cx:pt idx="592">0.0049268011980949256</cx:pt>
          <cx:pt idx="593">0.045584367297732839</cx:pt>
          <cx:pt idx="594">0.012359483426731838</cx:pt>
          <cx:pt idx="595">0.0098712199643005046</cx:pt>
          <cx:pt idx="596">0.014107151639488688</cx:pt>
          <cx:pt idx="597">0.0080730100209927703</cx:pt>
          <cx:pt idx="598">-0.043611468010672318</cx:pt>
          <cx:pt idx="599">0.016776202059733413</cx:pt>
          <cx:pt idx="600">0.0076464996915588885</cx:pt>
          <cx:pt idx="601">0.010470492925961366</cx:pt>
          <cx:pt idx="602">-0.0036805841887560722</cx:pt>
          <cx:pt idx="603">0.0023618942980672751</cx:pt>
          <cx:pt idx="604">0.0031486252978299512</cx:pt>
          <cx:pt idx="605">0.007035927851609414</cx:pt>
          <cx:pt idx="606">0.0078041059169750944</cx:pt>
          <cx:pt idx="607">-0.0044688354899051139</cx:pt>
          <cx:pt idx="608">0.0014685068122918562</cx:pt>
          <cx:pt idx="609">0.011041401993541321</cx:pt>
          <cx:pt idx="610">0.0038560233343675351</cx:pt>
          <cx:pt idx="611">0.0020571569464128948</cx:pt>
          <cx:pt idx="612">0.0077318272287078852</cx:pt>
          <cx:pt idx="613">0.0181931781381174</cx:pt>
          <cx:pt idx="614">-0.043117363724455474</cx:pt>
          <cx:pt idx="615">-0.011854106180408459</cx:pt>
          <cx:pt idx="616">0.0083683389081929214</cx:pt>
          <cx:pt idx="617">-0.0064615125005975859</cx:pt>
          <cx:pt idx="618">-0.0043499588306183763</cx:pt>
          <cx:pt idx="619">-0.0086281927590142974</cx:pt>
          <cx:pt idx="620">0.028890990059946529</cx:pt>
          <cx:pt idx="621">-0.0055901735350493307</cx:pt>
          <cx:pt idx="622">0.011514108207011375</cx:pt>
          <cx:pt idx="623">0.00042566983937715583</cx:pt>
          <cx:pt idx="624">-0.0033230674195733672</cx:pt>
          <cx:pt idx="625">-0.0049608840713746705</cx:pt>
          <cx:pt idx="626">-0.021988302008077762</cx:pt>
          <cx:pt idx="627">0.018983437049611925</cx:pt>
          <cx:pt idx="628">-0.022039960789123902</cx:pt>
          <cx:pt idx="629">-0.0045992402300745264</cx:pt>
          <cx:pt idx="630">-0.014289973570229928</cx:pt>
          <cx:pt idx="631">0.013645229448855958</cx:pt>
          <cx:pt idx="632">-0.0053503341088905173</cx:pt>
          <cx:pt idx="633">0.014446568946138284</cx:pt>
          <cx:pt idx="634">0.017624759433477521</cx:pt>
          <cx:pt idx="635">0.0072931089130553852</cx:pt>
          <cx:pt idx="636">0.014495953471352867</cx:pt>
          <cx:pt idx="637">0.0031884320250541503</cx:pt>
          <cx:pt idx="638">0.014456844988318063</cx:pt>
          <cx:pt idx="639">0.00070875871043774605</cx:pt>
          <cx:pt idx="640">0.0047338581776835819</cx:pt>
          <cx:pt idx="641">0.0043607482681623155</cx:pt>
          <cx:pt idx="642">0.0023999107751931296</cx:pt>
          <cx:pt idx="643">-0.00013061718958107388</cx:pt>
          <cx:pt idx="644">0.0027397335417657506</cx:pt>
          <cx:pt idx="645">0.00010850201027750735</cx:pt>
          <cx:pt idx="646">0.0062320143456001181</cx:pt>
          <cx:pt idx="647">-0.020759027735373935</cx:pt>
          <cx:pt idx="648">-0.0014701386631000653</cx:pt>
          <cx:pt idx="649">-0.0088721673968305426</cx:pt>
          <cx:pt idx="650">0.0080505418473704321</cx:pt>
          <cx:pt idx="651">0.021010194442083456</cx:pt>
          <cx:pt idx="652">-0.0030895734873951273</cx:pt>
          <cx:pt idx="653">0.0043082617437449604</cx:pt>
          <cx:pt idx="654">0.017668724702394892</cx:pt>
          <cx:pt idx="655">0.00017008298420625179</cx:pt>
          <cx:pt idx="656">0.0041924689930589905</cx:pt>
          <cx:pt idx="657">-0.035293145385637346</cx:pt>
          <cx:pt idx="658">-0.0028857998281824272</cx:pt>
          <cx:pt idx="659">0.033494767688211531</cx:pt>
          <cx:pt idx="660">0.0046221754343140822</cx:pt>
          <cx:pt idx="661">-0.0025413071789853903</cx:pt>
          <cx:pt idx="662">-0.021914613030228527</cx:pt>
          <cx:pt idx="663">-0.00014717076241838614</cx:pt>
          <cx:pt idx="664">-0.0061397422535681987</cx:pt>
          <cx:pt idx="665">0.018346466255645174</cx:pt>
          <cx:pt idx="666">0.0049158033290158387</cx:pt>
          <cx:pt idx="667">-0.0033631766594113331</cx:pt>
          <cx:pt idx="668">-0.0012976182985625551</cx:pt>
          <cx:pt idx="669">0.0075502076382229491</cx:pt>
          <cx:pt idx="670">0.0045439691353221182</cx:pt>
          <cx:pt idx="671">0.0070166403958734219</cx:pt>
          <cx:pt idx="672">0.010682085828825396</cx:pt>
          <cx:pt idx="673">0.0024444774610088834</cx:pt>
          <cx:pt idx="674">-0.015633691832155051</cx:pt>
          <cx:pt idx="675">-3.833867612168472e-05</cx:pt>
          <cx:pt idx="676">0.00083893932377554861</cx:pt>
          <cx:pt idx="677">-0.014931128824360897</cx:pt>
          <cx:pt idx="678">0.022233276633094365</cx:pt>
          <cx:pt idx="679">0.00012387279107796501</cx:pt>
          <cx:pt idx="680">-0.0021467146606663776</cx:pt>
          <cx:pt idx="681">-0.005351780324532077</cx:pt>
          <cx:pt idx="682">0.020238825277240528</cx:pt>
          <cx:pt idx="683">0.00894122729026086</cx:pt>
          <cx:pt idx="684">0.00048872896546952964</cx:pt>
          <cx:pt idx="685">-0.011051585941095956</cx:pt>
          <cx:pt idx="686">-0.016606827196538769</cx:pt>
          <cx:pt idx="687">-0.0052656232767150611</cx:pt>
          <cx:pt idx="688">-0.019956363605151097</cx:pt>
          <cx:pt idx="689">0.0087923780783495439</cx:pt>
          <cx:pt idx="690">0.015110552190114993</cx:pt>
          <cx:pt idx="691">-0.0013427711868661191</cx:pt>
          <cx:pt idx="692">0.010247624759860487</cx:pt>
          <cx:pt idx="693">0.00032701287960613961</cx:pt>
          <cx:pt idx="694">0.0034447489334599474</cx:pt>
          <cx:pt idx="695">-0.0016515004395531222</cx:pt>
          <cx:pt idx="696">0.0069423092273000354</cx:pt>
          <cx:pt idx="697">0.0012521194406263046</cx:pt>
          <cx:pt idx="698">0.0092582460450071277</cx:pt>
          <cx:pt idx="699">0.0057499141524250692</cx:pt>
          <cx:pt idx="700">0.0057428516063315711</cx:pt>
          <cx:pt idx="701">-0.0020345410042706133</cx:pt>
          <cx:pt idx="702">0.0089521404946565682</cx:pt>
          <cx:pt idx="703">0.014984667854677294</cx:pt>
          <cx:pt idx="704">0.0005134123463076465</cx:pt>
          <cx:pt idx="705">-0.00038011511269882281</cx:pt>
          <cx:pt idx="706">-0.011005318065903186</cx:pt>
          <cx:pt idx="707">0.0016694288601357566</cx:pt>
          <cx:pt idx="708">0.00017346479526390813</cx:pt>
          <cx:pt idx="709">0.0070125233759275735</cx:pt>
          <cx:pt idx="710">-0.013097290314575053</cx:pt>
          <cx:pt idx="711">0.0054965213522536307</cx:pt>
          <cx:pt idx="712">0.031381748657585688</cx:pt>
          <cx:pt idx="713">0.012407609718213865</cx:pt>
          <cx:pt idx="714">0.01318047614798332</cx:pt>
          <cx:pt idx="715">-0.0065699038989470984</cx:pt>
          <cx:pt idx="716">0.002344687354496017</cx:pt>
          <cx:pt idx="717">0.018042742682484212</cx:pt>
          <cx:pt idx="718">0.007653368010434816</cx:pt>
          <cx:pt idx="719">0.0046911970856327234</cx:pt>
          <cx:pt idx="720">0.00086300009614536256</cx:pt>
          <cx:pt idx="721">-0.010551497439227273</cx:pt>
          <cx:pt idx="722">0.011486866152850802</cx:pt>
          <cx:pt idx="723">-0.0053327634971522507</cx:pt>
          <cx:pt idx="724">-0.0055023792063292462</cx:pt>
          <cx:pt idx="725">-0.01267219935513403</cx:pt>
          <cx:pt idx="726">0.013534528124667876</cx:pt>
          <cx:pt idx="727">-0.0041449283908741247</cx:pt>
          <cx:pt idx="728">0.0059157311124658531</cx:pt>
          <cx:pt idx="729">0.01429495116863368</cx:pt>
          <cx:pt idx="730">0.0019523768546307262</cx:pt>
          <cx:pt idx="731">0.0042825245735018712</cx:pt>
          <cx:pt idx="732">-0.0061916486977373966</cx:pt>
          <cx:pt idx="733">-0.0060186084339379255</cx:pt>
          <cx:pt idx="734">-0.036108922592779612</cx:pt>
          <cx:pt idx="735">0.012540508575290916</cx:pt>
          <cx:pt idx="736">-0.0072146185868758239</cx:pt>
          <cx:pt idx="737">-0.025935533461912155</cx:pt>
          <cx:pt idx="738">0.0013184027297897646</cx:pt>
          <cx:pt idx="739">0.0030597540275145454</cx:pt>
          <cx:pt idx="740">0.0066996976739361232</cx:pt>
          <cx:pt idx="741">0.00062671557535630223</cx:pt>
          <cx:pt idx="742">0.01565850747842535</cx:pt>
          <cx:pt idx="743">-0.0098560162669143591</cx:pt>
          <cx:pt idx="744">-0.0037198226878433029</cx:pt>
          <cx:pt idx="745">-0.00033967283746737112</cx:pt>
          <cx:pt idx="746">0.014542882358345841</cx:pt>
          <cx:pt idx="747">0.017526666250076164</cx:pt>
          <cx:pt idx="748">-0.0083181899559770633</cx:pt>
          <cx:pt idx="749">0.002817405311312892</cx:pt>
          <cx:pt idx="750">-0.0024423039482179792</cx:pt>
          <cx:pt idx="751">-0.0012972772928503645</cx:pt>
          <cx:pt idx="752">-0.012044011402777562</cx:pt>
          <cx:pt idx="753">0.0007645595679421801</cx:pt>
          <cx:pt idx="754">0.001472675315857477</cx:pt>
          <cx:pt idx="755">-0.012698150822077921</cx:pt>
          <cx:pt idx="756">0.022585483749258062</cx:pt>
          <cx:pt idx="757">0.021152433888076902</cx:pt>
          <cx:pt idx="758">0.0067683032372556204</cx:pt>
          <cx:pt idx="759">0.0087192389353769242</cx:pt>
          <cx:pt idx="760">0.0080464282298207627</cx:pt>
          <cx:pt idx="761">-0.0038086327533407901</cx:pt>
          <cx:pt idx="762">0.00056167231479692294</cx:pt>
          <cx:pt idx="763">0.0034070831995747864</cx:pt>
          <cx:pt idx="764">0.0060587371000402892</cx:pt>
          <cx:pt idx="765">-0.0066709888678636274</cx:pt>
          <cx:pt idx="766">0.019879558169058096</cx:pt>
          <cx:pt idx="767">0.00092366256021910776</cx:pt>
          <cx:pt idx="768">0.0035040639744763503</cx:pt>
          <cx:pt idx="769">0.0016057437509017411</cx:pt>
          <cx:pt idx="770">0.0088247348980766364</cx:pt>
          <cx:pt idx="771">-0.013118101434721068</cx:pt>
          <cx:pt idx="772">-0.010704692391848319</cx:pt>
          <cx:pt idx="773">0.013872741780733038</cx:pt>
          <cx:pt idx="774">-0.007975689790476477</cx:pt>
          <cx:pt idx="775">-0.012728037038191815</cx:pt>
          <cx:pt idx="776">0.0095975909272201457</cx:pt>
          <cx:pt idx="777">-0.0078779136177735236</cx:pt>
          <cx:pt idx="778">-0.036423771454087865</cx:pt>
          <cx:pt idx="779">-0.045432105429931702</cx:pt>
          <cx:pt idx="780">0.046503405568413259</cx:pt>
          <cx:pt idx="781">-0.011024443176476825</cx:pt>
          <cx:pt idx="782">-0.037621404812548997</cx:pt>
          <cx:pt idx="783">0.027492647310010054</cx:pt>
          <cx:pt idx="784">0.021708583039149507</cx:pt>
          <cx:pt idx="785">0.012154663583987965</cx:pt>
          <cx:pt idx="786">0.024356057278789204</cx:pt>
          <cx:pt idx="787">0.02740281408886245</cx:pt>
          <cx:pt idx="788">-0.0042613570155441609</cx:pt>
          <cx:pt idx="789">0.0054645710566258885</cx:pt>
          <cx:pt idx="790">-0.013382251199587757</cx:pt>
          <cx:pt idx="791">0.0044684551656430952</cx:pt>
          <cx:pt idx="792">0.019186881348524355</cx:pt>
          <cx:pt idx="793">0.015613098150644038</cx:pt>
          <cx:pt idx="794">-0.0038725443763256103</cx:pt>
          <cx:pt idx="795">-0.0068489770992268637</cx:pt>
          <cx:pt idx="796">-0.022971478797393422</cx:pt>
          <cx:pt idx="797">0.01150350236263077</cx:pt>
          <cx:pt idx="798">0.0042927776677710106</cx:pt>
          <cx:pt idx="799">0.0091979685417460811</cx:pt>
          <cx:pt idx="800">-0.0037441208600733503</cx:pt>
          <cx:pt idx="801">0.0057771071810442266</cx:pt>
          <cx:pt idx="802">0.017463465740321378</cx:pt>
          <cx:pt idx="803">0.013477742716642446</cx:pt>
          <cx:pt idx="804">-0.0095539076686228814</cx:pt>
          <cx:pt idx="805">-0.0037032939901598264</cx:pt>
          <cx:pt idx="806">0.0020050698991808938</cx:pt>
          <cx:pt idx="807">-0.0014205272065753536</cx:pt>
          <cx:pt idx="808">-0.021286897520280946</cx:pt>
          <cx:pt idx="809">0.0060742281470299118</cx:pt>
          <cx:pt idx="810">-0.010904132008716413</cx:pt>
          <cx:pt idx="811">-0.021087396021255499</cx:pt>
          <cx:pt idx="812">-0.029234774918341564</cx:pt>
          <cx:pt idx="813">0.04655866450089139</cx:pt>
          <cx:pt idx="814">-0.042424359761317983</cx:pt>
          <cx:pt idx="815">-0.01448722887022205</cx:pt>
          <cx:pt idx="816">0.020855295971278623</cx:pt>
          <cx:pt idx="817">-0.02444777138031452</cx:pt>
          <cx:pt idx="818">0.014086479257992845</cx:pt>
          <cx:pt idx="819">0.014719310441591053</cx:pt>
          <cx:pt idx="820">-0.0038750007300414951</cx:pt>
          <cx:pt idx="821">-0.027759556024783617</cx:pt>
          <cx:pt idx="822">0.007833859318208361</cx:pt>
          <cx:pt idx="823">0.032204167433922008</cx:pt>
          <cx:pt idx="824">-0.0051736113689352884</cx:pt>
          <cx:pt idx="825">0.019355921096595782</cx:pt>
          <cx:pt idx="826">-0.0022156789025167792</cx:pt>
          <cx:pt idx="827">0.0044742360173055272</cx:pt>
          <cx:pt idx="828">0.019091983051889992</cx:pt>
          <cx:pt idx="829">-0.0027433998633830041</cx:pt>
          <cx:pt idx="830">-0.027118757100620106</cx:pt>
          <cx:pt idx="831">-0.023024205926518368</cx:pt>
          <cx:pt idx="832">-0.0084162844029593547</cx:pt>
          <cx:pt idx="833">-0.01492025545308953</cx:pt>
          <cx:pt idx="834">-0.0036297633384506597</cx:pt>
          <cx:pt idx="835">0.019213282731403665</cx:pt>
          <cx:pt idx="836">-0.0049674222918886842</cx:pt>
          <cx:pt idx="837">0.0031011562095344279</cx:pt>
          <cx:pt idx="838">0.017584484327346647</cx:pt>
          <cx:pt idx="839">0.01644172900070014</cx:pt>
          <cx:pt idx="840">0.0091928873005657358</cx:pt>
          <cx:pt idx="841">0.030830576870796215</cx:pt>
          <cx:pt idx="842">0.016900526785692593</cx:pt>
          <cx:pt idx="843">0.0045375423987926572</cx:pt>
          <cx:pt idx="844">0.013271933829486752</cx:pt>
          <cx:pt idx="845">0.015253921418289898</cx:pt>
          <cx:pt idx="846">-0.011038958979133597</cx:pt>
          <cx:pt idx="847">0.0014076898010077711</cx:pt>
          <cx:pt idx="848">-0.014778962336287508</cx:pt>
          <cx:pt idx="849">0.007146202806937515</cx:pt>
          <cx:pt idx="850">-0.0058502125831797159</cx:pt>
          <cx:pt idx="851">-0.0069045293650249681</cx:pt>
          <cx:pt idx="852">0.0060144253550917133</cx:pt>
          <cx:pt idx="853">-0.0011328626433051107</cx:pt>
          <cx:pt idx="854">0.010374185868301302</cx:pt>
          <cx:pt idx="855">0.00086270716495011768</cx:pt>
          <cx:pt idx="856">0.0035176250460468104</cx:pt>
          <cx:pt idx="857">-0.002927081731475096</cx:pt>
          <cx:pt idx="858">0.0051428704772984854</cx:pt>
          <cx:pt idx="859">-0.005983352173988034</cx:pt>
          <cx:pt idx="860">0.019960777109491862</cx:pt>
          <cx:pt idx="861">0.012834085621958089</cx:pt>
          <cx:pt idx="862">0.004411073897835638</cx:pt>
          <cx:pt idx="863">0.0042824602796801489</cx:pt>
          <cx:pt idx="864">-0.0072719737201925863</cx:pt>
          <cx:pt idx="865">-0.00375775314808703</cx:pt>
          <cx:pt idx="866">-0.0027824387798198627</cx:pt>
          <cx:pt idx="867">0.0055688590829596155</cx:pt>
          <cx:pt idx="868">-0.0041116533715942682</cx:pt>
          <cx:pt idx="869">0.0033793902058799957</cx:pt>
          <cx:pt idx="870">-0.0081705879276516534</cx:pt>
          <cx:pt idx="871">-0.000218661528556929</cx:pt>
          <cx:pt idx="872">-0.013535571067028877</cx:pt>
          <cx:pt idx="873">0.0020050702180962796</cx:pt>
          <cx:pt idx="874">-0.0092413461873548514</cx:pt>
          <cx:pt idx="875">-0.0087625052617531576</cx:pt>
          <cx:pt idx="876">-0.026202367007789933</cx:pt>
          <cx:pt idx="877">0.011464379223170493</cx:pt>
          <cx:pt idx="878">-0.012847765395832851</cx:pt>
          <cx:pt idx="879">0.011665653806695455</cx:pt>
          <cx:pt idx="880">-0.0055376522262023014</cx:pt>
          <cx:pt idx="881">0.013740557483760527</cx:pt>
          <cx:pt idx="882">-0.018328070278768486</cx:pt>
          <cx:pt idx="883">0.01408459452923334</cx:pt>
          <cx:pt idx="884">0.01501481843720592</cx:pt>
          <cx:pt idx="885">0.010967773931594298</cx:pt>
          <cx:pt idx="886">0.0053302999930603294</cx:pt>
          <cx:pt idx="887">-0.015357074221813316</cx:pt>
          <cx:pt idx="888">0.012145407347720096</cx:pt>
          <cx:pt idx="889">-0.0028948345546151487</cx:pt>
          <cx:pt idx="890">-0.001323456644160659</cx:pt>
          <cx:pt idx="891">0.010248388022661311</cx:pt>
          <cx:pt idx="892">-0.004366607714377628</cx:pt>
          <cx:pt idx="893">0.0022261941599052838</cx:pt>
          <cx:pt idx="894">-0.002530032440825503</cx:pt>
          <cx:pt idx="895">0.00031578838388618299</cx:pt>
          <cx:pt idx="896">0.0015047551366930091</cx:pt>
          <cx:pt idx="897">0.011879096689522015</cx:pt>
          <cx:pt idx="898">0.0046576990445494444</cx:pt>
          <cx:pt idx="899">-0.011038292210705021</cx:pt>
          <cx:pt idx="900">-0.013041218590177867</cx:pt>
          <cx:pt idx="901">0.0011163888181701352</cx:pt>
          <cx:pt idx="902">0.027746315734526215</cx:pt>
          <cx:pt idx="903">0.021377141171440087</cx:pt>
          <cx:pt idx="904">0.0037202934132566251</cx:pt>
          <cx:pt idx="905">0.0062488334780874035</cx:pt>
          <cx:pt idx="906">-0.00026955141473608909</cx:pt>
          <cx:pt idx="907">0.0030972668879995038</cx:pt>
          <cx:pt idx="908">-0.00047864310754284703</cx:pt>
          <cx:pt idx="909">-0.0075011726552154222</cx:pt>
          <cx:pt idx="910">0.0042353589492649798</cx:pt>
          <cx:pt idx="911">0.0076920346727620652</cx:pt>
          <cx:pt idx="912">-0.0059072263566903151</cx:pt>
          <cx:pt idx="913">0.006905518771577742</cx:pt>
          <cx:pt idx="914">-0.0031698241732689403</cx:pt>
          <cx:pt idx="915">-0.00089929501727848229</cx:pt>
          <cx:pt idx="916">0.0063978369322109808</cx:pt>
          <cx:pt idx="917">0.01057995220465063</cx:pt>
          <cx:pt idx="918">0.0058164956799068622</cx:pt>
          <cx:pt idx="919">0.010230273416176735</cx:pt>
          <cx:pt idx="920">0.011717694110843868</cx:pt>
          <cx:pt idx="921">0.0026426677955238699</cx:pt>
          <cx:pt idx="922">0.012321567110965378</cx:pt>
          <cx:pt idx="923">0.0036377819909538486</cx:pt>
          <cx:pt idx="924">0.00961615203570154</cx:pt>
          <cx:pt idx="925">0.0054528182155176253</cx:pt>
          <cx:pt idx="926">-0.011590313626768645</cx:pt>
          <cx:pt idx="927">-0.019939118422564267</cx:pt>
          <cx:pt idx="928">-0.0031851703779730367</cx:pt>
          <cx:pt idx="929">0.00040503317884090911</cx:pt>
          <cx:pt idx="930">0.0088552242988098554</cx:pt>
          <cx:pt idx="931">-0.011260813079797441</cx:pt>
          <cx:pt idx="932">0.01715647005655483</cx:pt>
          <cx:pt idx="933">0.002146065916629913</cx:pt>
          <cx:pt idx="934">-0.017339687218657932</cx:pt>
          <cx:pt idx="935">0.0010538208846315688</cx:pt>
          <cx:pt idx="936">-4.5796077165895445e-05</cx:pt>
          <cx:pt idx="937">0.0020354728847822635</cx:pt>
          <cx:pt idx="938">-0.0066798867757474284</cx:pt>
          <cx:pt idx="939">0.010380500629104793</cx:pt>
          <cx:pt idx="940">0.0046113395823848139</cx:pt>
          <cx:pt idx="941">-0.0067617194551897498</cx:pt>
          <cx:pt idx="942">0.011596453727506039</cx:pt>
          <cx:pt idx="943">0.014438761424902516</cx:pt>
          <cx:pt idx="944">0.01217935903214468</cx:pt>
          <cx:pt idx="945">-0.00023017989933449409</cx:pt>
          <cx:pt idx="946">0.0053414867608455778</cx:pt>
          <cx:pt idx="947">-0.01946271850586993</cx:pt>
          <cx:pt idx="948">-0.018741465394985342</cx:pt>
          <cx:pt idx="949">-0.0082139849913374884</cx:pt>
          <cx:pt idx="950">0.0066007662810458343</cx:pt>
          <cx:pt idx="951">-0.052574999621324357</cx:pt>
          <cx:pt idx="952">-0.01840644565915241</cx:pt>
          <cx:pt idx="953">0.036922596749048596</cx:pt>
          <cx:pt idx="954">-0.024783999858259787</cx:pt>
          <cx:pt idx="955">0.029823172006680394</cx:pt>
          <cx:pt idx="956">-0.0063104915797643742</cx:pt>
          <cx:pt idx="957">-0.020243317106381324</cx:pt>
          <cx:pt idx="958">-0.0062270857148590715</cx:pt>
          <cx:pt idx="959">0.0065830047007596803</cx:pt>
          <cx:pt idx="960">-0.0084970690525638694</cx:pt>
          <cx:pt idx="961">-0.054864993108811384</cx:pt>
          <cx:pt idx="962">0.027203354698291438</cx:pt>
          <cx:pt idx="963">-0.026684544734701488</cx:pt>
          <cx:pt idx="964">-0.03065752612089306</cx:pt>
          <cx:pt idx="965">0.032456598538526726</cx:pt>
          <cx:pt idx="966">0.02935300219128097</cx:pt>
          <cx:pt idx="967">0.02298057977404094</cx:pt>
          <cx:pt idx="968">-0.036471399786083131</cx:pt>
          <cx:pt idx="969">-0.017295464109636227</cx:pt>
          <cx:pt idx="970">0.00757757723378223</cx:pt>
          <cx:pt idx="971">0.025498876058138172</cx:pt>
          <cx:pt idx="972">-0.012414563923703777</cx:pt>
          <cx:pt idx="973">-0.014342621055004518</cx:pt>
          <cx:pt idx="974">-0.05483696567076693</cx:pt>
          <cx:pt idx="975">0.0097300989353247512</cx:pt>
          <cx:pt idx="976">-0.017379988397795088</cx:pt>
          <cx:pt idx="977">0.028820204617964335</cx:pt>
          <cx:pt idx="978">-0.042748216590735889</cx:pt>
          <cx:pt idx="979">-0.05922723910836368</cx:pt>
          <cx:pt idx="980">-0.019304113830109777</cx:pt>
          <cx:pt idx="981">-0.006533483021467809</cx:pt>
          <cx:pt idx="982">-0.011496221176709625</cx:pt>
          <cx:pt idx="983">0.025972827139466251</cx:pt>
          <cx:pt idx="984">0.0019077643899235558</cx:pt>
          <cx:pt idx="985">0.036253932484851974</cx:pt>
          <cx:pt idx="986">-0.0096042781460817933</cx:pt>
          <cx:pt idx="987">0.01037385909979415</cx:pt>
          <cx:pt idx="988">0.034366467389833837</cx:pt>
          <cx:pt idx="989">-0.053185506261612593</cx:pt>
          <cx:pt idx="990">-0.0038964836129606597</cx:pt>
          <cx:pt idx="991">-0.04443891430790909</cx:pt>
          <cx:pt idx="992">0.01478783804340985</cx:pt>
          <cx:pt idx="993">-0.0068810453521762401</cx:pt>
          <cx:pt idx="994">0.0061977876071108422</cx:pt>
          <cx:pt idx="995">0.0041151596045007578</cx:pt>
          <cx:pt idx="996">-0.025825797131222294</cx:pt>
          <cx:pt idx="997">-0.015135866441316171</cx:pt>
          <cx:pt idx="998">0.013752872747640572</cx:pt>
          <cx:pt idx="999">-0.036829440340085479</cx:pt>
          <cx:pt idx="1000">-0.021952309351804714</cx:pt>
          <cx:pt idx="1001">-0.035713786327390369</cx:pt>
          <cx:pt idx="1002">-0.0272581234076405</cx:pt>
          <cx:pt idx="1003">0.061916660990648596</cx:pt>
          <cx:pt idx="1004">-0.0037422417276849525</cx:pt>
          <cx:pt idx="1005">0.0053196228722020098</cx:pt>
          <cx:pt idx="1006">0.0072064904626271695</cx:pt>
          <cx:pt idx="1007">0.0071008289117850398</cx:pt>
          <cx:pt idx="1008">-0.076114825880784692</cx:pt>
          <cx:pt idx="1009">0.049805617227407686</cx:pt>
          <cx:pt idx="1010">0.017399119059656565</cx:pt>
          <cx:pt idx="1011">0.002650529919318698</cx:pt>
          <cx:pt idx="1012">0.017849064274411321</cx:pt>
          <cx:pt idx="1013">0.0065274952312924855</cx:pt>
          <cx:pt idx="1014">0.0024594818948141402</cx:pt>
          <cx:pt idx="1015">-0.0074574039614338124</cx:pt>
          <cx:pt idx="1016">0.011798391889100389</cx:pt>
          <cx:pt idx="1017">0.0022230012893057552</cx:pt>
          <cx:pt idx="1018">0.010949246606988563</cx:pt>
          <cx:pt idx="1019">0.018423316354381606</cx:pt>
          <cx:pt idx="1020">-0.030267377440549737</cx:pt>
          <cx:pt idx="1021">0.0046172642836849118</cx:pt>
          <cx:pt idx="1022">0.019274189000784269</cx:pt>
          <cx:pt idx="1023">0.025920902812076676</cx:pt>
          <cx:pt idx="1024">-0.044042765251771664</cx:pt>
          <cx:pt idx="1025">-0.01976510428950479</cx:pt>
          <cx:pt idx="1026">0.053676971296925655</cx:pt>
          <cx:pt idx="1027">0.015096067989409113</cx:pt>
          <cx:pt idx="1028">0.0030152783373555338</cx:pt>
          <cx:pt idx="1029">0.023503932666338261</cx:pt>
          <cx:pt idx="1030">0.0096146784279742253</cx:pt>
          <cx:pt idx="1031">0.0082689957072520481</cx:pt>
          <cx:pt idx="1032">-0.023671549874750373</cx:pt>
          <cx:pt idx="1033">0.0012266267511872994</cx:pt>
          <cx:pt idx="1034">-0.0051866553546597669</cx:pt>
          <cx:pt idx="1035">0.016231348386040626</cx:pt>
          <cx:pt idx="1036">0.0021277335555467854</cx:pt>
          <cx:pt idx="1037">0.0062506204450385469</cx:pt>
          <cx:pt idx="1038">0.0052734610163663511</cx:pt>
          <cx:pt idx="1039">0.00085064092834045459</cx:pt>
          <cx:pt idx="1040">0.0058940355943564605</cx:pt>
          <cx:pt idx="1041">-0.0071186273797186313</cx:pt>
          <cx:pt idx="1042">0.013823005854229437</cx:pt>
          <cx:pt idx="1043">0.0045598279464256729</cx:pt>
          <cx:pt idx="1044">-0.0021764547452325831</cx:pt>
          <cx:pt idx="1045">-0.0038120444376307503</cx:pt>
          <cx:pt idx="1046">-0.006843671702156902</cx:pt>
          <cx:pt idx="1047">0.0094033620045439296</cx:pt>
          <cx:pt idx="1048">0.0021270433409402152</cx:pt>
          <cx:pt idx="1049">-0.0023146208595638405</cx:pt>
          <cx:pt idx="1050">-0.013719672395312632</cx:pt>
          <cx:pt idx="1051">-0.012674155785403417</cx:pt>
          <cx:pt idx="1052">0.0042567329422091823</cx:pt>
          <cx:pt idx="1053">0.038880511854337073</cx:pt>
          <cx:pt idx="1054">0.0090998256578584801</cx:pt>
          <cx:pt idx="1055">0.01230194308208399</cx:pt>
          <cx:pt idx="1056">0.00052546491561130402</cx:pt>
          <cx:pt idx="1057">0.018986854060182225</cx:pt>
          <cx:pt idx="1058">0.0051470658824350922</cx:pt>
          <cx:pt idx="1059">0.010143648901104864</cx:pt>
          <cx:pt idx="1060">-0.00066444430341261376</cx:pt>
          <cx:pt idx="1061">0.041641760696909898</cx:pt>
          <cx:pt idx="1062">-0.026739027211334043</cx:pt>
          <cx:pt idx="1063">-0.012274338142200752</cx:pt>
          <cx:pt idx="1064">0.00087288602854414417</cx:pt>
          <cx:pt idx="1065">0.00063841730680720948</cx:pt>
          <cx:pt idx="1066">0.0024308475639039889</cx:pt>
          <cx:pt idx="1067">0.010986811962333946</cx:pt>
          <cx:pt idx="1068">0.012253787433720423</cx:pt>
          <cx:pt idx="1069">0.0081412808451485422</cx:pt>
          <cx:pt idx="1070">0.015969220399118602</cx:pt>
          <cx:pt idx="1071">-0.0015169031767563186</cx:pt>
          <cx:pt idx="1072">0.0083290616129994104</cx:pt>
          <cx:pt idx="1073">0.0080110148764959439</cx:pt>
          <cx:pt idx="1074">-0.0078854649898651413</cx:pt>
          <cx:pt idx="1075">0.0089644188692014331</cx:pt>
          <cx:pt idx="1076">-0.0045661730888976069</cx:pt>
          <cx:pt idx="1077">0.00020941568101486057</cx:pt>
          <cx:pt idx="1078">-0.0066866323843984303</cx:pt>
          <cx:pt idx="1079">0.0070142116520294879</cx:pt>
          <cx:pt idx="1080">0.0083732232201663408</cx:pt>
          <cx:pt idx="1081">0.0013221892930710406</cx:pt>
          <cx:pt idx="1082">0.0047370259047464433</cx:pt>
          <cx:pt idx="1083">0.010658306478864741</cx:pt>
          <cx:pt idx="1084">0.00073417902208217306</cx:pt>
          <cx:pt idx="1085">-0.0086309731347143735</cx:pt>
          <cx:pt idx="1086">-0.014467318627967426</cx:pt>
          <cx:pt idx="1087">0.0024127921250330915</cx:pt>
          <cx:pt idx="1088">-0.0059152345696339573</cx:pt>
          <cx:pt idx="1089">0.019624763070046181</cx:pt>
          <cx:pt idx="1090">0.00080957691710061919</cx:pt>
          <cx:pt idx="1091">0.0078915237305893053</cx:pt>
          <cx:pt idx="1092">-0.014928141117730545</cx:pt>
          <cx:pt idx="1093">-0.028626122937059684</cx:pt>
          <cx:pt idx="1094">0.00058887417312758819</cx:pt>
          <cx:pt idx="1095">-0.011599596117245732</cx:pt>
          <cx:pt idx="1096">-0.008907210482358768</cx:pt>
          <cx:pt idx="1097">-0.053272029032531407</cx:pt>
          <cx:pt idx="1098">0.018710832182743772</cx:pt>
          <cx:pt idx="1099">0.0043909690823081609</cx:pt>
          <cx:pt idx="1100">0.0023748712163749086</cx:pt>
          <cx:pt idx="1101">-0.010557675580456991</cx:pt>
          <cx:pt idx="1102">-0.030115389249468553</cx:pt>
          <cx:pt idx="1103">0.018346736574855242</cx:pt>
          <cx:pt idx="1104">-0.016639612210260463</cx:pt>
          <cx:pt idx="1105">-0.022213252546065102</cx:pt>
          <cx:pt idx="1106">-0.0063785020443666114</cx:pt>
          <cx:pt idx="1107">-0.0061971609961789451</cx:pt>
          <cx:pt idx="1108">-0.0092625236853783061</cx:pt>
          <cx:pt idx="1109">0.0015837907004247391</cx:pt>
          <cx:pt idx="1110">-0.021183981945524042</cx:pt>
          <cx:pt idx="1111">-0.010260821671471722</cx:pt>
          <cx:pt idx="1112">0.045770075098094894</cx:pt>
          <cx:pt idx="1113">0.0066230331551114597</cx:pt>
          <cx:pt idx="1114">0.016147874663367014</cx:pt>
          <cx:pt idx="1115">0.02012896131918757</cx:pt>
          <cx:pt idx="1116">0.015845125216749096</cx:pt>
          <cx:pt idx="1117">0.009779539975226223</cx:pt>
          <cx:pt idx="1118">-0.015024463426756327</cx:pt>
          <cx:pt idx="1119">0.0045917721443588869</cx:pt>
          <cx:pt idx="1120">-0.014862810838157612</cx:pt>
          <cx:pt idx="1121">0.0025688393018930659</cx:pt>
          <cx:pt idx="1122">0.032337059160515422</cx:pt>
          <cx:pt idx="1123">-0.0010136006087633964</cx:pt>
          <cx:pt idx="1124">0.010606037910087674</cx:pt>
          <cx:pt idx="1125">-0.0085642926504841607</cx:pt>
          <cx:pt idx="1126">0.0021260610021604336</cx:pt>
          <cx:pt idx="1127">-0.014370736236293804</cx:pt>
          <cx:pt idx="1128">0.031500762881897723</cx:pt>
          <cx:pt idx="1129">0.0084255799202368978</cx:pt>
          <cx:pt idx="1130">-0.0029722169218913573</cx:pt>
          <cx:pt idx="1131">0.017019701338312074</cx:pt>
          <cx:pt idx="1132">-0.003243884890796652</cx:pt>
          <cx:pt idx="1133">0.0046985773227535641</cx:pt>
          <cx:pt idx="1134">-0.0047732139773132695</cx:pt>
          <cx:pt idx="1135">-0.015028916401268581</cx:pt>
          <cx:pt idx="1136">0.0048943187122961916</cx:pt>
          <cx:pt idx="1137">0.012783994429675059</cx:pt>
          <cx:pt idx="1138">0.0072544908128596361</cx:pt>
          <cx:pt idx="1139">0.0094178044461165483</cx:pt>
          <cx:pt idx="1140">0.0048753249956684603</cx:pt>
          <cx:pt idx="1141">-0.0058171526637783508</cx:pt>
          <cx:pt idx="1142">0.00070496251935852272</cx:pt>
          <cx:pt idx="1143">0.0092485810134502692</cx:pt>
          <cx:pt idx="1144">-0.010044791205205661</cx:pt>
          <cx:pt idx="1145">0.020375562725242991</cx:pt>
          <cx:pt idx="1146">0.011492102464743699</cx:pt>
          <cx:pt idx="1147">0.0069699282311007993</cx:pt>
          <cx:pt idx="1148">-0.013690267003148663</cx:pt>
          <cx:pt idx="1149">0.0047360372905718455</cx:pt>
          <cx:pt idx="1150">0.0033666267702265381</cx:pt>
          <cx:pt idx="1151">-0.0016577970941587447</cx:pt>
          <cx:pt idx="1152">-0.0089074599972109696</cx:pt>
          <cx:pt idx="1153">-0.017921017800767904</cx:pt>
          <cx:pt idx="1154">-0.019513723946654939</cx:pt>
          <cx:pt idx="1155">-0.052200114700151165</cx:pt>
          <cx:pt idx="1156">0.015633140830842322</cx:pt>
          <cx:pt idx="1157">0.0074039770523245492</cx:pt>
          <cx:pt idx="1158">0.025866021643347344</cx:pt>
          <cx:pt idx="1159">-0.015048977471919828</cx:pt>
          <cx:pt idx="1160">-0.0085067802899712296</cx:pt>
          <cx:pt idx="1161">0.034757113120198295</cx:pt>
          <cx:pt idx="1162">-0.034361662259064667</cx:pt>
          <cx:pt idx="1163">-0.0093336664374185623</cx:pt>
          <cx:pt idx="1164">0.035421915701067966</cx:pt>
          <cx:pt idx="1165">0.032122825639172091</cx:pt>
          <cx:pt idx="1166">-0.0071288972173529953</cx:pt>
          <cx:pt idx="1167">0.013543167131481538</cx:pt>
          <cx:pt idx="1168">-0.00025352803899761979</cx:pt>
          <cx:pt idx="1169">-0.046242001081138677</cx:pt>
          <cx:pt idx="1170">0.017371296822315918</cx:pt>
          <cx:pt idx="1171">-0.012263745824765176</cx:pt>
          <cx:pt idx="1172">0.003462526124938606</cx:pt>
          <cx:pt idx="1173">0.022326025333242409</cx:pt>
          <cx:pt idx="1174">0.0003480145659690763</cx:pt>
          <cx:pt idx="1175">-0.01472548767483348</cx:pt>
          <cx:pt idx="1176">0.021403272581703471</cx:pt>
          <cx:pt idx="1177">0.032356578480197164</cx:pt>
          <cx:pt idx="1178">-0.0024890888534238229</cx:pt>
          <cx:pt idx="1179">0.0051027412165795252</cx:pt>
          <cx:pt idx="1180">0.01022981320883521</cx:pt>
          <cx:pt idx="1181">0.01962166698443028</cx:pt>
          <cx:pt idx="1182">-0.0015728281913937618</cx:pt>
          <cx:pt idx="1183">-0.013221954642324816</cx:pt>
          <cx:pt idx="1184">-0.0013279312229460033</cx:pt>
          <cx:pt idx="1185">0.0035258613400096345</cx:pt>
          <cx:pt idx="1186">0.0028328255911555665</cx:pt>
          <cx:pt idx="1187">-0.0070891072686739224</cx:pt>
          <cx:pt idx="1188">-0.014974944429799275</cx:pt>
          <cx:pt idx="1189">0.0066645634828410242</cx:pt>
          <cx:pt idx="1190">-0.0093171028791768414</cx:pt>
          <cx:pt idx="1191">0.018212077731892116</cx:pt>
          <cx:pt idx="1192">-0.0047501637068116569</cx:pt>
          <cx:pt idx="1193">-0.01744987175515534</cx:pt>
          <cx:pt idx="1194">0.016824306493081052</cx:pt>
          <cx:pt idx="1195">-0.0029041354732201779</cx:pt>
          <cx:pt idx="1196">-0.017648565825301023</cx:pt>
          <cx:pt idx="1197">0.02012924086126229</cx:pt>
          <cx:pt idx="1198">0.019082874961752871</cx:pt>
          <cx:pt idx="1199">0.0019406585122784762</cx:pt>
          <cx:pt idx="1200">-0.021103983730857041</cx:pt>
          <cx:pt idx="1201">0.014211582630599164</cx:pt>
          <cx:pt idx="1202">0.010546530991555818</cx:pt>
          <cx:pt idx="1203">0.021914097754277558</cx:pt>
          <cx:pt idx="1204">-0.00044363514283552694</cx:pt>
          <cx:pt idx="1205">0.016574521063015116</cx:pt>
          <cx:pt idx="1206">-0.0071150210990103815</cx:pt>
          <cx:pt idx="1207">0.002248026346985837</cx:pt>
          <cx:pt idx="1208">-0.0066237688628337553</cx:pt>
          <cx:pt idx="1209">0.020270354928370794</cx:pt>
          <cx:pt idx="1210">-0.0044252660245837029</cx:pt>
          <cx:pt idx="1211">0.0041983973927963913</cx:pt>
          <cx:pt idx="1212">0.01002390402796564</cx:pt>
          <cx:pt idx="1213">0.019274536419501543</cx:pt>
          <cx:pt idx="1214">0.012074488493532036</cx:pt>
          <cx:pt idx="1215">-0.01810453658686972</cx:pt>
          <cx:pt idx="1216">0.0013034468289742206</cx:pt>
          <cx:pt idx="1217">0.0072942813083647961</cx:pt>
          <cx:pt idx="1218">0.017886657751277003</cx:pt>
          <cx:pt idx="1219">0.016790276188018826</cx:pt>
          <cx:pt idx="1220">-0.0011374475164875151</cx:pt>
          <cx:pt idx="1221">-0.0028954918014750105</cx:pt>
          <cx:pt idx="1222">0.0058634489256398281</cx:pt>
          <cx:pt idx="1223">0.0013513782261105761</cx:pt>
          <cx:pt idx="1224">0.0028727762736600409</cx:pt>
          <cx:pt idx="1225">0.0029299668537554739</cx:pt>
          <cx:pt idx="1226">0.0034505651939660512</cx:pt>
          <cx:pt idx="1227">-0.0048810407304163122</cx:pt>
          <cx:pt idx="1228">0.0032076384777320159</cx:pt>
          <cx:pt idx="1229">0.013176817789638381</cx:pt>
          <cx:pt idx="1230">-0.0065035483706812544</cx:pt>
          <cx:pt idx="1231">-0.004395219078187922</cx:pt>
          <cx:pt idx="1232">-0.005567614147464383</cx:pt>
          <cx:pt idx="1233">0.00035510773180747569</cx:pt>
          <cx:pt idx="1234">0.025521937532234758</cx:pt>
          <cx:pt idx="1235">-0.0098822461671285132</cx:pt>
          <cx:pt idx="1236">0.0097437609326694041</cx:pt>
          <cx:pt idx="1237">-0.0045855325647472687</cx:pt>
          <cx:pt idx="1238">-0.018377587814161361</cx:pt>
          <cx:pt idx="1239">-0.013492341396877709</cx:pt>
          <cx:pt idx="1240">0.0081328334860272834</cx:pt>
          <cx:pt idx="1241">0.0063753356454322521</cx:pt>
          <cx:pt idx="1242">0.0166852806471166</cx:pt>
          <cx:pt idx="1243">-0.0081656744077179926</cx:pt>
          <cx:pt idx="1244">0.0065552332385977749</cx:pt>
          <cx:pt idx="1245">0.011708588388274412</cx:pt>
          <cx:pt idx="1246">0.015901081675707588</cx:pt>
          <cx:pt idx="1247">0.0034147447391942466</cx:pt>
          <cx:pt idx="1248">0.012996154917195113</cx:pt>
          <cx:pt idx="1249">0.0048816563685512128</cx:pt>
          <cx:pt idx="1250">0.00055890873444866692</cx:pt>
          <cx:pt idx="1251">0.010227790058522507</cx:pt>
          <cx:pt idx="1252">0.00469235097663311</cx:pt>
          <cx:pt idx="1253">0.0084445057161196685</cx:pt>
          <cx:pt idx="1254">0.00037387034536897441</cx:pt>
          <cx:pt idx="1255">0.010363267776060427</cx:pt>
          <cx:pt idx="1256">-0.003799125662157564</cx:pt>
          <cx:pt idx="1257">-0.0045016329125112352</cx:pt>
          <cx:pt idx="1258">0.0081728563212400806</cx:pt>
          <cx:pt idx="1259">0.021809915004346314</cx:pt>
          <cx:pt idx="1260">-0.012428549777049698</cx:pt>
          <cx:pt idx="1261">0.0039936997323568348</cx:pt>
          <cx:pt idx="1262">0.0037518300348748663</cx:pt>
          <cx:pt idx="1263">0.0084391624346088212</cx:pt>
          <cx:pt idx="1264">0.013746713942928849</cx:pt>
          <cx:pt idx="1265">0.00025767740511572189</cx:pt>
          <cx:pt idx="1266">0.021163226791228878</cx:pt>
          <cx:pt idx="1267">-0.010784078544344076</cx:pt>
          <cx:pt idx="1268">-0.0046707110385106453</cx:pt>
          <cx:pt idx="1269">0.01475591912807213</cx:pt>
          <cx:pt idx="1270">0.0064290005042439303</cx:pt>
          <cx:pt idx="1271">-0.0041444326036762921</cx:pt>
          <cx:pt idx="1272">0.0046110582256669516</cx:pt>
          <cx:pt idx="1273">0.0065038984831270758</cx:pt>
          <cx:pt idx="1274">-0.0068584923499246673</cx:pt>
          <cx:pt idx="1275">-0.03265328082949704</cx:pt>
          <cx:pt idx="1276">0.026713087975726076</cx:pt>
          <cx:pt idx="1277">0.0053368987328531597</cx:pt>
          <cx:pt idx="1278">0.0026649030672110949</cx:pt>
          <cx:pt idx="1279">-0.038041178418437967</cx:pt>
          <cx:pt idx="1280">0.0074397612163078584</cx:pt>
          <cx:pt idx="1281">0.031086192209244613</cx:pt>
          <cx:pt idx="1282">0.010616699530385416</cx:pt>
          <cx:pt idx="1283">0.011591017519672902</cx:pt>
          <cx:pt idx="1284">-0.013108904582397113</cx:pt>
          <cx:pt idx="1285">0.018306183869898501</cx:pt>
          <cx:pt idx="1286">0.0026531600555607824</cx:pt>
          <cx:pt idx="1287">0.019493591411833357</cx:pt>
          <cx:pt idx="1288">-0.007294403521067928</cx:pt>
          <cx:pt idx="1289">0.017308731506682929</cx:pt>
          <cx:pt idx="1290">-0.0043136061186643104</cx:pt>
          <cx:pt idx="1291">0.025733259851043366</cx:pt>
          <cx:pt idx="1292">-0.012312082442773101</cx:pt>
          <cx:pt idx="1293">-0.030150347760476207</cx:pt>
          <cx:pt idx="1294">-0.053003423270992903</cx:pt>
          <cx:pt idx="1295">-0.034719730211115719</cx:pt>
          <cx:pt idx="1296">0.014887099912094262</cx:pt>
          <cx:pt idx="1297">-0.058730003135351531</cx:pt>
          <cx:pt idx="1298">0.020524462945621359</cx:pt>
          <cx:pt idx="1299">0.061839114464797118</cx:pt>
          <cx:pt idx="1300">-0.035002683407738863</cx:pt>
          <cx:pt idx="1301">0.051818066211536756</cx:pt>
          <cx:pt idx="1302">-0.034874950386123788</cx:pt>
          <cx:pt idx="1303">-0.017610997531025619</cx:pt>
          <cx:pt idx="1304">-0.076502617253204883</cx:pt>
          <cx:pt idx="1305">0.06662895263431412</cx:pt>
          <cx:pt idx="1306">-0.046866003443262201</cx:pt>
          <cx:pt idx="1307">-0.10833472721134577</cx:pt>
          <cx:pt idx="1308">0.12112001350787745</cx:pt>
          <cx:pt idx="1309">-0.14870564612368362</cx:pt>
          <cx:pt idx="1310">0.068791103143632765</cx:pt>
          <cx:pt idx="1311">-0.042064521423097405</cx:pt>
          <cx:pt idx="1312">0.016600028219803765</cx:pt>
          <cx:pt idx="1313">-0.046012593995650865</cx:pt>
          <cx:pt idx="1314">-0.00013923438917435151</cx:pt>
          <cx:pt idx="1315">0.12151066359918684</cx:pt>
          <cx:pt idx="1316">-0.0099490419417930277</cx:pt>
          <cx:pt idx="1317">0.058865847247435668</cx:pt>
          <cx:pt idx="1318">-0.035157548406261549</cx:pt>
          <cx:pt idx="1319">0.037879485204764619</cx:pt>
          <cx:pt idx="1320">-0.011344310622006649</cx:pt>
          <cx:pt idx="1321">-0.054735472269848887</cx:pt>
          <cx:pt idx="1322">0.028014482248691307</cx:pt>
          <cx:pt idx="1323">-0.021858564441677199</cx:pt>
          <cx:pt idx="1324">0.089665986286218344</cx:pt>
          <cx:pt idx="1325">-0.015483064333468154</cx:pt>
          <cx:pt idx="1326">0.027757774299866068</cx:pt>
          <cx:pt idx="1327">-0.0039906256428788303</cx:pt>
          <cx:pt idx="1328">0.017953844878241018</cx:pt>
          <cx:pt idx="1329">0.048489296740586621</cx:pt>
          <cx:pt idx="1330">-0.013150075406717213</cx:pt>
          <cx:pt idx="1331">0.019871736356702981</cx:pt>
          <cx:pt idx="1332">-0.0044373819401701594</cx:pt>
          <cx:pt idx="1333">-0.020193728725936218</cx:pt>
          <cx:pt idx="1334">-0.04353647688717481</cx:pt>
          <cx:pt idx="1335">0.041892287472479424</cx:pt>
          <cx:pt idx="1336">-0.0060327084459919876</cx:pt>
          <cx:pt idx="1337">0.023316227935849653</cx:pt>
          <cx:pt idx="1338">0.0086674378536003311</cx:pt>
          <cx:pt idx="1339">-0.01609145079895264</cx:pt>
          <cx:pt idx="1340">0.032810026869123259</cx:pt>
          <cx:pt idx="1341">-0.0015270030011718492</cx:pt>
          <cx:pt idx="1342">-0.026779234940972136</cx:pt>
          <cx:pt idx="1343">0.017553637120681448</cx:pt>
          <cx:pt idx="1344">0.012323291526829313</cx:pt>
          <cx:pt idx="1345">0.0096448824854684576</cx:pt>
          <cx:pt idx="1346">0.013332064170467952</cx:pt>
          <cx:pt idx="1347">0.02409254746902046</cx:pt>
          <cx:pt idx="1348">0.017618110094610725</cx:pt>
          <cx:pt idx="1349">-0.020281430279903655</cx:pt>
          <cx:pt idx="1350">-0.012963940457769106</cx:pt>
          <cx:pt idx="1351">0.020026226259056798</cx:pt>
          <cx:pt idx="1352">0.0095614554126094188</cx:pt>
          <cx:pt idx="1353">0.024693074272678559</cx:pt>
          <cx:pt idx="1354">-0.0024662175912788112</cx:pt>
          <cx:pt idx="1355">0.019393838703126696</cx:pt>
          <cx:pt idx="1356">-0.014488225633876356</cx:pt>
          <cx:pt idx="1357">0.011007209012812734</cx:pt>
          <cx:pt idx="1358">-0.011450680267216566</cx:pt>
          <cx:pt idx="1359">0.0022784957979541985</cx:pt>
          <cx:pt idx="1360">-0.0052061171987229961</cx:pt>
          <cx:pt idx="1361">0.018072874015114693</cx:pt>
          <cx:pt idx="1362">3.0165858592732495e-05</cx:pt>
          <cx:pt idx="1363">0.0055085633733588006</cx:pt>
          <cx:pt idx="1364">0.0054048697634576518</cx:pt>
          <cx:pt idx="1365">-0.0036162811869537921</cx:pt>
          <cx:pt idx="1366">0.025396699363767074</cx:pt>
          <cx:pt idx="1367">0.00040593115602766773</cx:pt>
          <cx:pt idx="1368">0.022861364958589325</cx:pt>
          <cx:pt idx="1369">0.022827913781078138</cx:pt>
          <cx:pt idx="1370">-0.056204085275721516</cx:pt>
          <cx:pt idx="1371">0.012091553056873825</cx:pt>
          <cx:pt idx="1372">0.016215203257358056</cx:pt>
          <cx:pt idx="1373">0.016576837710466835</cx:pt>
          <cx:pt idx="1374">0.0031788351604526439</cx:pt>
          <cx:pt idx="1375">0.0015866089519971896</cx:pt>
          <cx:pt idx="1376">-0.0030782918361939556</cx:pt>
          <cx:pt idx="1377">0.023244834047721357</cx:pt>
          <cx:pt idx="1378">0.0077330031972355972</cx:pt>
          <cx:pt idx="1379">-0.019659817394340695</cx:pt>
          <cx:pt idx="1380">0.015868020288033573</cx:pt>
          <cx:pt idx="1381">-0.026269392343187085</cx:pt>
          <cx:pt idx="1382">0.01445817075497643</cx:pt>
          <cx:pt idx="1383">0.019101825760110078</cx:pt>
          <cx:pt idx="1384">-0.0022124796836945457</cx:pt>
          <cx:pt idx="1385">0.0034602192964960951</cx:pt>
          <cx:pt idx="1386">0.02420928029341566</cx:pt>
          <cx:pt idx="1387">-0.0050606029361221451</cx:pt>
          <cx:pt idx="1388">0.023576127184939531</cx:pt>
          <cx:pt idx="1389">0.012999075092532324</cx:pt>
          <cx:pt idx="1390">9.3157142597472421e-06</cx:pt>
          <cx:pt idx="1391">-0.018394061342041811</cx:pt>
          <cx:pt idx="1392">0.018743957675219799</cx:pt>
          <cx:pt idx="1393">-0.00030762939358737685</cx:pt>
          <cx:pt idx="1394">-0.011116344411190035</cx:pt>
          <cx:pt idx="1395">0.00074290292870179129</cx:pt>
          <cx:pt idx="1396">0.024299403453548651</cx:pt>
          <cx:pt idx="1397">-0.011535026284161276</cx:pt>
          <cx:pt idx="1398">0.0068730001802678482</cx:pt>
          <cx:pt idx="1399">-0.032607888908138066</cx:pt>
          <cx:pt idx="1400">-0.0013020494402091499</cx:pt>
          <cx:pt idx="1401">0.021442238871478746</cx:pt>
          <cx:pt idx="1402">-0.017000457986116033</cx:pt>
          <cx:pt idx="1403">0.020338618123471874</cx:pt>
          <cx:pt idx="1404">0.011084093601483843</cx:pt>
          <cx:pt idx="1405">0.051039151950473469</cx:pt>
          <cx:pt idx="1406">0.026597697971767458</cx:pt>
          <cx:pt idx="1407">0.011080256758281351</cx:pt>
          <cx:pt idx="1408">0.0022368126046833593</cx:pt>
          <cx:pt idx="1409">0.017278934781792692</cx:pt>
          <cx:pt idx="1410">-0.017253454903547225</cx:pt>
          <cx:pt idx="1411">0.0054796908458496227</cx:pt>
          <cx:pt idx="1412">-0.026928134393360281</cx:pt>
          <cx:pt idx="1413">0.036479430689938509</cx:pt>
          <cx:pt idx="1414">-0.00023408530185334067</cx:pt>
          <cx:pt idx="1415">0.0019552798614578303</cx:pt>
          <cx:pt idx="1416">0.015949696339169383</cx:pt>
          <cx:pt idx="1417">0.002094880606531234</cx:pt>
          <cx:pt idx="1418">-0.002585562359119976</cx:pt>
          <cx:pt idx="1419">0.010456261522215684</cx:pt>
          <cx:pt idx="1420">0.034967818997557021</cx:pt>
          <cx:pt idx="1421">0.0083996895064610451</cx:pt>
          <cx:pt idx="1422">-0.00060302244743118806</cx:pt>
          <cx:pt idx="1423">0.0095633000627716961</cx:pt>
          <cx:pt idx="1424">-0.0089747733307182949</cx:pt>
          <cx:pt idx="1425">0.013183473310266218</cx:pt>
          <cx:pt idx="1426">0.019439868826950694</cx:pt>
          <cx:pt idx="1427">0.029972989589491607</cx:pt>
          <cx:pt idx="1428">0.0067699554577116258</cx:pt>
          <cx:pt idx="1429">-0.075301736574032579</cx:pt>
          <cx:pt idx="1430">-0.0089240355402617471</cx:pt>
          <cx:pt idx="1431">-0.057194050675073285</cx:pt>
          <cx:pt idx="1432">0.041588121286711979</cx:pt>
          <cx:pt idx="1433">-0.027350403935743176</cx:pt>
          <cx:pt idx="1434">-0.0092763728452464611</cx:pt>
          <cx:pt idx="1435">0.035642145086480136</cx:pt>
          <cx:pt idx="1436">0.006369670323699228</cx:pt>
          <cx:pt idx="1437">-0.025200082564096473</cx:pt>
          <cx:pt idx="1438">-0.0092182874914723493</cx:pt>
          <cx:pt idx="1439">-0.023586117961769668</cx:pt>
          <cx:pt idx="1440">0.021491112973824281</cx:pt>
          <cx:pt idx="1441">0.013300341435517794</cx:pt>
          <cx:pt idx="1442">-0.036556794960201061</cx:pt>
          <cx:pt idx="1443">0.01091655810656106</cx:pt>
          <cx:pt idx="1444">0.032365302238175672</cx:pt>
          <cx:pt idx="1445">0.018202902834335274</cx:pt>
          <cx:pt idx="1446">0.00041468760202900272</cx:pt>
          <cx:pt idx="1447">0.011756842654538273</cx:pt>
          <cx:pt idx="1448">0.0079299704976755307</cx:pt>
          <cx:pt idx="1449">-0.032681528040120734</cx:pt>
          <cx:pt idx="1450">0.032159192037323807</cx:pt>
          <cx:pt idx="1451">-0.014181709641502848</cx:pt>
          <cx:pt idx="1452">0.017228720383508679</cx:pt>
          <cx:pt idx="1453">0.00060824651878320325</cx:pt>
          <cx:pt idx="1454">0.0087888504227131587</cx:pt>
          <cx:pt idx="1455">0.043459605192777237</cx:pt>
          <cx:pt idx="1456">-0.011714344646795327</cx:pt>
          <cx:pt idx="1457">-0.003497478325814405</cx:pt>
          <cx:pt idx="1458">-0.0047662650380287646</cx:pt>
          <cx:pt idx="1459">-0.010447104710064744</cx:pt>
          <cx:pt idx="1460">-0.021195669335304517</cx:pt>
          <cx:pt idx="1461">0.0098139869956913907</cx:pt>
          <cx:pt idx="1462">-0.0060142646829783293</cx:pt>
          <cx:pt idx="1463">-0.0076625068657197983</cx:pt>
          <cx:pt idx="1464">0.0011462279413504968</cx:pt>
          <cx:pt idx="1465">-0.014967198183753807</cx:pt>
          <cx:pt idx="1466">0.0094778016130008299</cx:pt>
          <cx:pt idx="1467">-0.046062091755510154</cx:pt>
          <cx:pt idx="1468">0.029430429355451933</cx:pt>
          <cx:pt idx="1469">-0.038637945877781021</cx:pt>
          <cx:pt idx="1470">0.0010639635195657205</cx:pt>
          <cx:pt idx="1471">0.021929579781500348</cx:pt>
          <cx:pt idx="1472">0.04139402817544708</cx:pt>
          <cx:pt idx="1473">0.032427399590586187</cx:pt>
          <cx:pt idx="1474">0.008088851108801462</cx:pt>
          <cx:pt idx="1475">-0.026486792203794161</cx:pt>
          <cx:pt idx="1476">-0.02239594979127248</cx:pt>
          <cx:pt idx="1477">0.033861706519619568</cx:pt>
          <cx:pt idx="1478">-0.0029567530794416771</cx:pt>
          <cx:pt idx="1479">0.003610309098320782</cx:pt>
          <cx:pt idx="1480">0.014503680651443874</cx:pt>
          <cx:pt idx="1481">-0.0073640091613402913</cx:pt>
          <cx:pt idx="1482">-0.0081821534388456085</cx:pt>
          <cx:pt idx="1483">0.0052495558880902363</cx:pt>
          <cx:pt idx="1484">-0.014042563184463916</cx:pt>
          <cx:pt idx="1485">-0.0088238070080480929</cx:pt>
          <cx:pt idx="1486">0.0058373941399284864</cx:pt>
          <cx:pt idx="1487">0.0084660873852690152</cx:pt>
          <cx:pt idx="1488">0.0052255089175069916</cx:pt>
          <cx:pt idx="1489">0.014244202866559957</cx:pt>
          <cx:pt idx="1490">0.019153312221774604</cx:pt>
          <cx:pt idx="1491">0.0065659137370621132</cx:pt>
          <cx:pt idx="1492">-0.0031636083306257213</cx:pt>
          <cx:pt idx="1493">0.0051971319091475782</cx:pt>
          <cx:pt idx="1494">0.0073674776990717925</cx:pt>
          <cx:pt idx="1495">-0.0018555880400279276</cx:pt>
          <cx:pt idx="1496">-0.021439743153538231</cx:pt>
          <cx:pt idx="1497">0.0053515577366129129</cx:pt>
          <cx:pt idx="1498">-0.0014951844129200973</cx:pt>
          <cx:pt idx="1499">0.0052261512716576209</cx:pt>
          <cx:pt idx="1500">0.027938049677476335</cx:pt>
          <cx:pt idx="1501">-0.00019854966338322692</cx:pt>
          <cx:pt idx="1502">0.0051322537963408481</cx:pt>
          <cx:pt idx="1503">-0.0080901458617699089</cx:pt>
          <cx:pt idx="1504">0.0065522539504542388</cx:pt>
          <cx:pt idx="1505">0.012513841287817669</cx:pt>
          <cx:pt idx="1506">-0.011240046069890493</cx:pt>
          <cx:pt idx="1507">0.0052893685627063165</cx:pt>
          <cx:pt idx="1508">0.016064781354914577</cx:pt>
          <cx:pt idx="1509">-0.0071177331841780237</cx:pt>
          <cx:pt idx="1510">0.0015410104440026337</cx:pt>
          <cx:pt idx="1511">-0.0037344480634124038</cx:pt>
          <cx:pt idx="1512">-0.014358541942358484</cx:pt>
          <cx:pt idx="1513">0.014175448404164742</cx:pt>
          <cx:pt idx="1514">-0.032987316348280428</cx:pt>
          <cx:pt idx="1515">0.038307811892856383</cx:pt>
          <cx:pt idx="1516">0.002514226155124975</cx:pt>
          <cx:pt idx="1517">-0.0029075456354182411</cx:pt>
          <cx:pt idx="1518">-0.0025365750381318225</cx:pt>
          <cx:pt idx="1519">0.0073499680337378668</cx:pt>
          <cx:pt idx="1520">-0.01216249898280722</cx:pt>
          <cx:pt idx="1521">-0.014791238261926146</cx:pt>
          <cx:pt idx="1522">0.01169595475931566</cx:pt>
          <cx:pt idx="1523">0.023502003774700794</cx:pt>
          <cx:pt idx="1524">0.028450644919027251</cx:pt>
          <cx:pt idx="1525">0.0030498681026013249</cx:pt>
          <cx:pt idx="1526">0.013976433407163256</cx:pt>
          <cx:pt idx="1527">-0.0033069249781530882</cx:pt>
          <cx:pt idx="1528">-0.019070836602296505</cx:pt>
          <cx:pt idx="1529">-0.011785995446711557</cx:pt>
          <cx:pt idx="1530">-0.024335149252055092</cx:pt>
          <cx:pt idx="1531">0.020292722339739465</cx:pt>
          <cx:pt idx="1532">0.012467695440476632</cx:pt>
          <cx:pt idx="1533">-0.0064610354092596413</cx:pt>
          <cx:pt idx="1534">0.019266777759951101</cx:pt>
          <cx:pt idx="1535">-0.0035591216404105707</cx:pt>
          <cx:pt idx="1536">0.021316534770195929</cx:pt>
          <cx:pt idx="1537">-0.0066348534393846801</cx:pt>
          <cx:pt idx="1538">0.0048399017148384963</cx:pt>
          <cx:pt idx="1539">0.012759427552731604</cx:pt>
          <cx:pt idx="1540">-0.001686122325035842</cx:pt>
          <cx:pt idx="1541">-0.0030782905514785933</cx:pt>
          <cx:pt idx="1542">-0.017620061541376995</cx:pt>
          <cx:pt idx="1543">-0.0052762982285660814</cx:pt>
          <cx:pt idx="1544">0.0033477514161636638</cx:pt>
          <cx:pt idx="1545">-0.029149895424276557</cx:pt>
          <cx:pt idx="1546">-0.0042542643901415352</cx:pt>
          <cx:pt idx="1547">0.009981599271271584</cx:pt>
          <cx:pt idx="1548">-0.045845514273090825</cx:pt>
          <cx:pt idx="1549">0.012559192347313104</cx:pt>
          <cx:pt idx="1550">0.035931088316359001</cx:pt>
          <cx:pt idx="1551">-0.02283542413134718</cx:pt>
          <cx:pt idx="1552">-0.028748171682484152</cx:pt>
          <cx:pt idx="1553">-0.023339504383292128</cx:pt>
          <cx:pt idx="1554">0.016492477471534095</cx:pt>
          <cx:pt idx="1555">-0.043569307903655694</cx:pt>
          <cx:pt idx="1556">0.049536026751664582</cx:pt>
          <cx:pt idx="1557">-0.0088102209677936704</cx:pt>
          <cx:pt idx="1558">0.023067548495418165</cx:pt>
          <cx:pt idx="1559">-0.0083781570968422051</cx:pt>
          <cx:pt idx="1560">0.02161373096495869</cx:pt>
          <cx:pt idx="1561">0.011021869141813865</cx:pt>
          <cx:pt idx="1562">-0.00094114838016892189</cx:pt>
          <cx:pt idx="1563">-0.035356373501709115</cx:pt>
          <cx:pt idx="1564">0.0015279703270707926</cx:pt>
          <cx:pt idx="1565">0.025151363967408625</cx:pt>
          <cx:pt idx="1566">-0.0091918391230119845</cx:pt>
          <cx:pt idx="1567">-0.020036080307486145</cx:pt>
          <cx:pt idx="1568">0.0011379537380953077</cx:pt>
          <cx:pt idx="1569">0.018291778503570024</cx:pt>
          <cx:pt idx="1570">0.00092445217191974675</cx:pt>
          <cx:pt idx="1571">-0.01045186467628564</cx:pt>
          <cx:pt idx="1572">0.022621081794926778</cx:pt>
          <cx:pt idx="1573">0.020378813345383363</cx:pt>
          <cx:pt idx="1574">0.019986166963067081</cx:pt>
          <cx:pt idx="1575">-0.0027502089817693972</cx:pt>
          <cx:pt idx="1576">0.012172799169324134</cx:pt>
          <cx:pt idx="1577">0.015097255694454548</cx:pt>
          <cx:pt idx="1578">0.011743492256514686</cx:pt>
          <cx:pt idx="1579">0.0060873275307288905</cx:pt>
          <cx:pt idx="1580">0.019608832991006252</cx:pt>
          <cx:pt idx="1581">-0.017688135667078202</cx:pt>
          <cx:pt idx="1582">0.026613108094022574</cx:pt>
          <cx:pt idx="1583">-0.0033965210934928012</cx:pt>
          <cx:pt idx="1584">-0.010060486476900223</cx:pt>
          <cx:pt idx="1585">-0.011881737434404805</cx:pt>
          <cx:pt idx="1586">0.0073411231789183001</cx:pt>
          <cx:pt idx="1587">-0.020001395814434209</cx:pt>
          <cx:pt idx="1588">0.020111129501504794</cx:pt>
          <cx:pt idx="1589">0.0070438440823608912</cx:pt>
          <cx:pt idx="1590">-0.0023821933135939537</cx:pt>
          <cx:pt idx="1591">-0.0092248838432213934</cx:pt>
          <cx:pt idx="1592">0.002090462363109133</cx:pt>
          <cx:pt idx="1593">-0.016018645248066201</cx:pt>
          <cx:pt idx="1594">0.00025764976038212276</cx:pt>
          <cx:pt idx="1595">-0.027678637438689559</cx:pt>
          <cx:pt idx="1596">0.003623732276473056</cx:pt>
          <cx:pt idx="1597">0.01022423337841478</cx:pt>
          <cx:pt idx="1598">0.010274717325879316</cx:pt>
          <cx:pt idx="1599">-0.029549971710351359</cx:pt>
          <cx:pt idx="1600">-0.0039608673153162799</cx:pt>
          <cx:pt idx="1601">-0.030764352746676046</cx:pt>
          <cx:pt idx="1602">0.011374752995174636</cx:pt>
          <cx:pt idx="1603">0.025849922618067074</cx:pt>
          <cx:pt idx="1604">-0.0067563326788708175</cx:pt>
          <cx:pt idx="1605">-0.010371125468884343</cx:pt>
          <cx:pt idx="1606">0.002284831873489455</cx:pt>
          <cx:pt idx="1607">0.024552654304977967</cx:pt>
          <cx:pt idx="1608">-0.0022544166894798204</cx:pt>
          <cx:pt idx="1609">0.022344580174857787</cx:pt>
          <cx:pt idx="1610">-0.00029855020079771718</cx:pt>
          <cx:pt idx="1611">0.00087107272924582179</cx:pt>
          <cx:pt idx="1612">-0.0085071204503399216</cx:pt>
          <cx:pt idx="1613">0.01083811357549916</cx:pt>
          <cx:pt idx="1614">-0.0015396783987688654</cx:pt>
          <cx:pt idx="1615">0.012471147902911301</cx:pt>
          <cx:pt idx="1616">-0.0051642778490886242</cx:pt>
          <cx:pt idx="1617">0.023698369255952399</cx:pt>
          <cx:pt idx="1618">0.0007544973444805821</cx:pt>
          <cx:pt idx="1619">-0.0012330949101568918</cx:pt>
          <cx:pt idx="1620">-0.0010809766512488554</cx:pt>
          <cx:pt idx="1621">-0.00043831743899870276</cx:pt>
          <cx:pt idx="1622">0.010841383064093603</cx:pt>
          <cx:pt idx="1623">0.01571512631625167</cx:pt>
          <cx:pt idx="1624">-0.0075786458975596648</cx:pt>
          <cx:pt idx="1625">-0.0016728384316258215</cx:pt>
          <cx:pt idx="1626">0.020457853279348723</cx:pt>
          <cx:pt idx="1627">-0.010565891635533241</cx:pt>
          <cx:pt idx="1628">0.0065736974751250963</cx:pt>
          <cx:pt idx="1629">0.014135346242256533</cx:pt>
          <cx:pt idx="1630">0.0016261793957597817</cx:pt>
          <cx:pt idx="1631">0.0031937679347268147</cx:pt>
          <cx:pt idx="1632">-0.0035727084049043058</cx:pt>
          <cx:pt idx="1633">0.022233950698043969</cx:pt>
          <cx:pt idx="1634">0.00730649149762253</cx:pt>
          <cx:pt idx="1635">0.0035272774591272212</cx:pt>
          <cx:pt idx="1636">0.0015631004587739763</cx:pt>
          <cx:pt idx="1637">0.015576817743792624</cx:pt>
          <cx:pt idx="1638">0.009833143509385146</cx:pt>
          <cx:pt idx="1639">0.0038828912730838067</cx:pt>
          <cx:pt idx="1640">-0.012136691600238126</cx:pt>
          <cx:pt idx="1641">0.011660784744278048</cx:pt>
          <cx:pt idx="1642">0.0042830911183239515</cx:pt>
          <cx:pt idx="1643">0.00063831987898047124</cx:pt>
          <cx:pt idx="1644">0.0072719274770859012</cx:pt>
          <cx:pt idx="1645">-0.016852232418939166</cx:pt>
          <cx:pt idx="1646">-0.020045250177320836</cx:pt>
          <cx:pt idx="1647">-0.0058694420468839636</cx:pt>
          <cx:pt idx="1648">0.013406041941530389</cx:pt>
          <cx:pt idx="1649">0.013283221264572771</cx:pt>
          <cx:pt idx="1650">0.0084421155066033947</cx:pt>
          <cx:pt idx="1651">0.0066566632866292249</cx:pt>
          <cx:pt idx="1652">-0.001864013037805468</cx:pt>
          <cx:pt idx="1653">-0.011463031236256544</cx:pt>
          <cx:pt idx="1654">0.00012159022949841022</cx:pt>
          <cx:pt idx="1655">0.0064199434895153736</cx:pt>
          <cx:pt idx="1656">5.2198593903501401e-05</cx:pt>
          <cx:pt idx="1657">0.0031812220858339637</cx:pt>
          <cx:pt idx="1658">0.011319345708404743</cx:pt>
          <cx:pt idx="1659">0.0058188045176618504</cx:pt>
          <cx:pt idx="1660">0.0040299497989812185</cx:pt>
          <cx:pt idx="1661">-0.0066789963392607146</cx:pt>
          <cx:pt idx="1662">-0.0027754536779489854</cx:pt>
          <cx:pt idx="1663">-0.0097917297765350696</cx:pt>
          <cx:pt idx="1664">-0.0025755075635088289</cx:pt>
          <cx:pt idx="1665">0.010050809615095774</cx:pt>
          <cx:pt idx="1666">0.0063948122680622683</cx:pt>
          <cx:pt idx="1667">0.0039334107530767225</cx:pt>
          <cx:pt idx="1668">-0.011075677290618749</cx:pt>
          <cx:pt idx="1669">-0.021633058880238712</cx:pt>
          <cx:pt idx="1670">0.015142231238519762</cx:pt>
          <cx:pt idx="1671">0.020203846478604924</cx:pt>
          <cx:pt idx="1672">0.022415070640138857</cx:pt>
          <cx:pt idx="1673">-0.0022648372106851855</cx:pt>
          <cx:pt idx="1674">0.0023008533224625665</cx:pt>
          <cx:pt idx="1675">-0.0057769562210532987</cx:pt>
          <cx:pt idx="1676">0.013424556464289342</cx:pt>
          <cx:pt idx="1677">0.015764573700591179</cx:pt>
          <cx:pt idx="1678">-0.0081724728178655063</cx:pt>
          <cx:pt idx="1679">0.0023916650990118637</cx:pt>
          <cx:pt idx="1680">0.0033955322015175498</cx:pt>
          <cx:pt idx="1681">0.0079315347524421542</cx:pt>
          <cx:pt idx="1682">0.0034967530260922707</cx:pt>
          <cx:pt idx="1683">-0.010272048313661481</cx:pt>
          <cx:pt idx="1684">-0.0050092760190833122</cx:pt>
          <cx:pt idx="1685">-0.012502318329083956</cx:pt>
          <cx:pt idx="1686">-0.00068185591295085888</cx:pt>
          <cx:pt idx="1687">-0.0042385836389214806</cx:pt>
          <cx:pt idx="1688">0.0063573853682090372</cx:pt>
          <cx:pt idx="1689">-0.0014230644249566896</cx:pt>
          <cx:pt idx="1690">-0.01578765785049981</cx:pt>
          <cx:pt idx="1691">-0.024680386403995242</cx:pt>
          <cx:pt idx="1692">0.002804980510994824</cx:pt>
          <cx:pt idx="1693">0.020633472626099235</cx:pt>
          <cx:pt idx="1694">0.012460200045060372</cx:pt>
          <cx:pt idx="1695">-0.0040103687140094612</cx:pt>
          <cx:pt idx="1696">-0.0099075313888821459</cx:pt>
          <cx:pt idx="1697">-0.03078685064782188</cx:pt>
          <cx:pt idx="1698">-0.00091522181286631909</cx:pt>
          <cx:pt idx="1699">-0.0049526292395080281</cx:pt>
          <cx:pt idx="1700">0.0076391742626699642</cx:pt>
          <cx:pt idx="1701">-0.028951897883674693</cx:pt>
          <cx:pt idx="1702">0.020003153075175591</cx:pt>
          <cx:pt idx="1703">0.0062618477797471575</cx:pt>
          <cx:pt idx="1704">0.012170284430908737</cx:pt>
          <cx:pt idx="1705">-0.0043491193910879557</cx:pt>
          <cx:pt idx="1706">-0.002220456344127941</cx:pt>
          <cx:pt idx="1707">-0.0073353806834911446</cx:pt>
          <cx:pt idx="1708">0.0032785126446651194</cx:pt>
          <cx:pt idx="1709">0.024759235285405797</cx:pt>
          <cx:pt idx="1710">0.0050444910474192221</cx:pt>
          <cx:pt idx="1711">0.011715769665027062</cx:pt>
          <cx:pt idx="1712">0.0096882121971440978</cx:pt>
          <cx:pt idx="1713">-0.00036865277152195122</cx:pt>
          <cx:pt idx="1714">0.0081472489830231812</cx:pt>
          <cx:pt idx="1715">-0.0023829270774389536</cx:pt>
          <cx:pt idx="1716">0.0057229339794675716</cx:pt>
          <cx:pt idx="1717">0.020350356421283518</cx:pt>
          <cx:pt idx="1718">-0.0024817573223781405</cx:pt>
          <cx:pt idx="1719">0.019184465376301325</cx:pt>
          <cx:pt idx="1720">-0.0014806555554507581</cx:pt>
          <cx:pt idx="1721">0.0010514644196171054</cx:pt>
          <cx:pt idx="1722">0.012881128129625599</cx:pt>
          <cx:pt idx="1723">0.0082523770518491101</cx:pt>
          <cx:pt idx="1724">0.032101620278795678</cx:pt>
          <cx:pt idx="1725">0.0016749331306957454</cx:pt>
          <cx:pt idx="1726">0.0091411561079747447</cx:pt>
          <cx:pt idx="1727">0.00095341648200717409</cx:pt>
          <cx:pt idx="1728">-0.023786285347505251</cx:pt>
          <cx:pt idx="1729">0.0097271680587400194</cx:pt>
          <cx:pt idx="1730">0.010094321916771131</cx:pt>
          <cx:pt idx="1731">-0.0027251426263900556</cx:pt>
          <cx:pt idx="1732">0.0068931097379581457</cx:pt>
          <cx:pt idx="1733">-0.0014509016706492055</cx:pt>
          <cx:pt idx="1734">0.033930315070581779</cx:pt>
          <cx:pt idx="1735">0.020211353434184884</cx:pt>
          <cx:pt idx="1736">-0.0066616458284385069</cx:pt>
          <cx:pt idx="1737">0.00012514829931759548</cx:pt>
          <cx:pt idx="1738">0.011040351919822748</cx:pt>
          <cx:pt idx="1739">-0.030362272269563347</cx:pt>
          <cx:pt idx="1740">0.03318974805329318</cx:pt>
          <cx:pt idx="1741">0.0047100987337405763</cx:pt>
          <cx:pt idx="1742">-0.011250942207975571</cx:pt>
          <cx:pt idx="1743">0.0014782640745599701</cx:pt>
          <cx:pt idx="1744">-0.019942431321625549</cx:pt>
          <cx:pt idx="1745">0.0067974116604074385</cx:pt>
          <cx:pt idx="1746">0.046056707787024323</cx:pt>
          <cx:pt idx="1747">0.0050972344063926842</cx:pt>
          <cx:pt idx="1748">-0.014551369089052775</cx:pt>
          <cx:pt idx="1749">0.022554983441215228</cx:pt>
          <cx:pt idx="1750">-0.031577325195414022</cx:pt>
          <cx:pt idx="1751">-0.0059599100568420325</cx:pt>
          <cx:pt idx="1752">0.042031742220256053</cx:pt>
          <cx:pt idx="1753">-0.042328323155714241</cx:pt>
          <cx:pt idx="1754">-0.010052445856618922</cx:pt>
          <cx:pt idx="1755">-0.0077579210535422263</cx:pt>
          <cx:pt idx="1756">0.029739941826977298</cx:pt>
          <cx:pt idx="1757">0.011696586868970989</cx:pt>
          <cx:pt idx="1758">0.0074916431252112642</cx:pt>
          <cx:pt idx="1759">0.027461124935198554</cx:pt>
          <cx:pt idx="1760">-0.0097805832161833844</cx:pt>
          <cx:pt idx="1761">-0.00099770873772160444</cx:pt>
          <cx:pt idx="1762">-0.0095663087493232015</cx:pt>
          <cx:pt idx="1763">-0.0047241418986216374</cx:pt>
          <cx:pt idx="1764">0.020042691814501048</cx:pt>
          <cx:pt idx="1765">-0.016070651682629056</cx:pt>
          <cx:pt idx="1766">-0.035590639500548887</cx:pt>
          <cx:pt idx="1767">-0.0019518226138066791</cx:pt>
          <cx:pt idx="1768">-0.010589806169735087</cx:pt>
          <cx:pt idx="1769">0.0024351666755603025</cx:pt>
          <cx:pt idx="1770">0.013680014866573236</cx:pt>
          <cx:pt idx="1771">0.0047251490478446012</cx:pt>
          <cx:pt idx="1772">-0.027372544537091252</cx:pt>
          <cx:pt idx="1773">0.010245002717251029</cx:pt>
          <cx:pt idx="1774">-0.028492521527734876</cx:pt>
          <cx:pt idx="1775">-0.023999816726761308</cx:pt>
          <cx:pt idx="1776">-0.020421253656264297</cx:pt>
          <cx:pt idx="1777">-0.020343113696353856</cx:pt>
          <cx:pt idx="1778">-0.00047110781788568861</cx:pt>
          <cx:pt idx="1779">-0.023772365475866995</cx:pt>
          <cx:pt idx="1780">0.0076494495908821618</cx:pt>
          <cx:pt idx="1781">-0.016078963045112117</cx:pt>
          <cx:pt idx="1782">0.049018984660706671</cx:pt>
          <cx:pt idx="1783">0.037751667960149747</cx:pt>
          <cx:pt idx="1784">0.0008094182449022594</cx:pt>
          <cx:pt idx="1785">0.015689802009825515</cx:pt>
          <cx:pt idx="1786">-0.028419337541305423</cx:pt>
          <cx:pt idx="1787">0.0038368452655356835</cx:pt>
          <cx:pt idx="1788">0.00027101105011338576</cx:pt>
          <cx:pt idx="1789">0.016870762160023898</cx:pt>
          <cx:pt idx="1790">0.028086148861509831</cx:pt>
          <cx:pt idx="1791">-0.02519774547386441</cx:pt>
          <cx:pt idx="1792">-0.036724648384236343</cx:pt>
          <cx:pt idx="1793">0.0033978621370660679</cx:pt>
          <cx:pt idx="1794">0.044041888878505644</cx:pt>
          <cx:pt idx="1795">-0.0017702208858067147</cx:pt>
          <cx:pt idx="1796">-0.034904426250046659</cx:pt>
          <cx:pt idx="1797">-0.014673993296890068</cx:pt>
          <cx:pt idx="1798">-0.012938987336675076</cx:pt>
          <cx:pt idx="1799">-0.031119011354158031</cx:pt>
          <cx:pt idx="1800">0.032046507859434137</cx:pt>
          <cx:pt idx="1801">0.015353817377610213</cx:pt>
          <cx:pt idx="1802">0.0023842766513243394</cx:pt>
          <cx:pt idx="1803">-0.021500910520761345</cx:pt>
          <cx:pt idx="1804">0.026757781121393726</cx:pt>
          <cx:pt idx="1805">-0.010795510065052175</cx:pt>
          <cx:pt idx="1806">-0.02249799483983829</cx:pt>
          <cx:pt idx="1807">-0.040109782077986954</cx:pt>
          <cx:pt idx="1808">-0.0037976353544646561</cx:pt>
          <cx:pt idx="1809">0.044864952855425376</cx:pt>
          <cx:pt idx="1810">-0.022488519079020698</cx:pt>
          <cx:pt idx="1811">-0.02133339223503954</cx:pt>
          <cx:pt idx="1812">-0.026623437653026341</cx:pt>
          <cx:pt idx="1813">0.044752019596839894</cx:pt>
          <cx:pt idx="1814">0.039083612738490849</cx:pt>
          <cx:pt idx="1815">0.0068432663336561545</cx:pt>
          <cx:pt idx="1816">0.030048736405842595</cx:pt>
          <cx:pt idx="1817">0.0053869046812609137</cx:pt>
          <cx:pt idx="1818">0.010636558900569968</cx:pt>
          <cx:pt idx="1819">-0.010952589135368099</cx:pt>
          <cx:pt idx="1820">0.043063562498907054</cx:pt>
          <cx:pt idx="1821">-0.0025068181270534954</cx:pt>
          <cx:pt idx="1822">0.010864646111683607</cx:pt>
          <cx:pt idx="1823">0.017474709126177913</cx:pt>
          <cx:pt idx="1824">-0.015724696544277477</cx:pt>
          <cx:pt idx="1825">-0.016870727673468443</cx:pt>
          <cx:pt idx="1826">-0.0083796621444000678</cx:pt>
          <cx:pt idx="1827">0.021775348788856896</cx:pt>
          <cx:pt idx="1828">-0.029576797272219051</cx:pt>
          <cx:pt idx="1829">-0.029044481593136967</cx:pt>
          <cx:pt idx="1830">-0.00039559629245767945</cx:pt>
          <cx:pt idx="1831">-0.021273063745401482</cx:pt>
          <cx:pt idx="1832">-0.031949250514443146</cx:pt>
          <cx:pt idx="1833">-0.0020303744826418845</cx:pt>
          <cx:pt idx="1834">0.019521925715339034</cx:pt>
          <cx:pt idx="1835">-0.032064201031455658</cx:pt>
          <cx:pt idx="1836">0.0073784739113953229</cx:pt>
          <cx:pt idx="1837">0.016583127199952807</cx:pt>
          <cx:pt idx="1838">-0.0071428808078349343</cx:pt>
          <cx:pt idx="1839">-0.022471190313827789</cx:pt>
          <cx:pt idx="1840">-0.028095995705817899</cx:pt>
          <cx:pt idx="1841">0.012459986427602085</cx:pt>
          <cx:pt idx="1842">-0.042210475435856001</cx:pt>
          <cx:pt idx="1843">-0.0046816393384841041</cx:pt>
          <cx:pt idx="1844">0.049986202207138654</cx:pt>
          <cx:pt idx="1845">-0.043426889246385263</cx:pt>
          <cx:pt idx="1846">0.021577066266627632</cx:pt>
          <cx:pt idx="1847">0.0058455065036291613</cx:pt>
          <cx:pt idx="1848">0.039090192171587136</cx:pt>
          <cx:pt idx="1849">-0.056117098811828248</cx:pt>
          <cx:pt idx="1850">-0.0021675621121244716</cx:pt>
          <cx:pt idx="1851">-0.048640206654969348</cx:pt>
          <cx:pt idx="1852">0.022413101723975183</cx:pt>
          <cx:pt idx="1853">-0.045397406810215639</cx:pt>
          <cx:pt idx="1854">-0.020226573280888473</cx:pt>
          <cx:pt idx="1855">0.049225617574442354</cx:pt>
          <cx:pt idx="1856">-0.014376879379809963</cx:pt>
          <cx:pt idx="1857">0.036661487541527218</cx:pt>
          <cx:pt idx="1858">-0.057982553819912352</cx:pt>
          <cx:pt idx="1859">-0.019228789245598621</cx:pt>
          <cx:pt idx="1860">-0.0049646839365951375</cx:pt>
          <cx:pt idx="1861">0.026110958100252612</cx:pt>
          <cx:pt idx="1862">-0.023990987909153993</cx:pt>
          <cx:pt idx="1863">0.01722565243612743</cx:pt>
          <cx:pt idx="1864">0.032614363973300031</cx:pt>
          <cx:pt idx="1865">0.041417951182143434</cx:pt>
          <cx:pt idx="1866">-0.0064773072579996614</cx:pt>
          <cx:pt idx="1867">-0.0065376301417400641</cx:pt>
          <cx:pt idx="1868">0.031074927004265156</cx:pt>
          <cx:pt idx="1869">-0.036311810500606986</cx:pt>
          <cx:pt idx="1870">0.0038663013551570821</cx:pt>
          <cx:pt idx="1871">0.01241362241549551</cx:pt>
          <cx:pt idx="1872">-0.01087962612055331</cx:pt>
          <cx:pt idx="1873">-0.032271419494141536</cx:pt>
          <cx:pt idx="1874">-0.043241854101145158</cx:pt>
          <cx:pt idx="1875">-0.049690202785213883</cx:pt>
          <cx:pt idx="1876">0.010225756334764002</cx:pt>
          <cx:pt idx="1877">0.02464206808307726</cx:pt>
          <cx:pt idx="1878">-0.044346406979849567</cx:pt>
          <cx:pt idx="1879">0.010905801466280063</cx:pt>
          <cx:pt idx="1880">0.032134751047409559</cx:pt>
          <cx:pt idx="1881">-0.0076731938977104312</cx:pt>
          <cx:pt idx="1882">0.008923840747594048</cx:pt>
          <cx:pt idx="1883">0.036023068929660479</cx:pt>
          <cx:pt idx="1884">-0.005198615907493505</cx:pt>
          <cx:pt idx="1885">-0.034444378097204187</cx:pt>
          <cx:pt idx="1886">-0.0029884318142735927</cx:pt>
          <cx:pt idx="1887">-0.017022918222530915</cx:pt>
          <cx:pt idx="1888">-0.0062557052420991145</cx:pt>
          <cx:pt idx="1889">0.019283984057729832</cx:pt>
          <cx:pt idx="1890">0.010044612278837486</cx:pt>
          <cx:pt idx="1891">0.029753419261001716</cx:pt>
          <cx:pt idx="1892">0.0022576573371086645</cx:pt>
          <cx:pt idx="1893">-0.022493559463080706</cx:pt>
          <cx:pt idx="1894">-0.00074683288466695277</cx:pt>
          <cx:pt idx="1895">3.4475052982225199e-05</cx:pt>
          <cx:pt idx="1896">0.014433874001775029</cx:pt>
          <cx:pt idx="1897">0.017438737998119128</cx:pt>
          <cx:pt idx="1898">-0.0069282453242754775</cx:pt>
          <cx:pt idx="1899">0.036089376508726019</cx:pt>
          <cx:pt idx="1900">0.02250041354909978</cx:pt>
          <cx:pt idx="1901">0.014336557729153545</cx:pt>
          <cx:pt idx="1902">-0.018251990797497897</cx:pt>
          <cx:pt idx="1903">-0.0095067836709780626</cx:pt>
          <cx:pt idx="1904">-0.01587655986688135</cx:pt>
          <cx:pt idx="1905">0.046658330657231281</cx:pt>
          <cx:pt idx="1906">0.0097137446061411788</cx:pt>
          <cx:pt idx="1907">0.020581377593344975</cx:pt>
          <cx:pt idx="1908">0.0011114986919156858</cx:pt>
          <cx:pt idx="1909">-0.004929851826508176</cx:pt>
          <cx:pt idx="1910">0.029528750598945479</cx:pt>
          <cx:pt idx="1911">0.0056535115332501124</cx:pt>
          <cx:pt idx="1912">-0.0071803824391631866</cx:pt>
          <cx:pt idx="1913">-0.020357934955176297</cx:pt>
          <cx:pt idx="1914">-0.015041653172691724</cx:pt>
          <cx:pt idx="1915">0.03564415086965473</cx:pt>
          <cx:pt idx="1916">-0.0048499947707630981</cx:pt>
          <cx:pt idx="1917">0.028154136823915675</cx:pt>
          <cx:pt idx="1918">0.0075049764255792064</cx:pt>
          <cx:pt idx="1919">-0.003709070390947429</cx:pt>
          <cx:pt idx="1920">-0.0067991476715559352</cx:pt>
          <cx:pt idx="1921">0.010616151834201351</cx:pt>
          <cx:pt idx="1922">-0.025888391322756808</cx:pt>
          <cx:pt idx="1923">-0.030795022289669349</cx:pt>
          <cx:pt idx="1924">0.00075424191344375738</cx:pt>
          <cx:pt idx="1925">0.0011107392777002527</cx:pt>
          <cx:pt idx="1926">0.023482407240091738</cx:pt>
          <cx:pt idx="1927">-0.053205136933225025</cx:pt>
          <cx:pt idx="1928">-0.016877946766654068</cx:pt>
          <cx:pt idx="1929">-0.015417383000368106</cx:pt>
          <cx:pt idx="1930">-0.013237992982970665</cx:pt>
          <cx:pt idx="1931">-0.017566870842562646</cx:pt>
          <cx:pt idx="1932">-0.014683805556680699</cx:pt>
          <cx:pt idx="1933">-0.010009877692976777</cx:pt>
          <cx:pt idx="1934">0.0123046057521334</cx:pt>
          <cx:pt idx="1935">0.0031408253710825582</cx:pt>
          <cx:pt idx="1936">0.022174763257759005</cx:pt>
          <cx:pt idx="1937">0.022606280941443981</cx:pt>
          <cx:pt idx="1938">-0.066518805575911666</cx:pt>
          <cx:pt idx="1939">0.0029563182012021126</cx:pt>
          <cx:pt idx="1940">-0.018064384496934205</cx:pt>
          <cx:pt idx="1941">-0.00074935131130031234</cx:pt>
          <cx:pt idx="1942">0.015320494923801706</cx:pt>
          <cx:pt idx="1943">-0.00059396317762428451</cx:pt>
          <cx:pt idx="1944">-0.012569351237797295</cx:pt>
          <cx:pt idx="1945">-0.019684891704670582</cx:pt>
          <cx:pt idx="1946">-0.011448260103662636</cx:pt>
          <cx:pt idx="1947">-0.0080063590787897276</cx:pt>
          <cx:pt idx="1948">0.0081958508785873723</cx:pt>
          <cx:pt idx="1949">0.0045135795600816982</cx:pt>
          <cx:pt idx="1950">-0.040336281220590797</cx:pt>
          <cx:pt idx="1951">-0.019463153819186781</cx:pt>
          <cx:pt idx="1952">0.032289634787343355</cx:pt>
          <cx:pt idx="1953">0.034448019643625497</cx:pt>
          <cx:pt idx="1954">0.0033213436449053492</cx:pt>
          <cx:pt idx="1955">-0.0072913817787943064</cx:pt>
          <cx:pt idx="1956">-0.050803772973799635</cx:pt>
          <cx:pt idx="1957">-0.014217749197095569</cx:pt>
          <cx:pt idx="1958">-0.0091197226258183627</cx:pt>
          <cx:pt idx="1959">-0.0044529117553746209</cx:pt>
          <cx:pt idx="1960">0.03508831344553915</cx:pt>
          <cx:pt idx="1961">-0.038957238537585662</cx:pt>
          <cx:pt idx="1962">0.036004767003945712</cx:pt>
          <cx:pt idx="1963">0.0069877295955129608</cx:pt>
          <cx:pt idx="1964">0.0023793903456418596</cx:pt>
          <cx:pt idx="1965">0.0046905227014316028</cx:pt>
          <cx:pt idx="1966">0.027930196364584686</cx:pt>
          <cx:pt idx="1967">0.013385256186680078</cx:pt>
          <cx:pt idx="1968">0.02629465905437001</cx:pt>
          <cx:pt idx="1969">-0.020793184135834496</cx:pt>
          <cx:pt idx="1970">-0.012909721340175257</cx:pt>
          <cx:pt idx="1971">0.058683959301900998</cx:pt>
          <cx:pt idx="1972">-0.015540297571408131</cx:pt>
          <cx:pt idx="1973">-0.008135941614792884</cx:pt>
          <cx:pt idx="1974">-0.031179123716949204</cx:pt>
          <cx:pt idx="1975">-0.019590439902498005</cx:pt>
          <cx:pt idx="1976">0.021619667481406847</cx:pt>
          <cx:pt idx="1977">0.0091043430942888501</cx:pt>
          <cx:pt idx="1978">0.0092904701937077273</cx:pt>
          <cx:pt idx="1979">-0.036196327045781872</cx:pt>
          <cx:pt idx="1980">0.098806655339289465</cx:pt>
          <cx:pt idx="1981">0.023400357162159484</cx:pt>
          <cx:pt idx="1982">-0.0077209657933236002</cx:pt>
          <cx:pt idx="1983">0.014993853860111641</cx:pt>
          <cx:pt idx="1984">-0.022079125862771852</cx:pt>
          <cx:pt idx="1985">0.0052434657414684952</cx:pt>
          <cx:pt idx="1986">-0.0012654335336377371</cx:pt>
          <cx:pt idx="1987">-0.013010125550564477</cx:pt>
          <cx:pt idx="1988">0.024464189713535121</cx:pt>
          <cx:pt idx="1989">0.012543472590613459</cx:pt>
          <cx:pt idx="1990">-0.014790029060871141</cx:pt>
          <cx:pt idx="1991">-0.025109689307821509</cx:pt>
          <cx:pt idx="1992">-0.014004827897635545</cx:pt>
          <cx:pt idx="1993">0.057185900213146332</cx:pt>
          <cx:pt idx="1994">0.0026350783908019931</cx:pt>
          <cx:pt idx="1995">-0.0078971530265505609</cx:pt>
          <cx:pt idx="1996">-0.012572820085377242</cx:pt>
          <cx:pt idx="1997">-0.026003146675718024</cx:pt>
          <cx:pt idx="1998">-0.0052640084706200132</cx:pt>
          <cx:pt idx="1999">0.027161944773074771</cx:pt>
          <cx:pt idx="2000">-0.005598498975755691</cx:pt>
          <cx:pt idx="2001">0.021597586566447943</cx:pt>
          <cx:pt idx="2002">0.014032365384598003</cx:pt>
          <cx:pt idx="2003">-0.014361052688413926</cx:pt>
          <cx:pt idx="2004">-0.041523217364921636</cx:pt>
          <cx:pt idx="2005">-0.014858744156846551</cx:pt>
          <cx:pt idx="2006">-0.01478162138991284</cx:pt>
          <cx:pt idx="2007">-0.0033975727891502462</cx:pt>
          <cx:pt idx="2008">0.022113577541849228</cx:pt>
          <cx:pt idx="2009">-0.037286219103469964</cx:pt>
          <cx:pt idx="2010">-0.0023221618472525117</cx:pt>
          <cx:pt idx="2011">-0.026269915411781437</cx:pt>
          <cx:pt idx="2012">-0.019239691235848639</cx:pt>
          <cx:pt idx="2013">0.030307712866916477</cx:pt>
          <cx:pt idx="2014">0.0009894120058188227</cx:pt>
          <cx:pt idx="2015">-0.022680870296414517</cx:pt>
          <cx:pt idx="2016">0.013761612232011951</cx:pt>
          <cx:pt idx="2017">-0.017216140298071943</cx:pt>
          <cx:pt idx="2018">0.037001997725250424</cx:pt>
          <cx:pt idx="2019">0.017130398175949246</cx:pt>
          <cx:pt idx="2020">0.0086026147582593561</cx:pt>
          <cx:pt idx="2021">0.016204085483599199</cx:pt>
          <cx:pt idx="2022">0.00890089639395838</cx:pt>
          <cx:pt idx="2023">0.010884947094583592</cx:pt>
          <cx:pt idx="2024">0.015496282665507777</cx:pt>
          <cx:pt idx="2025">-0.011301214771625614</cx:pt>
          <cx:pt idx="2026">-0.013059247600825342</cx:pt>
          <cx:pt idx="2027">0.032304392993439242</cx:pt>
          <cx:pt idx="2028">0.038358420450117912</cx:pt>
          <cx:pt idx="2029">0.0053870927213319668</cx:pt>
          <cx:pt idx="2030">-0.0012816201937177216</cx:pt>
          <cx:pt idx="2031">0.017820271440661992</cx:pt>
          <cx:pt idx="2032">0.013002195171967152</cx:pt>
          <cx:pt idx="2033">-0.030157693156108646</cx:pt>
          <cx:pt idx="2034">0.012974291786597847</cx:pt>
          <cx:pt idx="2035">0.030702664258777972</cx:pt>
          <cx:pt idx="2036">0.032919369681127866</cx:pt>
          <cx:pt idx="2037">0.0001588545925574386</cx:pt>
          <cx:pt idx="2038">-0.012889006802881872</cx:pt>
          <cx:pt idx="2039">0.028181435474675866</cx:pt>
          <cx:pt idx="2040">-0.012684491949199446</cx:pt>
          <cx:pt idx="2041">-0.0033406836626579685</cx:pt>
          <cx:pt idx="2042">-0.01263738303195544</cx:pt>
          <cx:pt idx="2043">0.020180016992514777</cx:pt>
          <cx:pt idx="2044">0.014031313419103988</cx:pt>
          <cx:pt idx="2045">0.0044782836551810054</cx:pt>
          <cx:pt idx="2046">-0.016435035635115461</cx:pt>
          <cx:pt idx="2047">-0.01353401473061943</cx:pt>
          <cx:pt idx="2048">-0.027520493372844908</cx:pt>
          <cx:pt idx="2049">0.0011274903483275158</cx:pt>
          <cx:pt idx="2050">0.04191893208005356</cx:pt>
          <cx:pt idx="2051">-0.016320819560214091</cx:pt>
          <cx:pt idx="2052">0.00721420946288909</cx:pt>
          <cx:pt idx="2053">-0.0044195376210189553</cx:pt>
          <cx:pt idx="2054">-0.013861843156431016</cx:pt>
          <cx:pt idx="2055">0.010954106654908169</cx:pt>
          <cx:pt idx="2056">0.028165203487455694</cx:pt>
          <cx:pt idx="2057">0.0056526818881360158</cx:pt>
          <cx:pt idx="2058">-0.012957831423434426</cx:pt>
          <cx:pt idx="2059">0.016710025217524471</cx:pt>
          <cx:pt idx="2060">-0.018155671710870507</cx:pt>
          <cx:pt idx="2061">-0.015945279639219021</cx:pt>
          <cx:pt idx="2062">0.0073124406284753923</cx:pt>
          <cx:pt idx="2063">0.024725008148986358</cx:pt>
          <cx:pt idx="2064">0.0030819442200254506</cx:pt>
          <cx:pt idx="2065">0.032357616577449108</cx:pt>
          <cx:pt idx="2066">-3.4180168517426143e-05</cx:pt>
          <cx:pt idx="2067">0.010348360261053773</cx:pt>
          <cx:pt idx="2068">0.0084067310403238612</cx:pt>
          <cx:pt idx="2069">-0.003642086309348893</cx:pt>
          <cx:pt idx="2070">0.015721078514657188</cx:pt>
          <cx:pt idx="2071">-0.00020848917970064815</cx:pt>
          <cx:pt idx="2072">-0.01012375217586276</cx:pt>
          <cx:pt idx="2073">-0.0051143771742406955</cx:pt>
          <cx:pt idx="2074">0.021760048674704796</cx:pt>
          <cx:pt idx="2075">0.010897576792109346</cx:pt>
          <cx:pt idx="2076">0.012816918309886285</cx:pt>
          <cx:pt idx="2077">0.004567744755651049</cx:pt>
          <cx:pt idx="2078">-0.0094529855088484188</cx:pt>
          <cx:pt idx="2079">-0.012849808549127248</cx:pt>
          <cx:pt idx="2080">0.0057630640382154959</cx:pt>
          <cx:pt idx="2081">0.00068063492696390467</cx:pt>
          <cx:pt idx="2082">-0.0099132593505132684</cx:pt>
          <cx:pt idx="2083">-0.011079865402233883</cx:pt>
          <cx:pt idx="2084">0.019710518076163384</cx:pt>
          <cx:pt idx="2085">0.00034787618189497434</cx:pt>
          <cx:pt idx="2086">0.0021555512865879946</cx:pt>
          <cx:pt idx="2087">0.01005796021270787</cx:pt>
          <cx:pt idx="2088">0.0023731185735364414</cx:pt>
          <cx:pt idx="2089">-0.010441306345846384</cx:pt>
          <cx:pt idx="2090">-0.005001651292113803</cx:pt>
          <cx:pt idx="2091">-0.0012927514963927337</cx:pt>
          <cx:pt idx="2092">-0.017455928510974009</cx:pt>
          <cx:pt idx="2093">0.012506625399438876</cx:pt>
          <cx:pt idx="2094">0.020598015145845062</cx:pt>
          <cx:pt idx="2095">0.012210588822907611</cx:pt>
          <cx:pt idx="2096">0.0097861630815785101</cx:pt>
          <cx:pt idx="2097">-0.011874195445724281</cx:pt>
          <cx:pt idx="2098">-0.0097894527360149666</cx:pt>
          <cx:pt idx="2099">-0.0063955823307824781</cx:pt>
          <cx:pt idx="2100">0.038481018590400443</cx:pt>
          <cx:pt idx="2101">0.0043250172583349086</cx:pt>
          <cx:pt idx="2102">-0.011399290171668325</cx:pt>
          <cx:pt idx="2103">0.01049882647552091</cx:pt>
          <cx:pt idx="2104">-0.0020089874681729798</cx:pt>
          <cx:pt idx="2105">-0.0055864637816592433</cx:pt>
          <cx:pt idx="2106">0.0089550434940209207</cx:pt>
          <cx:pt idx="2107">0.0034922302831863765</cx:pt>
          <cx:pt idx="2108">0.014868067575471882</cx:pt>
          <cx:pt idx="2109">0.026058866314883279</cx:pt>
          <cx:pt idx="2110">-0.0024502783341509493</cx:pt>
          <cx:pt idx="2111">-0.0043863132830137472</cx:pt>
          <cx:pt idx="2112">-0.013746714700850092</cx:pt>
          <cx:pt idx="2113">-0.0019605725250562483</cx:pt>
          <cx:pt idx="2114">0.078827216568527397</cx:pt>
          <cx:pt idx="2115">0.02353251264979158</cx:pt>
          <cx:pt idx="2116">0.011569249736868277</cx:pt>
          <cx:pt idx="2117">-0.0187485732842891</cx:pt>
          <cx:pt idx="2118">0.021882712890507784</cx:pt>
          <cx:pt idx="2119">0.00065189775551618772</cx:pt>
          <cx:pt idx="2120">-0.0053996072342545783</cx:pt>
          <cx:pt idx="2121">-0.0044908198924532676</cx:pt>
          <cx:pt idx="2122">-0.015090099400949636</cx:pt>
          <cx:pt idx="2123">0.015766864155596562</cx:pt>
          <cx:pt idx="2124">0.0042013959883427472</cx:pt>
          <cx:pt idx="2125">0.020733211380362677</cx:pt>
          <cx:pt idx="2126">0.0091069786045599628</cx:pt>
          <cx:pt idx="2127">0.01870471954490258</cx:pt>
          <cx:pt idx="2128">0.0064017459503672054</cx:pt>
          <cx:pt idx="2129">-0.0058758213690669244</cx:pt>
          <cx:pt idx="2130">0.0041320019306363446</cx:pt>
          <cx:pt idx="2131">-0.011500259302230724</cx:pt>
          <cx:pt idx="2132">0.0093024066703107592</cx:pt>
          <cx:pt idx="2133">-0.0098787035176062486</cx:pt>
          <cx:pt idx="2134">-0.014597055539926957</cx:pt>
          <cx:pt idx="2135">0.020963230422966377</cx:pt>
          <cx:pt idx="2136">-0.0021122690840838839</cx:pt>
          <cx:pt idx="2137">-0.0011325426095816114</cx:pt>
          <cx:pt idx="2138">0.022347409299774169</cx:pt>
          <cx:pt idx="2139">-0.0026039870285368086</cx:pt>
          <cx:pt idx="2140">-0.0067901160151840742</cx:pt>
          <cx:pt idx="2141">-0.0015154413098927961</cx:pt>
          <cx:pt idx="2142">-0.0021062892847638817</cx:pt>
          <cx:pt idx="2143">-0.005181933004426903</cx:pt>
          <cx:pt idx="2144">0.00081924838859458529</cx:pt>
          <cx:pt idx="2145">0.014359466569142445</cx:pt>
          <cx:pt idx="2146">0.017785741444342196</cx:pt>
          <cx:pt idx="2147">-0.0028782608832965675</cx:pt>
          <cx:pt idx="2148">0.016918037039121543</cx:pt>
          <cx:pt idx="2149">0.0078827021550459814</cx:pt>
          <cx:pt idx="2150">-6.0996950218195913e-05</cx:pt>
          <cx:pt idx="2151">-0.018747056921783137</cx:pt>
          <cx:pt idx="2152">-0.0081049445814096246</cx:pt>
          <cx:pt idx="2153">0.0053089800530588295</cx:pt>
          <cx:pt idx="2154">0.011367179924164241</cx:pt>
          <cx:pt idx="2155">-0.0032953285887185172</cx:pt>
          <cx:pt idx="2156">0.002702549348171115</cx:pt>
          <cx:pt idx="2157">0.013368815492754784</cx:pt>
          <cx:pt idx="2158">0.0014429533070936011</cx:pt>
          <cx:pt idx="2159">-0.0014001832850231901</cx:pt>
          <cx:pt idx="2160">-0.026868226070817625</cx:pt>
          <cx:pt idx="2161">-0.0008632854245395115</cx:pt>
          <cx:pt idx="2162">-0.021975040686058628</cx:pt>
          <cx:pt idx="2163">-0.0013913040456229116</cx:pt>
          <cx:pt idx="2164">-0.0050592291251085461</cx:pt>
          <cx:pt idx="2165">-0.020411386175983311</cx:pt>
          <cx:pt idx="2166">-0.0021279167613801617</cx:pt>
          <cx:pt idx="2167">-0.012723204255671135</cx:pt>
          <cx:pt idx="2168">0.028570573825690934</cx:pt>
          <cx:pt idx="2169">-0.0071997872633651466</cx:pt>
          <cx:pt idx="2170">-0.0083386684594127791</cx:pt>
          <cx:pt idx="2171">-0.0079590939227526733</cx:pt>
          <cx:pt idx="2172">0.0026149518470502025</cx:pt>
          <cx:pt idx="2173">0.030114819069340173</cx:pt>
          <cx:pt idx="2174">-0.0043985810831335195</cx:pt>
          <cx:pt idx="2175">0.023052164888777926</cx:pt>
          <cx:pt idx="2176">-0.019765622664176218</cx:pt>
          <cx:pt idx="2177">0.0021399861635664438</cx:pt>
          <cx:pt idx="2178">0.011135458144519971</cx:pt>
          <cx:pt idx="2179">0.026767334333913709</cx:pt>
          <cx:pt idx="2180">0.01319504778684121</cx:pt>
          <cx:pt idx="2181">0.0035573533938165879</cx:pt>
          <cx:pt idx="2182">-0.00023042893429322265</cx:pt>
          <cx:pt idx="2183">0.0021805090606580118</cx:pt>
          <cx:pt idx="2184">-0.025439757206509026</cx:pt>
          <cx:pt idx="2185">-0.021423452926417893</cx:pt>
          <cx:pt idx="2186">-0.0011828043924358277</cx:pt>
          <cx:pt idx="2187">0.0015227936653633635</cx:pt>
          <cx:pt idx="2188">-0.017020473467647436</cx:pt>
          <cx:pt idx="2189">0.00045931715088152266</cx:pt>
          <cx:pt idx="2190">0.0067353192818628803</cx:pt>
          <cx:pt idx="2191">-0.017354014027804086</cx:pt>
          <cx:pt idx="2192">0.0088276636951614851</cx:pt>
          <cx:pt idx="2193">-0.00045298282416068977</cx:pt>
          <cx:pt idx="2194">-0.020551957023663317</cx:pt>
          <cx:pt idx="2195">-0.01786413091369109</cx:pt>
          <cx:pt idx="2196">0.0073346017524957858</cx:pt>
          <cx:pt idx="2197">0.0074344299393799109</cx:pt>
          <cx:pt idx="2198">-0.017925266033028912</cx:pt>
          <cx:pt idx="2199">0.00059502056994096468</cx:pt>
          <cx:pt idx="2200">0.0065324023373382976</cx:pt>
          <cx:pt idx="2201">0.0055650448274698269</cx:pt>
          <cx:pt idx="2202">0.017150186832391667</cx:pt>
          <cx:pt idx="2203">-0.016045345413578199</cx:pt>
          <cx:pt idx="2204">0.01027871089903047</cx:pt>
          <cx:pt idx="2205">0.0073819262912758893</cx:pt>
          <cx:pt idx="2206">0.017836744490489404</cx:pt>
          <cx:pt idx="2207">0.0024410101729503606</cx:pt>
          <cx:pt idx="2208">0.0014381436832333386</cx:pt>
          <cx:pt idx="2209">0.011274306681034298</cx:pt>
          <cx:pt idx="2210">0.0045959677255047503</cx:pt>
          <cx:pt idx="2211">-0.016350767484163926</cx:pt>
          <cx:pt idx="2212">0.0056702199411145316</cx:pt>
          <cx:pt idx="2213">-0.017099178676554628</cx:pt>
          <cx:pt idx="2214">-0.015183429326715975</cx:pt>
          <cx:pt idx="2215">-0.0051421386762166461</cx:pt>
          <cx:pt idx="2216">-0.015508840624602</cx:pt>
          <cx:pt idx="2217">0.010333013882116736</cx:pt>
          <cx:pt idx="2218">0.0079893600429499709</cx:pt>
          <cx:pt idx="2219">-0.020837990431196288</cx:pt>
          <cx:pt idx="2220">-0.026527232876449893</cx:pt>
          <cx:pt idx="2221">0.0072631009541068575</cx:pt>
          <cx:pt idx="2222">0.011946457347308427</cx:pt>
          <cx:pt idx="2223">0.001452033975572795</cx:pt>
          <cx:pt idx="2224">0.025417187532822873</cx:pt>
          <cx:pt idx="2225">0.020370747493126406</cx:pt>
          <cx:pt idx="2226">0.010428683169171138</cx:pt>
          <cx:pt idx="2227">0.012724327822888818</cx:pt>
          <cx:pt idx="2228">0.0096010196800259528</cx:pt>
          <cx:pt idx="2229">0.0083261255071291219</cx:pt>
          <cx:pt idx="2230">-8.1006703587662283e-05</cx:pt>
          <cx:pt idx="2231">0.025467731695543921</cx:pt>
          <cx:pt idx="2232">-0.0044462416121485186</cx:pt>
          <cx:pt idx="2233">0.017875620743775768</cx:pt>
          <cx:pt idx="2234">-0.0031094024657901654</cx:pt>
          <cx:pt idx="2235">0.0032399457928596344</cx:pt>
          <cx:pt idx="2236">-0.001680628631894899</cx:pt>
          <cx:pt idx="2237">0.014591510340132707</cx:pt>
          <cx:pt idx="2238">-0.0081368540560254228</cx:pt>
          <cx:pt idx="2239">-0.0027435880783200856</cx:pt>
          <cx:pt idx="2240">-0.0078792131088341582</cx:pt>
          <cx:pt idx="2241">0.0014679845469040462</cx:pt>
          <cx:pt idx="2242">-0.0015975784105645822</cx:pt>
          <cx:pt idx="2243">-0.00071636654288451628</cx:pt>
          <cx:pt idx="2244">-0.0064985342991932434</cx:pt>
          <cx:pt idx="2245">0.0033073540688901707</cx:pt>
          <cx:pt idx="2246">-0.015157916741872618</cx:pt>
          <cx:pt idx="2247">0.01486769567764713</cx:pt>
          <cx:pt idx="2248">-0.011208517475707549</cx:pt>
          <cx:pt idx="2249">0.015691875111180704</cx:pt>
          <cx:pt idx="2250">0.010658280402467734</cx:pt>
          <cx:pt idx="2251">-0.0034174229389286048</cx:pt>
          <cx:pt idx="2252">0.0076556220566103787</cx:pt>
          <cx:pt idx="2253">0.012755418034788494</cx:pt>
          <cx:pt idx="2254">0.001969170428633705</cx:pt>
          <cx:pt idx="2255">0.0044850580983159232</cx:pt>
          <cx:pt idx="2256">0.0036494259968763701</cx:pt>
          <cx:pt idx="2257">0.0012839346404324562</cx:pt>
          <cx:pt idx="2258">-0.018318630940737581</cx:pt>
          <cx:pt idx="2259">0.010254679056819744</cx:pt>
          <cx:pt idx="2260">-0.0024462996924495719</cx:pt>
          <cx:pt idx="2261">0.002793711599723657</cx:pt>
          <cx:pt idx="2262">0.00096187438901339478</cx:pt>
          <cx:pt idx="2263">0.0017086116428784688</cx:pt>
          <cx:pt idx="2264">-0.0035402908586653617</cx:pt>
          <cx:pt idx="2265">-0.030144483941014946</cx:pt>
          <cx:pt idx="2266">-0.0091577892598396823</cx:pt>
          <cx:pt idx="2267">-0.0049809767226264585</cx:pt>
          <cx:pt idx="2268">0.0046253847955739337</cx:pt>
          <cx:pt idx="2269">0.033489121940799602</cx:pt>
          <cx:pt idx="2270">0.0023245978559116006</cx:pt>
          <cx:pt idx="2271">0.0094214781383805263</cx:pt>
          <cx:pt idx="2272">0.002848329390878649</cx:pt>
          <cx:pt idx="2273">0.00098001219829690314</cx:pt>
          <cx:pt idx="2274">0.0054236386419698468</cx:pt>
          <cx:pt idx="2275">-0.0053535870744257251</cx:pt>
          <cx:pt idx="2276">0.025842991795704866</cx:pt>
          <cx:pt idx="2277">0.025610440953054755</cx:pt>
          <cx:pt idx="2278">0.0070698146416761408</cx:pt>
          <cx:pt idx="2279">0.0045562485387796309</cx:pt>
          <cx:pt idx="2280">0.0086262277560744775</cx:pt>
          <cx:pt idx="2281">0.0021614427268698438</cx:pt>
          <cx:pt idx="2282">-0.0096560717331703166</cx:pt>
          <cx:pt idx="2283">0.0061550481962574129</cx:pt>
          <cx:pt idx="2284">-0.010435948333728639</cx:pt>
          <cx:pt idx="2285">-0.02056458477106473</cx:pt>
          <cx:pt idx="2286">0.015943009805822868</cx:pt>
          <cx:pt idx="2287">0.013364538563986868</cx:pt>
          <cx:pt idx="2288">0.01645947716597923</cx:pt>
          <cx:pt idx="2289">-0.0025107256168041695</cx:pt>
          <cx:pt idx="2290">0.010937704997469891</cx:pt>
          <cx:pt idx="2291">-0.0036397593322983111</cx:pt>
          <cx:pt idx="2292">0.014567171847869983</cx:pt>
          <cx:pt idx="2293">-0.0056083469310611684</cx:pt>
          <cx:pt idx="2294">-0.010939810019229076</cx:pt>
          <cx:pt idx="2295">0.0074637581675987734</cx:pt>
          <cx:pt idx="2296">-0.0073245417734566134</cx:pt>
          <cx:pt idx="2297">-0.0060989997085625202</cx:pt>
          <cx:pt idx="2298">-0.016493559033926911</cx:pt>
          <cx:pt idx="2299">-0.0049353725723265155</cx:pt>
          <cx:pt idx="2300">0.057197557759758426</cx:pt>
          <cx:pt idx="2301">-0.0047280059353455653</cx:pt>
          <cx:pt idx="2302">-0.0015587886964175388</cx:pt>
          <cx:pt idx="2303">0.0032485066820894699</cx:pt>
          <cx:pt idx="2304">-0.0083583906842947062</cx:pt>
          <cx:pt idx="2305">0.0071841660645540961</cx:pt>
          <cx:pt idx="2306">0.014826127557251484</cx:pt>
          <cx:pt idx="2307">-0.0017758984177328539</cx:pt>
          <cx:pt idx="2308">-0.016609046647862204</cx:pt>
          <cx:pt idx="2309">0.0076579544466148135</cx:pt>
          <cx:pt idx="2310">0.015446172836489903</cx:pt>
          <cx:pt idx="2311">-0.013901424255991423</cx:pt>
          <cx:pt idx="2312">-0.0015343872444298597</cx:pt>
          <cx:pt idx="2313">0.027229929908731982</cx:pt>
          <cx:pt idx="2314">-0.012660243284201093</cx:pt>
          <cx:pt idx="2315">-0.0034778229579582533</cx:pt>
          <cx:pt idx="2316">-0.0035958121099259974</cx:pt>
          <cx:pt idx="2317">0.0066269741456617863</cx:pt>
          <cx:pt idx="2318">0.0094317408286069774</cx:pt>
          <cx:pt idx="2319">0.013061387557743909</cx:pt>
          <cx:pt idx="2320">-0.0081406274401893703</cx:pt>
          <cx:pt idx="2321">0.010212165434820666</cx:pt>
          <cx:pt idx="2322">-0.0017247925016007984</cx:pt>
          <cx:pt idx="2323">-0.010233274768355583</cx:pt>
          <cx:pt idx="2324">0.0037329951329860812</cx:pt>
          <cx:pt idx="2325">-0.0047801612781226584</cx:pt>
          <cx:pt idx="2326">-0.00025417292447142903</cx:pt>
          <cx:pt idx="2327">-0.0090249840744833498</cx:pt>
          <cx:pt idx="2328">0.0031649934689465678</cx:pt>
          <cx:pt idx="2329">-0.017155015368124606</cx:pt>
          <cx:pt idx="2330">0.011786243191854529</cx:pt>
          <cx:pt idx="2331">-0.0065896766122930739</cx:pt>
          <cx:pt idx="2332">0.00026558223630617829</cx:pt>
          <cx:pt idx="2333">-0.0030579053736813529</cx:pt>
          <cx:pt idx="2334">0.036599629364824825</cx:pt>
          <cx:pt idx="2335">-0.0091281246834370288</cx:pt>
          <cx:pt idx="2336">-0.020427762797866074</cx:pt>
          <cx:pt idx="2337">-0.0034295482790585837</cx:pt>
          <cx:pt idx="2338">-0.020257890341420628</cx:pt>
          <cx:pt idx="2339">-0.0050038701025009293</cx:pt>
          <cx:pt idx="2340">-0.036982045236663576</cx:pt>
          <cx:pt idx="2341">0.014993133093804975</cx:pt>
          <cx:pt idx="2342">0.016634701993877721</cx:pt>
          <cx:pt idx="2343">-0.0020154157183427746</cx:pt>
          <cx:pt idx="2344">0.011572191296465808</cx:pt>
          <cx:pt idx="2345">0.019262941966786424</cx:pt>
          <cx:pt idx="2346">0.01129591465851091</cx:pt>
          <cx:pt idx="2347">-0.019065647262785507</cx:pt>
          <cx:pt idx="2348">-0.016736200397499758</cx:pt>
          <cx:pt idx="2349">0.021203383087071336</cx:pt>
          <cx:pt idx="2350">0.042757071515463894</cx:pt>
          <cx:pt idx="2351">0.010800529375343454</cx:pt>
          <cx:pt idx="2352">-0.0040526045060333615</cx:pt>
          <cx:pt idx="2353">0.0017265678473541222</cx:pt>
          <cx:pt idx="2354">-0.001312667602920016</cx:pt>
          <cx:pt idx="2355">0.0019687647952544951</cx:pt>
          <cx:pt idx="2356">0.010316204455452924</cx:pt>
          <cx:pt idx="2357">0.0099005375791085017</cx:pt>
          <cx:pt idx="2358">0.021107718706115882</cx:pt>
          <cx:pt idx="2359">-0.0024567564477843422</cx:pt>
          <cx:pt idx="2360">-0.0065416730357464479</cx:pt>
          <cx:pt idx="2361">0.012066115510928887</cx:pt>
          <cx:pt idx="2362">0.0048102425653840626</cx:pt>
          <cx:pt idx="2363">-0.0044910364266621912</cx:pt>
          <cx:pt idx="2364">0.011474717814198841</cx:pt>
          <cx:pt idx="2365">0.016790435241751639</cx:pt>
          <cx:pt idx="2366">0.019745360444421902</cx:pt>
          <cx:pt idx="2367">0.00027242246940875213</cx:pt>
          <cx:pt idx="2368">-0.013007012504517967</cx:pt>
          <cx:pt idx="2369">-0.00066834928530402232</cx:pt>
          <cx:pt idx="2370">0.017811301383996538</cx:pt>
          <cx:pt idx="2371">0.0044336352847976586</cx:pt>
          <cx:pt idx="2372">0.023638796762718895</cx:pt>
          <cx:pt idx="2373">-0.0072654547701761895</cx:pt>
          <cx:pt idx="2374">0.0063041641628403151</cx:pt>
          <cx:pt idx="2375">-0.004894730423357291</cx:pt>
          <cx:pt idx="2376">0.033767151232421092</cx:pt>
          <cx:pt idx="2377">0.031840988547063465</cx:pt>
          <cx:pt idx="2378">0.01573912644542546</cx:pt>
          <cx:pt idx="2379">0.00095218738903745238</cx:pt>
          <cx:pt idx="2380">0.013371244257607148</cx:pt>
          <cx:pt idx="2381">0.0055946559553123375</cx:pt>
          <cx:pt idx="2382">-0.022314508747943888</cx:pt>
          <cx:pt idx="2383">-0.015341226830723078</cx:pt>
          <cx:pt idx="2384">-0.018571282120832509</cx:pt>
          <cx:pt idx="2385">0.020928100139374392</cx:pt>
          <cx:pt idx="2386">0.009680784724445439</cx:pt>
          <cx:pt idx="2387">-0.0040132872009509936</cx:pt>
          <cx:pt idx="2388">-0.0083187868389215935</cx:pt>
          <cx:pt idx="2389">0.017502259623136299</cx:pt>
          <cx:pt idx="2390">0.0063693254443244326</cx:pt>
          <cx:pt idx="2391">0.017415492525794354</cx:pt>
          <cx:pt idx="2392">0.005216533592063431</cx:pt>
          <cx:pt idx="2393">0.0089012984884810735</cx:pt>
          <cx:pt idx="2394">0.0061846188202500704</cx:pt>
          <cx:pt idx="2395">0.020403261129500524</cx:pt>
          <cx:pt idx="2396">-0.030567311258953393</cx:pt>
          <cx:pt idx="2397">0.011994065010637113</cx:pt>
          <cx:pt idx="2398">0.005611143313261676</cx:pt>
          <cx:pt idx="2399">-0.0053235200351292077</cx:pt>
          <cx:pt idx="2400">-0.039449091294318887</cx:pt>
          <cx:pt idx="2401">-0.0049608969702442975</cx:pt>
          <cx:pt idx="2402">-0.01075823537696677</cx:pt>
          <cx:pt idx="2403">0.015857342768525559</cx:pt>
          <cx:pt idx="2404">0.00013482013772878228</cx:pt>
          <cx:pt idx="2405">-0.040421109103528099</cx:pt>
          <cx:pt idx="2406">-0.011004977136611806</cx:pt>
          <cx:pt idx="2407">0.0067041895930515672</cx:pt>
          <cx:pt idx="2408">-0.0034619126845121273</cx:pt>
          <cx:pt idx="2409">-0.022483241108755766</cx:pt>
          <cx:pt idx="2410">0.050067772401974561</cx:pt>
          <cx:pt idx="2411">-0.036591977360314269</cx:pt>
          <cx:pt idx="2412">-0.010681472627798701</cx:pt>
          <cx:pt idx="2413">-0.045545700622807363</cx:pt>
          <cx:pt idx="2414">0.0056210531003872853</cx:pt>
          <cx:pt idx="2415">-0.011575467492935112</cx:pt>
          <cx:pt idx="2416">0.033554492291054464</cx:pt>
          <cx:pt idx="2417">0.0078417662104795054</cx:pt>
          <cx:pt idx="2418">0.014058857478282607</cx:pt>
          <cx:pt idx="2419">0.031510849552987677</cx:pt>
          <cx:pt idx="2420">0.007545114562405579</cx:pt>
          <cx:pt idx="2421">0.027796669845462904</cx:pt>
          <cx:pt idx="2422">0.0068716261035082519</cx:pt>
          <cx:pt idx="2423">0.013756134999236348</cx:pt>
          <cx:pt idx="2424">-0.0041615496706108738</cx:pt>
          <cx:pt idx="2425">0.0033441395763734202</cx:pt>
          <cx:pt idx="2426">-0.019549971591789003</cx:pt>
          <cx:pt idx="2427">0.018700433293292532</cx:pt>
          <cx:pt idx="2428">-0.0098132678889818348</cx:pt>
          <cx:pt idx="2429">0.0054177725011194848</cx:pt>
          <cx:pt idx="2430">-0.01284842182414009</cx:pt>
          <cx:pt idx="2431">-0.0082988946174862802</cx:pt>
          <cx:pt idx="2432">0.0061205901560204582</cx:pt>
          <cx:pt idx="2433">-0.047856967741036038</cx:pt>
          <cx:pt idx="2434">-0.0075528592194581464</cx:pt>
          <cx:pt idx="2435">0.0047010087278751157</cx:pt>
          <cx:pt idx="2436">-0.021679403018422302</cx:pt>
          <cx:pt idx="2437">0.011222596203353419</cx:pt>
          <cx:pt idx="2438">0.0098961585925611065</cx:pt>
          <cx:pt idx="2439">0.034406509157596049</cx:pt>
          <cx:pt idx="2440">0.0064638430410222242</cx:pt>
          <cx:pt idx="2441">0.0035281556564301666</cx:pt>
          <cx:pt idx="2442">-0.017703822528153838</cx:pt>
          <cx:pt idx="2443">-0.0015697026555086206</cx:pt>
          <cx:pt idx="2444">0.00099332292749355444</cx:pt>
          <cx:pt idx="2445">0.035150426288038161</cx:pt>
          <cx:pt idx="2446">-0.0048680561443339059</cx:pt>
          <cx:pt idx="2447">-0.0016649622247236697</cx:pt>
          <cx:pt idx="2448">0.012771129988741992</cx:pt>
          <cx:pt idx="2449">0.005675404838731639</cx:pt>
          <cx:pt idx="2450">0.012064734763814691</cx:pt>
          <cx:pt idx="2451">-0.0078666316985435778</cx:pt>
          <cx:pt idx="2452">0.010160304203279295</cx:pt>
          <cx:pt idx="2453">-0.029106378718209862</cx:pt>
          <cx:pt idx="2454">0.0058426651917008994</cx:pt>
          <cx:pt idx="2455">0.006876003647057656</cx:pt>
          <cx:pt idx="2456">0.0099531595358717095</cx:pt>
          <cx:pt idx="2457">-0.0068449008106128547</cx:pt>
          <cx:pt idx="2458">0.022252870140017315</cx:pt>
          <cx:pt idx="2459">0.010678201035943193</cx:pt>
          <cx:pt idx="2460">0.0025891533990764302</cx:pt>
          <cx:pt idx="2461">-0.0019015632573744</cx:pt>
          <cx:pt idx="2462">0.016206648472336702</cx:pt>
          <cx:pt idx="2463">-0.014342109417133295</cx:pt>
          <cx:pt idx="2464">0.0063194430091095093</cx:pt>
          <cx:pt idx="2465">0.0046602026115229109</cx:pt>
          <cx:pt idx="2466">0.0078347568890836175</cx:pt>
          <cx:pt idx="2467">0.012807179597182751</cx:pt>
          <cx:pt idx="2468">-0.00087810568512233659</cx:pt>
          <cx:pt idx="2469">-0.020743859474712769</cx:pt>
          <cx:pt idx="2470">0.0024570808376445249</cx:pt>
          <cx:pt idx="2471">0.0054145336540914676</cx:pt>
          <cx:pt idx="2472">0.00055702382554238632</cx:pt>
          <cx:pt idx="2473">0.0069446834567135326</cx:pt>
          <cx:pt idx="2474">-0.015117061325911974</cx:pt>
          <cx:pt idx="2475">-0.030674368239217306</cx:pt>
          <cx:pt idx="2476">0.00033240390304184399</cx:pt>
          <cx:pt idx="2477">-0.0006026683784719454</cx:pt>
          <cx:pt idx="2478">0.014873872329861265</cx:pt>
          <cx:pt idx="2479">0.017286720511587427</cx:pt>
          <cx:pt idx="2480">0.020851888928315177</cx:pt>
          <cx:pt idx="2481">-0.0042810719138775752</cx:pt>
          <cx:pt idx="2482">-0.012665587316215978</cx:pt>
          <cx:pt idx="2483">0.0036058114399818149</cx:pt>
          <cx:pt idx="2484">-0.0040036449273552141</cx:pt>
          <cx:pt idx="2485">0.0057764478715059625</cx:pt>
          <cx:pt idx="2486">-0.022953812309161856</cx:pt>
          <cx:pt idx="2487">0.0049121637608012915</cx:pt>
          <cx:pt idx="2488">0.013519165486633995</cx:pt>
          <cx:pt idx="2489">-0.00033579579660361815</cx:pt>
          <cx:pt idx="2490">0.0032592746315008286</cx:pt>
          <cx:pt idx="2491">-0.0039816957569304232</cx:pt>
          <cx:pt idx="2492">-0.003411494447609964</cx:pt>
          <cx:pt idx="2493">0.007025864087939369</cx:pt>
          <cx:pt idx="2494">-0.0083715862408318773</cx:pt>
          <cx:pt idx="2495">0.01219847532215324</cx:pt>
          <cx:pt idx="2496">0.0095831533105167153</cx:pt>
          <cx:pt idx="2497">0.010155304631188031</cx:pt>
          <cx:pt idx="2498">0.013271501425718975</cx:pt>
          <cx:pt idx="2499">-0.0019839016559461773</cx:pt>
          <cx:pt idx="2500">-0.0022142948324956331</cx:pt>
          <cx:pt idx="2501">2.8038885570298236e-05</cx:pt>
          <cx:pt idx="2502">-0.011869314017874496</cx:pt>
          <cx:pt idx="2503">0.011188868740712371</cx:pt>
          <cx:pt idx="2504">-0.0035233437602204217</cx:pt>
          <cx:pt idx="2505">0.0022408612757780907</cx:pt>
          <cx:pt idx="2506">0.0069518855728748687</cx:pt>
          <cx:pt idx="2507">0.00053590046537560975</cx:pt>
          <cx:pt idx="2508">-0.022434420559146916</cx:pt>
          <cx:pt idx="2509">-0.0003945456952338181</cx:pt>
          <cx:pt idx="2510">0.019719639681158335</cx:pt>
          <cx:pt idx="2511">0.014187220314124442</cx:pt>
          <cx:pt idx="2512">0.0094413075266240494</cx:pt>
          <cx:pt idx="2513">0.0016903614822896427</cx:pt>
          <cx:pt idx="2514">-0.014709235251899648</cx:pt>
          <cx:pt idx="2515">-0.010137268603230512</cx:pt>
          <cx:pt idx="2516">-0.011135078106342402</cx:pt>
          <cx:pt idx="2517">-0.0041007051138529944</cx:pt>
          <cx:pt idx="2518">0.014071248703652357</cx:pt>
          <cx:pt idx="2519">0.018545476998025681</cx:pt>
          <cx:pt idx="2520">-0.023248294968106376</cx:pt>
          <cx:pt idx="2521">-3.5513038310270074e-05</cx:pt>
          <cx:pt idx="2522">-0.024855655063563898</cx:pt>
          <cx:pt idx="2523">-0.01161507792555113</cx:pt>
          <cx:pt idx="2524">-0.0033543911607684189</cx:pt>
          <cx:pt idx="2525">0.024521037348424524</cx:pt>
          <cx:pt idx="2526">-0.023255960823817756</cx:pt>
          <cx:pt idx="2527">0.016164918211841788</cx:pt>
          <cx:pt idx="2528">-0.0044374709044750788</cx:pt>
          <cx:pt idx="2529">0.020145194113614481</cx:pt>
          <cx:pt idx="2530">-0.0015089792197691323</cx:pt>
          <cx:pt idx="2531">-0.011454083844123018</cx:pt>
          <cx:pt idx="2532">-0.049228706817178655</cx:pt>
          <cx:pt idx="2533">0.042815267600975836</cx:pt>
          <cx:pt idx="2534">-0.0082167975810046503</cx:pt>
          <cx:pt idx="2535">0.0020027236442910568</cx:pt>
          <cx:pt idx="2536">-0.0127141905039789</cx:pt>
          <cx:pt idx="2537">-0.025590516330950577</cx:pt>
          <cx:pt idx="2538">0.016454541195817064</cx:pt>
          <cx:pt idx="2539">0.016470519794564473</cx:pt>
          <cx:pt idx="2540">0.010038780908773954</cx:pt>
          <cx:pt idx="2541">-0.012120773510786206</cx:pt>
          <cx:pt idx="2542">0.012935113082096024</cx:pt>
          <cx:pt idx="2543">0.0075208880096391973</cx:pt>
          <cx:pt idx="2544">0.0031419536663059773</cx:pt>
          <cx:pt idx="2545">0.021251369362134395</cx:pt>
          <cx:pt idx="2546">0.013218092648838345</cx:pt>
          <cx:pt idx="2547">0.0050419216863281493</cx:pt>
          <cx:pt idx="2548">0.0015211170707021158</cx:pt>
          <cx:pt idx="2549">0.0022641712004384832</cx:pt>
          <cx:pt idx="2550">-0.018281717467803178</cx:pt>
          <cx:pt idx="2551">-0.0097078283879154306</cx:pt>
          <cx:pt idx="2552">-0.010925576833476246</cx:pt>
          <cx:pt idx="2553">0.0012276734603314365</cx:pt>
          <cx:pt idx="2554">-0.038059449127730891</cx:pt>
          <cx:pt idx="2555">0.021799682710943544</cx:pt>
          <cx:pt idx="2556">-0.036526413907439118</cx:pt>
          <cx:pt idx="2557">-2.1608723133433017e-05</cx:pt>
          <cx:pt idx="2558">0.0088560841168789269</cx:pt>
          <cx:pt idx="2559">-0.024082310694652883</cx:pt>
          <cx:pt idx="2560">0.018678106269626231</cx:pt>
          <cx:pt idx="2561">-0.047447273126467494</cx:pt>
          <cx:pt idx="2562">-0.010575459944101263</cx:pt>
          <cx:pt idx="2563">0.014914354182193508</cx:pt>
          <cx:pt idx="2564">-0.020043324692832827</cx:pt>
          <cx:pt idx="2565">0.029656060420898214</cx:pt>
          <cx:pt idx="2566">-0.00073909963856109517</cx:pt>
          <cx:pt idx="2567">-0.016024587573792271</cx:pt>
          <cx:pt idx="2568">0.014403928713276002</cx:pt>
          <cx:pt idx="2569">-0.0012647483139442905</cx:pt>
          <cx:pt idx="2570">0.0045450878568535566</cx:pt>
          <cx:pt idx="2571">0.017765106742645306</cx:pt>
          <cx:pt idx="2572">0.0036810533602483664</cx:pt>
          <cx:pt idx="2573">-0.024532945342893939</cx:pt>
          <cx:pt idx="2574">-0.0037539768090448797</cx:pt>
          <cx:pt idx="2575">-0.02320207742381445</cx:pt>
          <cx:pt idx="2576">0.0052264867527977666</cx:pt>
          <cx:pt idx="2577">0.0091975158513027625</cx:pt>
          <cx:pt idx="2578">0.0041743880020912423</cx:pt>
          <cx:pt idx="2579">-0.085265487823284039</cx:pt>
          <cx:pt idx="2580">-0.070916295232519924</cx:pt>
          <cx:pt idx="2581">-0.0045177783493282357</cx:pt>
          <cx:pt idx="2582">-0.033094405020133721</cx:pt>
          <cx:pt idx="2583">0.15894605240298759</cx:pt>
          <cx:pt idx="2584">-0.049311850125160317</cx:pt>
          <cx:pt idx="2585">0.032502712062660026</cx:pt>
          <cx:pt idx="2586">0.011008094056086963</cx:pt>
          <cx:pt idx="2587">0.0023675939416983116</cx:pt>
          <cx:pt idx="2588">-0.045470850178046134</cx:pt>
          <cx:pt idx="2589">-0.0031463907213351593</cx:pt>
          <cx:pt idx="2590">-0.028014005832557465</cx:pt>
          <cx:pt idx="2591">0.02791101864714542</cx:pt>
          <cx:pt idx="2592">0.029562295221895164</cx:pt>
          <cx:pt idx="2593">0.029190520520405838</cx:pt>
          <cx:pt idx="2594">0.016877061699773564</cx:pt>
          <cx:pt idx="2595">-0.0034559291373381122</cx:pt>
          <cx:pt idx="2596">0.0028907663874932353</cx:pt>
          <cx:pt idx="2597">0.0040307992614923094</cx:pt>
          <cx:pt idx="2598">0.015275145473895446</cx:pt>
          <cx:pt idx="2599">-0.003458655517529653</cx:pt>
          <cx:pt idx="2600">-0.017204595123627563</cx:pt>
          <cx:pt idx="2601">-0.0031766724022300741</cx:pt>
          <cx:pt idx="2602">0.0058806486663611941</cx:pt>
          <cx:pt idx="2603">0.0064419544812438457</cx:pt>
          <cx:pt idx="2604">0.0017265415404124241</cx:pt>
          <cx:pt idx="2605">0.056589271887275097</cx:pt>
          <cx:pt idx="2606">0.02552854751794735</cx:pt>
          <cx:pt idx="2607">0.0098702260314747058</cx:pt>
          <cx:pt idx="2608">-0.0014659561087511743</cx:pt>
          <cx:pt idx="2609">0.00036943501590750913</cx:pt>
          <cx:pt idx="2610">-0.004593836994279993</cx:pt>
          <cx:pt idx="2611">-0.0071690997252727056</cx:pt>
          <cx:pt idx="2612">-0.019494997281713392</cx:pt>
          <cx:pt idx="2613">5.0482439543155937e-05</cx:pt>
          <cx:pt idx="2614">-0.020040988153742518</cx:pt>
          <cx:pt idx="2615">0.027419356471152227</cx:pt>
          <cx:pt idx="2616">-0.0010503831956980038</cx:pt>
          <cx:pt idx="2617">0.007335381887096766</cx:pt>
          <cx:pt idx="2618">-0.0067449185502235064</cx:pt>
          <cx:pt idx="2619">0.010655860089763255</cx:pt>
          <cx:pt idx="2620">0.015496127271141788</cx:pt>
          <cx:pt idx="2621">0.0014489835563528523</cx:pt>
          <cx:pt idx="2622">-0.0066720571684379436</cx:pt>
          <cx:pt idx="2623">0.012939666093326163</cx:pt>
          <cx:pt idx="2624">-0.0013286967031457097</cx:pt>
          <cx:pt idx="2625">0.0067100363322732393</cx:pt>
          <cx:pt idx="2626">-0.010762280381133346</cx:pt>
          <cx:pt idx="2627">0.011329089938491249</cx:pt>
          <cx:pt idx="2628">-0.012902172494260117</cx:pt>
          <cx:pt idx="2629">0.015417830142587633</cx:pt>
          <cx:pt idx="2630">-0.0089165960572943296</cx:pt>
          <cx:pt idx="2631">0.0062478482001881884</cx:pt>
          <cx:pt idx="2632">0.0068829889232378868</cx:pt>
          <cx:pt idx="2633">0.0047214363097532559</cx:pt>
          <cx:pt idx="2634">0.011702611356685958</cx:pt>
          <cx:pt idx="2635">0.0148035481431474</cx:pt>
          <cx:pt idx="2636">0.0019538280290954122</cx:pt>
          <cx:pt idx="2637">0.0035005117369923994</cx:pt>
          <cx:pt idx="2638">0.012275500487800434</cx:pt>
          <cx:pt idx="2639">-0.0049027935416527096</cx:pt>
          <cx:pt idx="2640">0.020514163073130774</cx:pt>
          <cx:pt idx="2641">0.0093040228930576282</cx:pt>
          <cx:pt idx="2642">-0.012366163627143394</cx:pt>
          <cx:pt idx="2643">0.0050146780921361666</cx:pt>
          <cx:pt idx="2644">0.0089418728118845336</cx:pt>
          <cx:pt idx="2645">0.0052376792074675287</cx:pt>
          <cx:pt idx="2646">-0.0018656732818450206</cx:pt>
          <cx:pt idx="2647">-0.00936087947696943</cx:pt>
          <cx:pt idx="2648">0.014823475652264282</cx:pt>
          <cx:pt idx="2649">0.0034436675056092429</cx:pt>
          <cx:pt idx="2650">0.0042434700706216336</cx:pt>
          <cx:pt idx="2651">0.00034930066995382021</cx:pt>
          <cx:pt idx="2652">0.0019328737941701844</cx:pt>
          <cx:pt idx="2653">-0.0073266604272469397</cx:pt>
          <cx:pt idx="2654">0.0072412020471012122</cx:pt>
          <cx:pt idx="2655">0.0058235640547704874</cx:pt>
          <cx:pt idx="2656">0.0010404781400716206</cx:pt>
          <cx:pt idx="2657">0.0067442338214586915</cx:pt>
          <cx:pt idx="2658">-0.0068041453996314696</cx:pt>
          <cx:pt idx="2659">0.0025570445361285548</cx:pt>
          <cx:pt idx="2660">-0.0070882772071683246</cx:pt>
          <cx:pt idx="2661">-0.023064888852139757</cx:pt>
          <cx:pt idx="2662">0.018192077601414051</cx:pt>
          <cx:pt idx="2663">-0.0057023420132194394</cx:pt>
          <cx:pt idx="2664">0.026469850132665687</cx:pt>
          <cx:pt idx="2665">0.019543564341480815</cx:pt>
          <cx:pt idx="2666">0.027566891372230493</cx:pt>
          <cx:pt idx="2667">-0.0046748808556601271</cx:pt>
          <cx:pt idx="2668">0.011562847277801802</cx:pt>
          <cx:pt idx="2669">0.0025654478822557864</cx:pt>
          <cx:pt idx="2670">-0.00088749726623414942</cx:pt>
          <cx:pt idx="2671">-0.012375909755567169</cx:pt>
          <cx:pt idx="2672">0.0016892796743086572</cx:pt>
          <cx:pt idx="2673">-0.014993620760953548</cx:pt>
          <cx:pt idx="2674">-0.012188443473918812</cx:pt>
          <cx:pt idx="2675">-0.0044832901566402581</cx:pt>
          <cx:pt idx="2676">0.013611311954809392</cx:pt>
          <cx:pt idx="2677">5.5846525768922994e-05</cx:pt>
          <cx:pt idx="2678">0.0092930878013454017</cx:pt>
          <cx:pt idx="2679">0.0037275080211326729</cx:pt>
          <cx:pt idx="2680">0.0064386708578601523</cx:pt>
          <cx:pt idx="2681">-0.015720554379655308</cx:pt>
          <cx:pt idx="2682">-0.012256492931642372</cx:pt>
          <cx:pt idx="2683">0.018119354176111307</cx:pt>
          <cx:pt idx="2684">0.0073098508310103323</cx:pt>
          <cx:pt idx="2685">-0.0035285341424548446</cx:pt>
          <cx:pt idx="2686">0.00093051549019956565</cx:pt>
          <cx:pt idx="2687">-0.0016048178630995802</cx:pt>
          <cx:pt idx="2688">0.012356043760391514</cx:pt>
          <cx:pt idx="2689">0.0076207372242494895</cx:pt>
          <cx:pt idx="2690">0.0097331211285928906</cx:pt>
          <cx:pt idx="2691">0.0089150548853812097</cx:pt>
          <cx:pt idx="2692">-0.0012889712794692415</cx:pt>
          <cx:pt idx="2693">-0.0053048369140462365</cx:pt>
          <cx:pt idx="2694">0.010081655177333284</cx:pt>
          <cx:pt idx="2695">0.016925173527677341</cx:pt>
          <cx:pt idx="2696">0.033813981470707119</cx:pt>
          <cx:pt idx="2697">-0.012069915988963443</cx:pt>
          <cx:pt idx="2698">-0.0081157287157331767</cx:pt>
          <cx:pt idx="2699">0.006391042491829267</cx:pt>
          <cx:pt idx="2700">-0.0026444895086770968</cx:pt>
          <cx:pt idx="2701">0.0055464649311444915</cx:pt>
          <cx:pt idx="2702">0.0091192418088702782</cx:pt>
          <cx:pt idx="2703">0.0096744053639729564</cx:pt>
          <cx:pt idx="2704">0.0069235561385539877</cx:pt>
          <cx:pt idx="2705">-0.00082824715482952838</cx:pt>
          <cx:pt idx="2706">0.0030941975534940049</cx:pt>
          <cx:pt idx="2707">-0.0045297163229620629</cx:pt>
          <cx:pt idx="2708">0.01587519299081426</cx:pt>
          <cx:pt idx="2709">-0.0033519808760242688</cx:pt>
          <cx:pt idx="2710">-0.039491488552289677</cx:pt>
          <cx:pt idx="2711">0.020476291396159592</cx:pt>
          <cx:pt idx="2712">-0.013131640458949653</cx:pt>
          <cx:pt idx="2713">0.0087350546408037199</cx:pt>
          <cx:pt idx="2714">0.0011939703890203688</cx:pt>
          <cx:pt idx="2715">0.0091569472896873751</cx:pt>
          <cx:pt idx="2716">0.019083916293733273</cx:pt>
          <cx:pt idx="2717">-0.0027184127907200297</cx:pt>
          <cx:pt idx="2718">-0.011443165613432461</cx:pt>
          <cx:pt idx="2719">0.0089493279166154207</cx:pt>
          <cx:pt idx="2720">0.017626274059304729</cx:pt>
          <cx:pt idx="2721">0.021528802153153708</cx:pt>
          <cx:pt idx="2722">0.015815695919034999</cx:pt>
          <cx:pt idx="2723">0.010651368829765889</cx:pt>
          <cx:pt idx="2724">-0.0070478611856310313</cx:pt>
          <cx:pt idx="2725">-0.0032455790954763536</cx:pt>
          <cx:pt idx="2726">0.0055406531696139466</cx:pt>
          <cx:pt idx="2727">-0.016563224192047907</cx:pt>
          <cx:pt idx="2728">0.00091936639760160162</cx:pt>
          <cx:pt idx="2729">-0.015208342021722323</cx:pt>
          <cx:pt idx="2730">-0.0043279920489048178</cx:pt>
          <cx:pt idx="2731">0.023628756692820049</cx:pt>
          <cx:pt idx="2732">-0.0017401662169677387</cx:pt>
          <cx:pt idx="2733">0.00126528683914725</cx:pt>
          <cx:pt idx="2734">-0.014699465953599417</cx:pt>
          <cx:pt idx="2735">0.0068038281238585975</cx:pt>
          <cx:pt idx="2736">-0.015477186144612099</cx:pt>
          <cx:pt idx="2737">-0.012746622540146225</cx:pt>
          <cx:pt idx="2738">0.011614482206815088</cx:pt>
          <cx:pt idx="2739">-0.025435535526091513</cx:pt>
          <cx:pt idx="2740">0.0055425286782279795</cx:pt>
          <cx:pt idx="2741">0.022282178192824246</cx:pt>
          <cx:pt idx="2742">-0.0040496064846482754</cx:pt>
          <cx:pt idx="2743">0.010299098400360852</cx:pt>
          <cx:pt idx="2744">0.00041684986970170253</cx:pt>
          <cx:pt idx="2745">0.009568669959174091</cx:pt>
          <cx:pt idx="2746">0.0086038202402272477</cx:pt>
          <cx:pt idx="2747">-0.0061605755058704963</cx:pt>
          <cx:pt idx="2748">-0.0003878098002385296</cx:pt>
          <cx:pt idx="2749">-0.0010661124655260291</cx:pt>
          <cx:pt idx="2750">0.0079388648247129545</cx:pt>
          <cx:pt idx="2751">0.00017307922125338072</cx:pt>
          <cx:pt idx="2752">0.0028558490553997353</cx:pt>
          <cx:pt idx="2753">-0.010306160285900956</cx:pt>
          <cx:pt idx="2754">-0.019224258289339675</cx:pt>
          <cx:pt idx="2755">-0.0083354460085364353</cx:pt>
          <cx:pt idx="2756">0.0026745619816152767</cx:pt>
          <cx:pt idx="2757">-0.022440051417339717</cx:pt>
          <cx:pt idx="2758">0.013003377662058941</cx:pt>
          <cx:pt idx="2759">0.021682913072709187</cx:pt>
          <cx:pt idx="2760">0.0019713605294541</cx:pt>
          <cx:pt idx="2761">0.010527575743490327</cx:pt>
          <cx:pt idx="2762">0.003900386880379986</cx:pt>
          <cx:pt idx="2763">0.0021063538290293908</cx:pt>
          <cx:pt idx="2764">-0.0024399433047685936</cx:pt>
          <cx:pt idx="2765">-0.0025881631064226356</cx:pt>
          <cx:pt idx="2766">-0.0064291229269744215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sz="1200" b="0" i="0" u="none" strike="noStrike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</a:rPr>
              <a:t>Box and Whiskers - </a:t>
            </a:r>
            <a:r>
              <a:rPr lang="en-US" sz="1200" b="0" i="0" u="none" strike="noStrike" baseline="0" dirty="0" err="1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</a:rPr>
              <a:t>Tecnología</a:t>
            </a:r>
            <a:endParaRPr lang="en-US" sz="1200" b="0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endParaRPr>
          </a:p>
        </cx:rich>
      </cx:tx>
    </cx:title>
    <cx:plotArea>
      <cx:plotAreaRegion>
        <cx:series layoutId="boxWhisker" uniqueId="{6E5BAB62-63D8-4330-A932-8FF5ED8E9A3D}">
          <cx:tx>
            <cx:txData>
              <cx:f>'[Datos Sectores Equity (Index review).xlsx]Tecnología'!$AS$7</cx:f>
              <cx:v>Index Return</cx:v>
            </cx:txData>
          </cx:tx>
          <cx:dataId val="0"/>
          <cx:layoutPr>
            <cx:visibility meanLine="1" meanMarker="1" nonoutliers="0" outliers="1"/>
            <cx:statistics quartileMethod="exclusive"/>
          </cx:layoutPr>
        </cx:series>
      </cx:plotAreaRegion>
      <cx:axis id="0" hidden="1">
        <cx:catScaling gapWidth="1"/>
        <cx:tickLabels/>
      </cx:axis>
      <cx:axis id="1">
        <cx:valScaling/>
        <cx:majorGridlines/>
        <cx:tickLabels/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'[Datos Sectores Equity (Index review).xlsx]Consumo Básico'!$AS$8:$AS$2774</cx:f>
        <cx:lvl ptCount="2767" formatCode="General">
          <cx:pt idx="2">-0.0044894610419230659</cx:pt>
          <cx:pt idx="3">0.0038573520246361131</cx:pt>
          <cx:pt idx="4">0.01976814697892346</cx:pt>
          <cx:pt idx="5">0.01533226202146655</cx:pt>
          <cx:pt idx="6">-0.0090134093260177389</cx:pt>
          <cx:pt idx="7">-0.0040221545417620753</cx:pt>
          <cx:pt idx="8">-0.00065130106136017493</cx:pt>
          <cx:pt idx="9">-0.004339137192229287</cx:pt>
          <cx:pt idx="10">0.0012070392720327351</cx:pt>
          <cx:pt idx="11">0.0058024385344729512</cx:pt>
          <cx:pt idx="12">0.0037653456935200069</cx:pt>
          <cx:pt idx="13">0.0021821095487862558</cx:pt>
          <cx:pt idx="14">0.012546032809831043</cx:pt>
          <cx:pt idx="15">-0.009925059258110604</cx:pt>
          <cx:pt idx="16">-0.0021067710481785353</cx:pt>
          <cx:pt idx="17">-0.014540149543282692</cx:pt>
          <cx:pt idx="18">-0.0098392244372053437</cx:pt>
          <cx:pt idx="19">0.0090598623457587221</cx:pt>
          <cx:pt idx="20">-0.02165825668701719</cx:pt>
          <cx:pt idx="21">0.011935662124318408</cx:pt>
          <cx:pt idx="22">0.0065160922434532483</cx:pt>
          <cx:pt idx="23">0.0022282332225142198</cx:pt>
          <cx:pt idx="24">0.0030183148344319856</cx:pt>
          <cx:pt idx="25">-0.0065985431626015513</cx:pt>
          <cx:pt idx="26">-0.0082056286408608119</cx:pt>
          <cx:pt idx="27">0.013594169971477207</cx:pt>
          <cx:pt idx="28">0.0057311578958678345</cx:pt>
          <cx:pt idx="29">0.0023066555928674438</cx:pt>
          <cx:pt idx="30">-0.0054772484222441499</cx:pt>
          <cx:pt idx="31">0.0012036156540701107</cx:pt>
          <cx:pt idx="32">0.0029430506976917794</cx:pt>
          <cx:pt idx="33">-0.0070708564921433265</cx:pt>
          <cx:pt idx="34">0.0019882735407497974</cx:pt>
          <cx:pt idx="35">0.0019692576796161336</cx:pt>
          <cx:pt idx="36">0.0037782570494112864</cx:pt>
          <cx:pt idx="37">-0.0051288960318740268</cx:pt>
          <cx:pt idx="38">0.0025222704587743055</cx:pt>
          <cx:pt idx="39">0.013295296920774288</cx:pt>
          <cx:pt idx="40">0.00065234111665098766</cx:pt>
          <cx:pt idx="41">-0.0049460652633780229</cx:pt>
          <cx:pt idx="42">-0.0085557002538852785</cx:pt>
          <cx:pt idx="43">0.0033730871995267613</cx:pt>
          <cx:pt idx="44">-0.022499847714816255</cx:pt>
          <cx:pt idx="45">0.0034306012533867358</cx:pt>
          <cx:pt idx="46">-0.015522147465648516</cx:pt>
          <cx:pt idx="47">-0.010976097950440382</cx:pt>
          <cx:pt idx="48">0.012169647948177853</cx:pt>
          <cx:pt idx="49">-0.0090420214604850259</cx:pt>
          <cx:pt idx="50">0.012734266651973089</cx:pt>
          <cx:pt idx="51">-0.0061866388886753845</cx:pt>
          <cx:pt idx="52">0.0045380175233983447</cx:pt>
          <cx:pt idx="53">-0.0064426681446665525</cx:pt>
          <cx:pt idx="54">0.01185014385626447</cx:pt>
          <cx:pt idx="55">0.0039685649520921004</cx:pt>
          <cx:pt idx="56">-0.0066807960128295344</cx:pt>
          <cx:pt idx="57">-0.0079950161700530747</cx:pt>
          <cx:pt idx="58">-0.0030635350005583191</cx:pt>
          <cx:pt idx="59">0.0013868736874093545</cx:pt>
          <cx:pt idx="60">0.011719104774470407</cx:pt>
          <cx:pt idx="61">-0.0071123733564959629</cx:pt>
          <cx:pt idx="62">-0.0027295748027982886</cx:pt>
          <cx:pt idx="63">0.0044777299082943986</cx:pt>
          <cx:pt idx="64">0.0083092342484398611</cx:pt>
          <cx:pt idx="65">-0.0034455197956887152</cx:pt>
          <cx:pt idx="66">0.0025250003437775745</cx:pt>
          <cx:pt idx="67">0.00085359468732581275</cx:pt>
          <cx:pt idx="68">0.0010358236528185713</cx:pt>
          <cx:pt idx="69">-0.0049546503968209152</cx:pt>
          <cx:pt idx="70">0.0010476071999643533</cx:pt>
          <cx:pt idx="71">-0.0013609458132519605</cx:pt>
          <cx:pt idx="72">0.0048204483451383031</cx:pt>
          <cx:pt idx="73">-0.0098968400435117086</cx:pt>
          <cx:pt idx="74">0.0058587854284472187</cx:pt>
          <cx:pt idx="75">-0.0020465339489162443</cx:pt>
          <cx:pt idx="76">0.0046138725414551843</cx:pt>
          <cx:pt idx="77">-0.0028594615748099958</cx:pt>
          <cx:pt idx="78">0.0010235662727578071</cx:pt>
          <cx:pt idx="79">-0.0040398523044696127</cx:pt>
          <cx:pt idx="80">-0.0015130422013474782</cx:pt>
          <cx:pt idx="81">-0.0031981449004039788</cx:pt>
          <cx:pt idx="82">-0.002074995885048505</cx:pt>
          <cx:pt idx="83">0.0091978687552297048</cx:pt>
          <cx:pt idx="84">0.0025167558710629452</cx:pt>
          <cx:pt idx="85">-0.007649255334240092</cx:pt>
          <cx:pt idx="86">0.00093504669926911476</cx:pt>
          <cx:pt idx="87">0.0052018569130889633</cx:pt>
          <cx:pt idx="88">0.0024062369882326506</cx:pt>
          <cx:pt idx="89">-0.0029893899482012713</cx:pt>
          <cx:pt idx="90">-0.00057169912302139261</cx:pt>
          <cx:pt idx="91">-0.0023720461135039099</cx:pt>
          <cx:pt idx="92">0.014966888247686142</cx:pt>
          <cx:pt idx="93">0.0042092588761765753</cx:pt>
          <cx:pt idx="94">-0.0034353029980897496</cx:pt>
          <cx:pt idx="95">-0.0098459146615055004</cx:pt>
          <cx:pt idx="96">-0.0018237951203168587</cx:pt>
          <cx:pt idx="97">-0.0013572149668029723</cx:pt>
          <cx:pt idx="98">-0.0047329850406755292</cx:pt>
          <cx:pt idx="99">-0.0080310488826706439</cx:pt>
          <cx:pt idx="100">0.0061148326812095416</cx:pt>
          <cx:pt idx="101">-0.00071569126270754242</cx:pt>
          <cx:pt idx="102">-0.0040306860840176421</cx:pt>
          <cx:pt idx="103">-0.00097401776539511576</cx:pt>
          <cx:pt idx="104">-0.0026220705359375172</cx:pt>
          <cx:pt idx="105">-0.00011901305914559528</cx:pt>
          <cx:pt idx="106">-0.0080873039698081423</cx:pt>
          <cx:pt idx="107">-0.014924406589359354</cx:pt>
          <cx:pt idx="108">-0.00040281766376507717</cx:pt>
          <cx:pt idx="109">0.0033888632506739276</cx:pt>
          <cx:pt idx="110">0.0084756097930050647</cx:pt>
          <cx:pt idx="111">-0.0030369572448330513</cx:pt>
          <cx:pt idx="112">-0.0033983590203600163</cx:pt>
          <cx:pt idx="113">-0.0092520503541427962</cx:pt>
          <cx:pt idx="114">0.012265754362956287</cx:pt>
          <cx:pt idx="115">0.0055608886640490093</cx:pt>
          <cx:pt idx="116">0.0088546816563199651</cx:pt>
          <cx:pt idx="117">-0.0027220048545893599</cx:pt>
          <cx:pt idx="118">0.0022615864622605201</cx:pt>
          <cx:pt idx="119">-0.0050399820099752976</cx:pt>
          <cx:pt idx="120">-0.0034752039649964201</cx:pt>
          <cx:pt idx="121">-0.00030420758857332373</cx:pt>
          <cx:pt idx="122">0.0029102855225319733</cx:pt>
          <cx:pt idx="123">-0.013977027626633172</cx:pt>
          <cx:pt idx="124">-0.0014139297144936014</cx:pt>
          <cx:pt idx="125">0.010964678120228378</cx:pt>
          <cx:pt idx="126">-0.00067125669725717286</cx:pt>
          <cx:pt idx="127">0.003164227765319385</cx:pt>
          <cx:pt idx="128">0.019949216487425384</cx:pt>
          <cx:pt idx="129">-0.010381645718789755</cx:pt>
          <cx:pt idx="130">-0.0030951660487028385</cx:pt>
          <cx:pt idx="131">0.0081854803107219709</cx:pt>
          <cx:pt idx="132">0.0090666910299036802</cx:pt>
          <cx:pt idx="133">0.0036597079131835283</cx:pt>
          <cx:pt idx="134">-0.0034466047356583682</cx:pt>
          <cx:pt idx="135">0.010203122915229949</cx:pt>
          <cx:pt idx="136">-0.0015136990902123964</cx:pt>
          <cx:pt idx="137">0.0019237104501591002</cx:pt>
          <cx:pt idx="138">-0.0024408827632041294</cx:pt>
          <cx:pt idx="139">0.0024295858100268266</cx:pt>
          <cx:pt idx="140">-0.0031615909813237863</cx:pt>
          <cx:pt idx="141">-0.0064471842288241071</cx:pt>
          <cx:pt idx="142">-5.7766884312210673e-05</cx:pt>
          <cx:pt idx="143">0.0091421207633571762</cx:pt>
          <cx:pt idx="144">0.0017085532995693225</cx:pt>
          <cx:pt idx="145">0.00073426467387063279</cx:pt>
          <cx:pt idx="146">0.00094595578837992217</cx:pt>
          <cx:pt idx="147">0.0055962371562259822</cx:pt>
          <cx:pt idx="148">-4.5814092051262411e-06</cx:pt>
          <cx:pt idx="149">0.010371088662878692</cx:pt>
          <cx:pt idx="150">-0.0057818569383305896</cx:pt>
          <cx:pt idx="151">-0.0067366432867362923</cx:pt>
          <cx:pt idx="152">0.0020000231660322783</cx:pt>
          <cx:pt idx="153">-0.0022653817903054165</cx:pt>
          <cx:pt idx="154">0.0022764161696200813</cx:pt>
          <cx:pt idx="155">-0.0025222825954456548</cx:pt>
          <cx:pt idx="156">0.0036527797404565733</cx:pt>
          <cx:pt idx="157">-0.0017021857061392603</cx:pt>
          <cx:pt idx="158">-0.0098870876525165869</cx:pt>
          <cx:pt idx="159">-0.012808295261778343</cx:pt>
          <cx:pt idx="160">-0.0083586398175419831</cx:pt>
          <cx:pt idx="161">-0.024338244965798311</cx:pt>
          <cx:pt idx="162">-0.034765465406958872</cx:pt>
          <cx:pt idx="163">-0.012428354215941762</cx:pt>
          <cx:pt idx="164">0.027556407805965299</cx:pt>
          <cx:pt idx="165">0.01349305205723377</cx:pt>
          <cx:pt idx="166">-0.00266186306952224</cx:pt>
          <cx:pt idx="167">-0.0067161044531795144</cx:pt>
          <cx:pt idx="168">-0.021287686824923952</cx:pt>
          <cx:pt idx="169">0.013183102387058963</cx:pt>
          <cx:pt idx="170">0.0077023966203537998</cx:pt>
          <cx:pt idx="171">-0.016940553191204879</cx:pt>
          <cx:pt idx="172">0.022011291535374969</cx:pt>
          <cx:pt idx="173">-0.018514147987821458</cx:pt>
          <cx:pt idx="174">-0.0012519621690856686</cx:pt>
          <cx:pt idx="175">0.0016966731018060871</cx:pt>
          <cx:pt idx="176">-0.0040672542911420854</cx:pt>
          <cx:pt idx="177">0.012080056937823616</cx:pt>
          <cx:pt idx="178">0.010764978846427018</cx:pt>
          <cx:pt idx="179">0.0019006180958225484</cx:pt>
          <cx:pt idx="180">-0.011494719745494143</cx:pt>
          <cx:pt idx="181">0.0068346018906392048</cx:pt>
          <cx:pt idx="182">-0.0095925119235420499</cx:pt>
          <cx:pt idx="183">0.0018241370305433283</cx:pt>
          <cx:pt idx="184">0.0052965680170068176</cx:pt>
          <cx:pt idx="185">0.0075081990801701554</cx:pt>
          <cx:pt idx="186">-0.010614174485743231</cx:pt>
          <cx:pt idx="187">6.4949708484514672e-05</cx:pt>
          <cx:pt idx="188">0.010839644200423996</cx:pt>
          <cx:pt idx="189">-0.0030503147646629325</cx:pt>
          <cx:pt idx="190">0.01212672063531706</cx:pt>
          <cx:pt idx="191">0.01486376061368028</cx:pt>
          <cx:pt idx="192">-0.0025647102402177398</cx:pt>
          <cx:pt idx="193">0.0097757069877433579</cx:pt>
          <cx:pt idx="194">0.011537673773440092</cx:pt>
          <cx:pt idx="195">0.0010840071841612333</cx:pt>
          <cx:pt idx="196">0.0019482100755382863</cx:pt>
          <cx:pt idx="197">-0.0068212368196328256</cx:pt>
          <cx:pt idx="198">-0.025122852320370627</cx:pt>
          <cx:pt idx="199">0.0032174407327281722</cx:pt>
          <cx:pt idx="200">0.0071094738918356191</cx:pt>
          <cx:pt idx="201">0.0046250369807822496</cx:pt>
          <cx:pt idx="202">0.0016648185289883655</cx:pt>
          <cx:pt idx="203">-0.0030406211703528333</cx:pt>
          <cx:pt idx="204">0.019489665703454766</cx:pt>
          <cx:pt idx="205">-0.0031212273335058283</cx:pt>
          <cx:pt idx="206">0.00027467767407422724</cx:pt>
          <cx:pt idx="207">-0.0039374702374902577</cx:pt>
          <cx:pt idx="208">0.00051847472390165563</cx:pt>
          <cx:pt idx="209">0.00018425241303819488</cx:pt>
          <cx:pt idx="210">-0.010512579944940596</cx:pt>
          <cx:pt idx="211">0.0022858245097978503</cx:pt>
          <cx:pt idx="212">-0.0026956663000317527</cx:pt>
          <cx:pt idx="213">-0.0027196952542777862</cx:pt>
          <cx:pt idx="214">0.0010414378488927919</cx:pt>
          <cx:pt idx="215">-0.00035307118178790997</cx:pt>
          <cx:pt idx="216">-0.0067290357672229496</cx:pt>
          <cx:pt idx="217">0.0039130638494085804</cx:pt>
          <cx:pt idx="218">-0.0019149696084243065</cx:pt>
          <cx:pt idx="219">-0.013346394701646178</cx:pt>
          <cx:pt idx="220">-0.0082580824872724792</cx:pt>
          <cx:pt idx="221">0.016662075807768777</cx:pt>
          <cx:pt idx="222">0.0041966769473620212</cx:pt>
          <cx:pt idx="223">0.014716645291632847</cx:pt>
          <cx:pt idx="224">0.0054703728920670941</cx:pt>
          <cx:pt idx="225">-0.0093878459306947441</cx:pt>
          <cx:pt idx="226">0.0067619948747626316</cx:pt>
          <cx:pt idx="227">0.0013308084121494482</cx:pt>
          <cx:pt idx="228">0.0017630203303063534</cx:pt>
          <cx:pt idx="229">8.5872807738355105e-05</cx:pt>
          <cx:pt idx="230">-0.011913448717886023</cx:pt>
          <cx:pt idx="231">0.007881929273016999</cx:pt>
          <cx:pt idx="232">-0.0069976032057921609</cx:pt>
          <cx:pt idx="233">-0.0042205692636586674</cx:pt>
          <cx:pt idx="234">0.022642303351379102</cx:pt>
          <cx:pt idx="235">0.00060460144131599782</cx:pt>
          <cx:pt idx="236">-0.0049380531772326569</cx:pt>
          <cx:pt idx="237">-0.010294848217325412</cx:pt>
          <cx:pt idx="238">0.0028237296539631437</cx:pt>
          <cx:pt idx="239">-0.01109382735094004</cx:pt>
          <cx:pt idx="240">0.011487361647155237</cx:pt>
          <cx:pt idx="241">0.005700819089538102</cx:pt>
          <cx:pt idx="242">0.016955385167245592</cx:pt>
          <cx:pt idx="243">-0.013118167510548387</cx:pt>
          <cx:pt idx="244">-0.019307986260194025</cx:pt>
          <cx:pt idx="245">0.010492476281280902</cx:pt>
          <cx:pt idx="246">0.010254906006468613</cx:pt>
          <cx:pt idx="247">0.0096314500132964661</cx:pt>
          <cx:pt idx="248">-0.0022622911796872005</cx:pt>
          <cx:pt idx="249">-0.0016766878268679453</cx:pt>
          <cx:pt idx="250">0.010399384617301156</cx:pt>
          <cx:pt idx="251">-0.0020798389383237365</cx:pt>
          <cx:pt idx="252">-0.010438982285688585</cx:pt>
          <cx:pt idx="253">-0.012513815131081508</cx:pt>
          <cx:pt idx="254">0.011544886357680187</cx:pt>
          <cx:pt idx="255">0.00012200151317820962</cx:pt>
          <cx:pt idx="256">-0.010731527368171519</cx:pt>
          <cx:pt idx="257">-0.01099090402925143</cx:pt>
          <cx:pt idx="258">0.01147895094993479</cx:pt>
          <cx:pt idx="259">0.0022332149245719623</cx:pt>
          <cx:pt idx="260">-0.019375211744374791</cx:pt>
          <cx:pt idx="261">0.0072626845008508575</cx:pt>
          <cx:pt idx="262">-0.015961628676113674</cx:pt>
          <cx:pt idx="263">0.016996667006511579</cx:pt>
          <cx:pt idx="264">-0.020338852803109091</cx:pt>
          <cx:pt idx="265">0.0051882761624855349</cx:pt>
          <cx:pt idx="266">0.017962515555025749</cx:pt>
          <cx:pt idx="267">-0.0046511598106451224</cx:pt>
          <cx:pt idx="268">0.0095071477249801407</cx:pt>
          <cx:pt idx="269">-0.0011963632908599511</cx:pt>
          <cx:pt idx="270">0.0089760293926085082</cx:pt>
          <cx:pt idx="271">0.02172689711872863</cx:pt>
          <cx:pt idx="272">0.0017298579790938498</cx:pt>
          <cx:pt idx="273">-0.010905790391202897</cx:pt>
          <cx:pt idx="274">-0.008848974654489649</cx:pt>
          <cx:pt idx="275">-0.010460226716232738</cx:pt>
          <cx:pt idx="276">-6.1076300510510325e-05</cx:pt>
          <cx:pt idx="277">-0.0040165415808796311</cx:pt>
          <cx:pt idx="278">0.0033305631346788756</cx:pt>
          <cx:pt idx="279">-0.0038633563501492777</cx:pt>
          <cx:pt idx="280">-0.0070038131051248067</cx:pt>
          <cx:pt idx="281">0.013355448238972291</cx:pt>
          <cx:pt idx="282">0.0067533691122847088</cx:pt>
          <cx:pt idx="283">0.0081768573287227132</cx:pt>
          <cx:pt idx="284">-0.0057844641844454108</cx:pt>
          <cx:pt idx="285">0.0027716616838129246</cx:pt>
          <cx:pt idx="286">0.0073344398274267156</cx:pt>
          <cx:pt idx="287">0.0019696470435758826</cx:pt>
          <cx:pt idx="288">0.0061427888500750769</cx:pt>
          <cx:pt idx="289">0.011959475871515392</cx:pt>
          <cx:pt idx="290">-0.019594813871027548</cx:pt>
          <cx:pt idx="291">-0.0059197200501661653</cx:pt>
          <cx:pt idx="292">0.011313589372111047</cx:pt>
          <cx:pt idx="293">-0.00052848239018263342</cx:pt>
          <cx:pt idx="294">0.0063761364922015999</cx:pt>
          <cx:pt idx="295">0.0074896825038776316</cx:pt>
          <cx:pt idx="296">-0.0024151849404340253</cx:pt>
          <cx:pt idx="297">0.0031276690042553981</cx:pt>
          <cx:pt idx="298">0.0049296260849050477</cx:pt>
          <cx:pt idx="299">0.0014260967854177427</cx:pt>
          <cx:pt idx="300">9.0438337754153995e-05</cx:pt>
          <cx:pt idx="301">-0.0016992629823848204</cx:pt>
          <cx:pt idx="302">0.0011630834887055043</cx:pt>
          <cx:pt idx="303">0.0020404221072859883</cx:pt>
          <cx:pt idx="304">0.0029115314594289122</cx:pt>
          <cx:pt idx="305">-0.0034951313366786423</cx:pt>
          <cx:pt idx="306">0.0036320067227496502</cx:pt>
          <cx:pt idx="307">-0.0078547797081561996</cx:pt>
          <cx:pt idx="308">-0.00088645205275751139</cx:pt>
          <cx:pt idx="309">-0.00071675771169115365</cx:pt>
          <cx:pt idx="310">0.0033960024285860169</cx:pt>
          <cx:pt idx="311">0.0070923663871109823</cx:pt>
          <cx:pt idx="312">0.0065982613445796255</cx:pt>
          <cx:pt idx="313">-0.004475356602496209</cx:pt>
          <cx:pt idx="314">0.012452987727949285</cx:pt>
          <cx:pt idx="315">0.00038708826938136845</cx:pt>
          <cx:pt idx="316">-0.0047625920514314879</cx:pt>
          <cx:pt idx="317">0.0077125548006829938</cx:pt>
          <cx:pt idx="318">-0.0089425728314720832</cx:pt>
          <cx:pt idx="319">0.0058937945457801068</cx:pt>
          <cx:pt idx="320">-0.00792170868706309</cx:pt>
          <cx:pt idx="321">0.0085062769260928015</cx:pt>
          <cx:pt idx="322">-0.0053784767649821194</cx:pt>
          <cx:pt idx="323">-0.0062122504246216103</cx:pt>
          <cx:pt idx="324">0.0061165593371052349</cx:pt>
          <cx:pt idx="325">0.0053260736765075086</cx:pt>
          <cx:pt idx="326">0.0016405442142194133</cx:pt>
          <cx:pt idx="327">-0.017019319660808926</cx:pt>
          <cx:pt idx="328">-0.016215428276660355</cx:pt>
          <cx:pt idx="329">0.0057628218954213486</cx:pt>
          <cx:pt idx="330">0.0075746895050269594</cx:pt>
          <cx:pt idx="331">-0.0040558562601969734</cx:pt>
          <cx:pt idx="332">0.0059211852878535004</cx:pt>
          <cx:pt idx="333">0.0012058666474028545</cx:pt>
          <cx:pt idx="334">0.0023616352468985428</cx:pt>
          <cx:pt idx="335">0.012688232440852617</cx:pt>
          <cx:pt idx="336">-0.0049223416414742819</cx:pt>
          <cx:pt idx="337">0.0024356921344497245</cx:pt>
          <cx:pt idx="338">-0.00062449579497350204</cx:pt>
          <cx:pt idx="339">0.0079863916098993244</cx:pt>
          <cx:pt idx="340">0.0050638153947396743</cx:pt>
          <cx:pt idx="341">0.0096019397462250074</cx:pt>
          <cx:pt idx="342">-0.013386104540104565</cx:pt>
          <cx:pt idx="343">0.0058496186976873792</cx:pt>
          <cx:pt idx="344">-0.015539108148962245</cx:pt>
          <cx:pt idx="345">0.0079437174831024811</cx:pt>
          <cx:pt idx="346">-0.016731413573164409</cx:pt>
          <cx:pt idx="347">-0.012831437204613457</cx:pt>
          <cx:pt idx="348">0.022381775500539533</cx:pt>
          <cx:pt idx="349">-0.001270664303074404</cx:pt>
          <cx:pt idx="350">-0.00041342593307417975</cx:pt>
          <cx:pt idx="351">0.010957831263536255</cx:pt>
          <cx:pt idx="352">0.0020880561841504462</cx:pt>
          <cx:pt idx="353">0.0039015386925282734</cx:pt>
          <cx:pt idx="354">0.0018364144276546799</cx:pt>
          <cx:pt idx="355">-0.0036608982703380372</cx:pt>
          <cx:pt idx="356">0.0051309926818777557</cx:pt>
          <cx:pt idx="357">0.0029730078512746751</cx:pt>
          <cx:pt idx="358">0.0055676497194709256</cx:pt>
          <cx:pt idx="359">0.002204598423165797</cx:pt>
          <cx:pt idx="360">-0.00081139068795572239</cx:pt>
          <cx:pt idx="361">0.0042834014822424049</cx:pt>
          <cx:pt idx="362">0.0023365972961099783</cx:pt>
          <cx:pt idx="363">-0.00023863949936577802</cx:pt>
          <cx:pt idx="364">-0.012455436839170478</cx:pt>
          <cx:pt idx="365">0.0035058917270009361</cx:pt>
          <cx:pt idx="366">-0.0011241721130063956</cx:pt>
          <cx:pt idx="367">0.0067383128801500759</cx:pt>
          <cx:pt idx="368">-0.0050538540678077282</cx:pt>
          <cx:pt idx="369">0.0031397367132738473</cx:pt>
          <cx:pt idx="370">0.0043103055338205697</cx:pt>
          <cx:pt idx="371">-0.0008070787541887036</cx:pt>
          <cx:pt idx="372">0.0062791248348845136</cx:pt>
          <cx:pt idx="373">-0.020942321630121045</cx:pt>
          <cx:pt idx="374">-0.0044319258200564765</cx:pt>
          <cx:pt idx="375">0.0058014406024084267</cx:pt>
          <cx:pt idx="376">0.012183765607642755</cx:pt>
          <cx:pt idx="377">0.021090757470893708</cx:pt>
          <cx:pt idx="378">-0.0034475334774903481</cx:pt>
          <cx:pt idx="379">0.0049687615288459231</cx:pt>
          <cx:pt idx="380">0.002015564167046722</cx:pt>
          <cx:pt idx="381">-0.00078420092880624468</cx:pt>
          <cx:pt idx="382">0.0089560498545837169</cx:pt>
          <cx:pt idx="383">0.0013525821529836806</cx:pt>
          <cx:pt idx="384">-0.0049858588369038519</cx:pt>
          <cx:pt idx="385">0.0034033890981712404</cx:pt>
          <cx:pt idx="386">0.00031696012737491251</cx:pt>
          <cx:pt idx="387">-0.00037904503635000395</cx:pt>
          <cx:pt idx="388">-0.0029199724444019313</cx:pt>
          <cx:pt idx="389">-0.00052882296211928428</cx:pt>
          <cx:pt idx="390">-0.0031397498029846677</cx:pt>
          <cx:pt idx="391">-0.0021563048947773711</cx:pt>
          <cx:pt idx="392">0.0043232023899229168</cx:pt>
          <cx:pt idx="393">0.00097200810130375543</cx:pt>
          <cx:pt idx="394">-0.0077725978959964298</cx:pt>
          <cx:pt idx="395">-0.015899314468761031</cx:pt>
          <cx:pt idx="396">0.0048008274655559138</cx:pt>
          <cx:pt idx="397">0.0029969015381320768</cx:pt>
          <cx:pt idx="398">0.0020020218914861628</cx:pt>
          <cx:pt idx="399">-0.0042426302285666177</cx:pt>
          <cx:pt idx="400">-0.0046328204437605415</cx:pt>
          <cx:pt idx="401">0.00031658366366764081</cx:pt>
          <cx:pt idx="402">0.0048990822883812016</cx:pt>
          <cx:pt idx="403">-0.0031828272852975751</cx:pt>
          <cx:pt idx="404">0.0018656787099132408</cx:pt>
          <cx:pt idx="405">0.0040622594508688019</cx:pt>
          <cx:pt idx="406">-0.00055064225559628953</cx:pt>
          <cx:pt idx="407">0.0020117902883860519</cx:pt>
          <cx:pt idx="408">-0.0026072670416492829</cx:pt>
          <cx:pt idx="409">-0.0051050178232236645</cx:pt>
          <cx:pt idx="410">0.0036735820847699722</cx:pt>
          <cx:pt idx="411">0.0056966974718430886</cx:pt>
          <cx:pt idx="412">-0.006622075594091538</cx:pt>
          <cx:pt idx="413">-0.0013284628958412684</cx:pt>
          <cx:pt idx="414">-0.0015452268802271143</cx:pt>
          <cx:pt idx="415">-0.00069589046260167941</cx:pt>
          <cx:pt idx="416">-0.0034795860571483674</cx:pt>
          <cx:pt idx="417">-0.0033387220520287725</cx:pt>
          <cx:pt idx="418">0.0038064553602442687</cx:pt>
          <cx:pt idx="419">0.00029080783741747604</cx:pt>
          <cx:pt idx="420">0.0016368717227631772</cx:pt>
          <cx:pt idx="421">0.0027972089857990282</cx:pt>
          <cx:pt idx="422">0.0030188976373040147</cx:pt>
          <cx:pt idx="423">0.0044484011793672262</cx:pt>
          <cx:pt idx="424">-0.010043822244573626</cx:pt>
          <cx:pt idx="425">-0.00283199793420532</cx:pt>
          <cx:pt idx="426">-0.028654926382650214</cx:pt>
          <cx:pt idx="427">0.022754876797358312</cx:pt>
          <cx:pt idx="428">-0.015494225059240831</cx:pt>
          <cx:pt idx="429">-0.0020817740126411392</cx:pt>
          <cx:pt idx="430">0.0099298526749796116</cx:pt>
          <cx:pt idx="431">-0.0013063426709139876</cx:pt>
          <cx:pt idx="432">-0.0016248593985997563</cx:pt>
          <cx:pt idx="433">0.0018589207043385528</cx:pt>
          <cx:pt idx="434">0.0032693623576167813</cx:pt>
          <cx:pt idx="435">0.0081522338803488286</cx:pt>
          <cx:pt idx="436">-0.0041472907956312541</cx:pt>
          <cx:pt idx="437">-0.0098444512208772875</cx:pt>
          <cx:pt idx="438">0.0074052613974721956</cx:pt>
          <cx:pt idx="439">-0.00096508543548686301</cx:pt>
          <cx:pt idx="440">-0.0097485386154913499</cx:pt>
          <cx:pt idx="441">0.012790899754366005</cx:pt>
          <cx:pt idx="442">-0.0050712715294120754</cx:pt>
          <cx:pt idx="443">-0.0078210939173576736</cx:pt>
          <cx:pt idx="444">-0.0018880478655775776</cx:pt>
          <cx:pt idx="445">-0.0053379654416066576</cx:pt>
          <cx:pt idx="446">-0.0021666514362538715</cx:pt>
          <cx:pt idx="447">-0.0026127649742836608</cx:pt>
          <cx:pt idx="448">-0.0075207470947107153</cx:pt>
          <cx:pt idx="449">0.0040318959338627421</cx:pt>
          <cx:pt idx="450">0.00080791157076633602</cx:pt>
          <cx:pt idx="451">0.00071835869398635742</cx:pt>
          <cx:pt idx="452">-0.0029900785072577468</cx:pt>
          <cx:pt idx="453">0.0057180940635836114</cx:pt>
          <cx:pt idx="454">-0.0039556002264983106</cx:pt>
          <cx:pt idx="455">-0.0033308305884905431</cx:pt>
          <cx:pt idx="456">0.0025298009893085457</cx:pt>
          <cx:pt idx="457">0.010607037149160453</cx:pt>
          <cx:pt idx="458">0.0042863996777969746</cx:pt>
          <cx:pt idx="459">0.0032672135200028296</cx:pt>
          <cx:pt idx="460">-0.0050901908311362072</cx:pt>
          <cx:pt idx="461">0.0084871187674660144</cx:pt>
          <cx:pt idx="462">0.00049004936760039337</cx:pt>
          <cx:pt idx="463">-0.007139221628949974</cx:pt>
          <cx:pt idx="464">-0.0013605811184711171</cx:pt>
          <cx:pt idx="465">-0.0042180189519980442</cx:pt>
          <cx:pt idx="466">-0.012425095852521858</cx:pt>
          <cx:pt idx="467">0.016613941548497421</cx:pt>
          <cx:pt idx="468">0.011371064361750154</cx:pt>
          <cx:pt idx="469">-0.013968419745162714</cx:pt>
          <cx:pt idx="470">-0.027821972144460774</cx:pt>
          <cx:pt idx="471">-0.002590217173572201</cx:pt>
          <cx:pt idx="472">-0.0067784679070214543</cx:pt>
          <cx:pt idx="473">0.010438695575015077</cx:pt>
          <cx:pt idx="474">0.0016823347989493066</cx:pt>
          <cx:pt idx="475">-0.0059718225520844371</cx:pt>
          <cx:pt idx="476">-0.0057952419617527586</cx:pt>
          <cx:pt idx="477">0.01150083656592976</cx:pt>
          <cx:pt idx="478">0.0082256255571803924</cx:pt>
          <cx:pt idx="479">-0.0045240165673577316</cx:pt>
          <cx:pt idx="480">0.008390106681043414</cx:pt>
          <cx:pt idx="481">0.0011818770822494735</cx:pt>
          <cx:pt idx="482">-0.0015138235010646775</cx:pt>
          <cx:pt idx="483">-0.018523330994690536</cx:pt>
          <cx:pt idx="484">-0.0062266850177127887</cx:pt>
          <cx:pt idx="485">0.0072780967619481066</cx:pt>
          <cx:pt idx="486">-0.0018304829185759408</cx:pt>
          <cx:pt idx="487">0.0012420876009598175</cx:pt>
          <cx:pt idx="488">0.0145795971906423</cx:pt>
          <cx:pt idx="489">-0.0073872577940951849</cx:pt>
          <cx:pt idx="490">0.01156914213329994</cx:pt>
          <cx:pt idx="491">0.010151095410236599</cx:pt>
          <cx:pt idx="492">0.0039546671146051295</cx:pt>
          <cx:pt idx="493">-0.010413619836778991</cx:pt>
          <cx:pt idx="494">0.0078295127545232306</cx:pt>
          <cx:pt idx="495">0.0023346445060182844</cx:pt>
          <cx:pt idx="496">0.0026805824015440237</cx:pt>
          <cx:pt idx="497">-0.0019342739554346242</cx:pt>
          <cx:pt idx="498">0.0016375275623784985</cx:pt>
          <cx:pt idx="499">-0.003570640310444045</cx:pt>
          <cx:pt idx="500">0.0010508610891797831</cx:pt>
          <cx:pt idx="501">-9.7209901704563783e-05</cx:pt>
          <cx:pt idx="502">-0.0061558577269349686</cx:pt>
          <cx:pt idx="503">0.0030791712898167183</cx:pt>
          <cx:pt idx="504">-0.0050404413921129633</cx:pt>
          <cx:pt idx="505">0.0031786727353039653</cx:pt>
          <cx:pt idx="506">0.0020533970800159815</cx:pt>
          <cx:pt idx="507">0.0039146672868763076</cx:pt>
          <cx:pt idx="508">-0.0026571095982643382</cx:pt>
          <cx:pt idx="509">-0.0061819982049425171</cx:pt>
          <cx:pt idx="510">-0.0091499582241659112</cx:pt>
          <cx:pt idx="511">0.0044583893094772625</cx:pt>
          <cx:pt idx="512">-0.0036983560588975412</cx:pt>
          <cx:pt idx="513">-0.0016485744172006164</cx:pt>
          <cx:pt idx="514">0.011669134527267843</cx:pt>
          <cx:pt idx="515">0.0011677726794242079</cx:pt>
          <cx:pt idx="516">-0.0039830934942552288</cx:pt>
          <cx:pt idx="517">0.0075323709024735777</cx:pt>
          <cx:pt idx="518">-0.0020539542244773779</cx:pt>
          <cx:pt idx="519">0.0081035277981757695</cx:pt>
          <cx:pt idx="520">-0.001409544499286362</cx:pt>
          <cx:pt idx="521">-0.005191330716931385</cx:pt>
          <cx:pt idx="522">-0.0092928446523218734</cx:pt>
          <cx:pt idx="523">0.0036045568411049085</cx:pt>
          <cx:pt idx="524">0.003000972097350672</cx:pt>
          <cx:pt idx="525">-0.0061648293352829092</cx:pt>
          <cx:pt idx="526">0.0072739454432800693</cx:pt>
          <cx:pt idx="527">0.004077948730422153</cx:pt>
          <cx:pt idx="528">-0.0029363094035138098</cx:pt>
          <cx:pt idx="529">0.0078670167277981491</cx:pt>
          <cx:pt idx="530">0.0072648732628228553</cx:pt>
          <cx:pt idx="531">0.0035926837772195085</cx:pt>
          <cx:pt idx="532">-0.0051927229273005604</cx:pt>
          <cx:pt idx="533">-0.0012145254152253855</cx:pt>
          <cx:pt idx="534">0.0019691582761054722</cx:pt>
          <cx:pt idx="535">0.0065379754596961584</cx:pt>
          <cx:pt idx="536">-0.00082623878638144767</cx:pt>
          <cx:pt idx="537">0.0029788421045127897</cx:pt>
          <cx:pt idx="538">0.019538233856144539</cx:pt>
          <cx:pt idx="539">0.00014469779172437419</cx:pt>
          <cx:pt idx="540">0.0021379224639571986</cx:pt>
          <cx:pt idx="541">0.0051162887321435377</cx:pt>
          <cx:pt idx="542">-0.0093667914846097579</cx:pt>
          <cx:pt idx="543">-0.00016617451472129174</cx:pt>
          <cx:pt idx="544">0.0027577277850345211</cx:pt>
          <cx:pt idx="545">0.0091682463046072419</cx:pt>
          <cx:pt idx="546">-0.0029315909790604807</cx:pt>
          <cx:pt idx="547">-0.0046802980342902107</cx:pt>
          <cx:pt idx="548">-0.0015154695295490968</cx:pt>
          <cx:pt idx="549">-0.001019956937124927</cx:pt>
          <cx:pt idx="550">0.0027877115579723463</cx:pt>
          <cx:pt idx="551">0.0039268273030398223</cx:pt>
          <cx:pt idx="552">-0.0018874367272972634</cx:pt>
          <cx:pt idx="553">-4.6951033988036362e-05</cx:pt>
          <cx:pt idx="554">0.006591574109358597</cx:pt>
          <cx:pt idx="555">0.00050998938118673363</cx:pt>
          <cx:pt idx="556">-0.0039049624881701303</cx:pt>
          <cx:pt idx="557">0.0016137664485464545</cx:pt>
          <cx:pt idx="558">0.00017848533252539807</cx:pt>
          <cx:pt idx="559">-0.00044698813419199698</cx:pt>
          <cx:pt idx="560">-0.0046647306327796028</cx:pt>
          <cx:pt idx="561">-0.003292690353375656</cx:pt>
          <cx:pt idx="562">9.6971928458777638e-05</cx:pt>
          <cx:pt idx="563">0.0044065554154620323</cx:pt>
          <cx:pt idx="564">0.001565770497198812</cx:pt>
          <cx:pt idx="565">-0.0013099376340392965</cx:pt>
          <cx:pt idx="566">-0.0017305452045606655</cx:pt>
          <cx:pt idx="567">-0.0015569745032271291</cx:pt>
          <cx:pt idx="568">0.0046525499559809669</cx:pt>
          <cx:pt idx="569">-0.0003500174917382379</cx:pt>
          <cx:pt idx="570">-0.002031977774376496</cx:pt>
          <cx:pt idx="571">0.0058066765282590114</cx:pt>
          <cx:pt idx="572">0.0019905161891734871</cx:pt>
          <cx:pt idx="573">0.00020496259616696431</cx:pt>
          <cx:pt idx="574">0.0042556710686030147</cx:pt>
          <cx:pt idx="575">-0.0060796439436126143</cx:pt>
          <cx:pt idx="576">0.0061603940392366561</cx:pt>
          <cx:pt idx="577">0.0065942318122086986</cx:pt>
          <cx:pt idx="578">-0.004610724523418471</cx:pt>
          <cx:pt idx="579">-2.9682449883514534e-06</cx:pt>
          <cx:pt idx="580">-0.0014467935385292599</cx:pt>
          <cx:pt idx="581">0.0072135500153782369</cx:pt>
          <cx:pt idx="582">0.0014855337631270397</cx:pt>
          <cx:pt idx="583">-0.0055234721785662882</cx:pt>
          <cx:pt idx="584">-0.0019094752647182394</cx:pt>
          <cx:pt idx="585">-0.00016816680948111894</cx:pt>
          <cx:pt idx="586">-0.0060569449649775483</cx:pt>
          <cx:pt idx="587">-0.00095635954186924874</cx:pt>
          <cx:pt idx="588">0.0042194950867878783</cx:pt>
          <cx:pt idx="589">0.0065543570028031711</cx:pt>
          <cx:pt idx="590">0.0034415112958301841</cx:pt>
          <cx:pt idx="591">-0.00065508499914460918</cx:pt>
          <cx:pt idx="592">-0.0028271273527961322</cx:pt>
          <cx:pt idx="593">-0.00058572528206816531</cx:pt>
          <cx:pt idx="594">-7.2504654088562971e-05</cx:pt>
          <cx:pt idx="595">-0.0010729760027927665</cx:pt>
          <cx:pt idx="596">0.0062210206929564664</cx:pt>
          <cx:pt idx="597">-0.0040566829990679601</cx:pt>
          <cx:pt idx="598">0.00019233736793804407</cx:pt>
          <cx:pt idx="599">0.0059469287417156886</cx:pt>
          <cx:pt idx="600">0.0094506820325839149</cx:pt>
          <cx:pt idx="601">0.0051430949976059648</cx:pt>
          <cx:pt idx="602">0.0019506350893087872</cx:pt>
          <cx:pt idx="603">0.0053670910551678356</cx:pt>
          <cx:pt idx="604">0.009037779614694581</cx:pt>
          <cx:pt idx="605">0.0011196826667738378</cx:pt>
          <cx:pt idx="606">0.001466256647908437</cx:pt>
          <cx:pt idx="607">0.003056527292417165</cx:pt>
          <cx:pt idx="608">0.0071567890661226119</cx:pt>
          <cx:pt idx="609">0.0020963148648122901</cx:pt>
          <cx:pt idx="610">0.0019950190857595815</cx:pt>
          <cx:pt idx="611">-0.0046867961341079869</cx:pt>
          <cx:pt idx="612">-0.00063955450077771386</cx:pt>
          <cx:pt idx="613">-0.0073758702448407315</cx:pt>
          <cx:pt idx="614">-0.00047796980461718643</cx:pt>
          <cx:pt idx="615">-0.00095398886497351806</cx:pt>
          <cx:pt idx="616">-0.00051664326401546911</cx:pt>
          <cx:pt idx="617">0.0055692596797896864</cx:pt>
          <cx:pt idx="618">0.00069542284285409447</cx:pt>
          <cx:pt idx="619">-0.013235410547202868</cx:pt>
          <cx:pt idx="620">0.0041123238544902001</cx:pt>
          <cx:pt idx="621">-0.0017536147799225102</cx:pt>
          <cx:pt idx="622">-0.0013071289803534547</cx:pt>
          <cx:pt idx="623">-0.0062128919860641035</cx:pt>
          <cx:pt idx="624">0.00093709807501570223</cx:pt>
          <cx:pt idx="625">0.0025494744562544057</cx:pt>
          <cx:pt idx="626">-0.0084032148730539599</cx:pt>
          <cx:pt idx="627">0.0045959201620050707</cx:pt>
          <cx:pt idx="628">-0.013878792123689358</cx:pt>
          <cx:pt idx="629">0.00011536615814888966</cx:pt>
          <cx:pt idx="630">-0.00090443771101767097</cx:pt>
          <cx:pt idx="631">0.00018991519612103917</cx:pt>
          <cx:pt idx="632">-0.0015172356838979197</cx:pt>
          <cx:pt idx="633">0.00022456870755966989</cx:pt>
          <cx:pt idx="634">-0.0097814429406080546</cx:pt>
          <cx:pt idx="635">-0.0022841076716122507</cx:pt>
          <cx:pt idx="636">0.0054793606625368465</cx:pt>
          <cx:pt idx="637">0.0023214839428095757</cx:pt>
          <cx:pt idx="638">0.0095074902892256022</cx:pt>
          <cx:pt idx="639">0.00013593725241814515</cx:pt>
          <cx:pt idx="640">0.0015650764924401356</cx:pt>
          <cx:pt idx="641">0.0021829495381474415</cx:pt>
          <cx:pt idx="642">-0.0010844122769410351</cx:pt>
          <cx:pt idx="643">0.0028852747236679183</cx:pt>
          <cx:pt idx="644">-0.0021549382432846423</cx:pt>
          <cx:pt idx="645">0.0093679595456714147</cx:pt>
          <cx:pt idx="646">0.003262267779859222</cx:pt>
          <cx:pt idx="647">0.0099720700297474801</cx:pt>
          <cx:pt idx="648">-0.012631488382606165</cx:pt>
          <cx:pt idx="649">-0.0030834197839878777</cx:pt>
          <cx:pt idx="650">0.00051987363934395095</cx:pt>
          <cx:pt idx="651">0.00025850637900118822</cx:pt>
          <cx:pt idx="652">-0.0010588240814231643</cx:pt>
          <cx:pt idx="653">-0.0024326282764961394</cx:pt>
          <cx:pt idx="654">0.0073762747030595962</cx:pt>
          <cx:pt idx="655">-0.0020408567746255878</cx:pt>
          <cx:pt idx="656">-0.00073899978924875994</cx:pt>
          <cx:pt idx="657">-0.0039657923043045452</cx:pt>
          <cx:pt idx="658">0.00032339956028547257</cx:pt>
          <cx:pt idx="659">0.0042669469063130452</cx:pt>
          <cx:pt idx="660">0.0053629774673217738</cx:pt>
          <cx:pt idx="661">0.0035983941528318917</cx:pt>
          <cx:pt idx="662">-0.011952262184169532</cx:pt>
          <cx:pt idx="663">-0.0043342549246253087</cx:pt>
          <cx:pt idx="664">0.0048850329219088393</cx:pt>
          <cx:pt idx="665">0.0022902575876475456</cx:pt>
          <cx:pt idx="666">-0.0035554601022448665</cx:pt>
          <cx:pt idx="667">-0.011882445913083493</cx:pt>
          <cx:pt idx="668">0.0019298512918291561</cx:pt>
          <cx:pt idx="669">-0.0030753463734514122</cx:pt>
          <cx:pt idx="670">0.0050701509533387932</cx:pt>
          <cx:pt idx="671">-0.0016850891221712771</cx:pt>
          <cx:pt idx="672">-0.0030797533391169253</cx:pt>
          <cx:pt idx="673">0.003859396944510071</cx:pt>
          <cx:pt idx="674">0.0036094317516096332</cx:pt>
          <cx:pt idx="675">0.0020598464159181798</cx:pt>
          <cx:pt idx="676">0.0025335902952907901</cx:pt>
          <cx:pt idx="677">-0.0076296484361212218</cx:pt>
          <cx:pt idx="678">0.0064006717880665705</cx:pt>
          <cx:pt idx="679">-0.00015749057126148379</cx:pt>
          <cx:pt idx="680">0.0019945295625443346</cx:pt>
          <cx:pt idx="681">-0.004733549054525517</cx:pt>
          <cx:pt idx="682">0.0020628260938855589</cx:pt>
          <cx:pt idx="683">-0.0010134162402497177</cx:pt>
          <cx:pt idx="684">-0.0007304556771919674</cx:pt>
          <cx:pt idx="685">-0.0031991971073427315</cx:pt>
          <cx:pt idx="686">-0.0072909372714913068</cx:pt>
          <cx:pt idx="687">-0.00094573717252656204</cx:pt>
          <cx:pt idx="688">0.00479052909766355</cx:pt>
          <cx:pt idx="689">0.00160887489021141</cx:pt>
          <cx:pt idx="690">-0.0075954989568783179</cx:pt>
          <cx:pt idx="691">0.00063540322251499719</cx:pt>
          <cx:pt idx="692">-0.0035521197525679457</cx:pt>
          <cx:pt idx="693">0.00059158141167792307</cx:pt>
          <cx:pt idx="694">0.0037407356636998284</cx:pt>
          <cx:pt idx="695">0.0026482061568291093</cx:pt>
          <cx:pt idx="696">0.0025950930586763053</cx:pt>
          <cx:pt idx="697">-0.0047656190935562049</cx:pt>
          <cx:pt idx="698">0.0048791917643214808</cx:pt>
          <cx:pt idx="699">0.017519536934443504</cx:pt>
          <cx:pt idx="700">0.0070213916285871026</cx:pt>
          <cx:pt idx="701">0.004090410559161776</cx:pt>
          <cx:pt idx="702">0.0024378103921780161</cx:pt>
          <cx:pt idx="703">-7.925521342018826e-05</cx:pt>
          <cx:pt idx="704">-0.0036141955036130442</cx:pt>
          <cx:pt idx="705">-0.0018307267439422936</cx:pt>
          <cx:pt idx="706">-0.0043616625560162032</cx:pt>
          <cx:pt idx="707">0.00014169763573735825</cx:pt>
          <cx:pt idx="708">0.00083811049358709197</cx:pt>
          <cx:pt idx="709">-0.0036587220245884776</cx:pt>
          <cx:pt idx="710">-0.0018511080749503694</cx:pt>
          <cx:pt idx="711">0.0050819970260286215</cx:pt>
          <cx:pt idx="712">-0.0055818296864077041</cx:pt>
          <cx:pt idx="713">-0.012905879584335844</cx:pt>
          <cx:pt idx="714">0.011177438597359795</cx:pt>
          <cx:pt idx="715">0.0015867237986901725</cx:pt>
          <cx:pt idx="716">-8.6313687073392292e-05</cx:pt>
          <cx:pt idx="717">0.0020942306507791969</cx:pt>
          <cx:pt idx="718">-0.0086401694570766192</cx:pt>
          <cx:pt idx="719">0.0098044962747052215</cx:pt>
          <cx:pt idx="720">0.0094780761918145835</cx:pt>
          <cx:pt idx="721">-0.00043485654242178854</cx:pt>
          <cx:pt idx="722">0.01017766478384138</cx:pt>
          <cx:pt idx="723">0.0059637436093027945</cx:pt>
          <cx:pt idx="724">0.0046245072086924912</cx:pt>
          <cx:pt idx="725">-0.011409205844419387</cx:pt>
          <cx:pt idx="726">0.028070961640404186</cx:pt>
          <cx:pt idx="727">-0.0083662055403436048</cx:pt>
          <cx:pt idx="728">-0.0033074358259624721</cx:pt>
          <cx:pt idx="729">0.0013945962127646899</cx:pt>
          <cx:pt idx="730">-0.0015862651702429815</cx:pt>
          <cx:pt idx="731">0.00098750625944133991</cx:pt>
          <cx:pt idx="732">0.0009636598017571217</cx:pt>
          <cx:pt idx="733">0.0047096787265629237</cx:pt>
          <cx:pt idx="734">0.0029226250272568755</cx:pt>
          <cx:pt idx="735">0.0036700892957996279</cx:pt>
          <cx:pt idx="736">0.003994993858083707</cx:pt>
          <cx:pt idx="737">0.0071499088410006024</cx:pt>
          <cx:pt idx="738">0.0018747843708687977</cx:pt>
          <cx:pt idx="739">0.0042878700504483166</cx:pt>
          <cx:pt idx="740">-0.01060804409648405</cx:pt>
          <cx:pt idx="741">-0.00076939207245356966</cx:pt>
          <cx:pt idx="742">0.0014126731885124367</cx:pt>
          <cx:pt idx="743">-0.00080189166101376054</cx:pt>
          <cx:pt idx="744">0.0090236824248410251</cx:pt>
          <cx:pt idx="745">-0.0029862189682118732</cx:pt>
          <cx:pt idx="746">0.0073769322020328524</cx:pt>
          <cx:pt idx="747">-0.00016252408682237838</cx:pt>
          <cx:pt idx="748">0.0052426831642882355</cx:pt>
          <cx:pt idx="749">-0.0056632675609533042</cx:pt>
          <cx:pt idx="750">-0.0039579235417896447</cx:pt>
          <cx:pt idx="751">0.0022854178787388244</cx:pt>
          <cx:pt idx="752">0.0036078881714070575</cx:pt>
          <cx:pt idx="753">0.0010319597555982179</cx:pt>
          <cx:pt idx="754">-0.0040203453923964277</cx:pt>
          <cx:pt idx="755">-0.0004378282811308479</cx:pt>
          <cx:pt idx="756">-0.0075186918728272897</cx:pt>
          <cx:pt idx="757">0.0019309131989479525</cx:pt>
          <cx:pt idx="758">0.0034421881100179072</cx:pt>
          <cx:pt idx="759">0.0040261153799221487</cx:pt>
          <cx:pt idx="760">0.003220296214812751</cx:pt>
          <cx:pt idx="761">-0.0021314637149695611</cx:pt>
          <cx:pt idx="762">-0.0053252642704130259</cx:pt>
          <cx:pt idx="763">-0.00011699138073787045</cx:pt>
          <cx:pt idx="764">0.00068512517920836795</cx:pt>
          <cx:pt idx="765">0.004058890807179371</cx:pt>
          <cx:pt idx="766">0.015880263390489122</cx:pt>
          <cx:pt idx="767">0.0004587508973741431</cx:pt>
          <cx:pt idx="768">0.0096141840913418677</cx:pt>
          <cx:pt idx="769">0.0060627734651131603</cx:pt>
          <cx:pt idx="770">-0.001064761826194294</cx:pt>
          <cx:pt idx="771">0.00093136704032246358</cx:pt>
          <cx:pt idx="772">-0.0025022950971578225</cx:pt>
          <cx:pt idx="773">0.0079900959146863917</cx:pt>
          <cx:pt idx="774">-0.0054467753855558148</cx:pt>
          <cx:pt idx="775">-0.0054386622300168497</cx:pt>
          <cx:pt idx="776">-0.002176042672387031</cx:pt>
          <cx:pt idx="777">-0.0019943284937947578</cx:pt>
          <cx:pt idx="778">-0.012767864208003086</cx:pt>
          <cx:pt idx="779">-0.040345400261951832</cx:pt>
          <cx:pt idx="780">0.0071626437149528892</cx:pt>
          <cx:pt idx="781">0.0011263101788532574</cx:pt>
          <cx:pt idx="782">-0.026997636200669625</cx:pt>
          <cx:pt idx="783">-0.0014562554923459618</cx:pt>
          <cx:pt idx="784">0.012594820094261714</cx:pt>
          <cx:pt idx="785">0.0058940080659565589</cx:pt>
          <cx:pt idx="786">-0.0015513655072679601</cx:pt>
          <cx:pt idx="787">0.017149468857001044</cx:pt>
          <cx:pt idx="788">0.0052593052508991441</cx:pt>
          <cx:pt idx="789">-0.035517325270545685</cx:pt>
          <cx:pt idx="790">-0.011826929348075298</cx:pt>
          <cx:pt idx="791">0.0038345968430861977</cx:pt>
          <cx:pt idx="792">0.009413139589795427</cx:pt>
          <cx:pt idx="793">0.0075280890312606659</cx:pt>
          <cx:pt idx="794">-0.015710805478767131</cx:pt>
          <cx:pt idx="795">-0.012526322129394845</cx:pt>
          <cx:pt idx="796">-0.012913381022306153</cx:pt>
          <cx:pt idx="797">0.0061344038786664513</cx:pt>
          <cx:pt idx="798">0.012792918410770867</cx:pt>
          <cx:pt idx="799">-0.00019067322119191172</cx:pt>
          <cx:pt idx="800">-0.012949027408188792</cx:pt>
          <cx:pt idx="801">0.012073853329909451</cx:pt>
          <cx:pt idx="802">0.0068346301053188972</cx:pt>
          <cx:pt idx="803">-0.0029863769762611897</cx:pt>
          <cx:pt idx="804">0.00049398632159749025</cx:pt>
          <cx:pt idx="805">-0.012010075306568039</cx:pt>
          <cx:pt idx="806">-0.0042416859452395622</cx:pt>
          <cx:pt idx="807">0.0018513403366470949</cx:pt>
          <cx:pt idx="808">-0.011367576619149005</cx:pt>
          <cx:pt idx="809">-0.0016921004133141292</cx:pt>
          <cx:pt idx="810">-0.0091542388514665382</cx:pt>
          <cx:pt idx="811">-0.0092705886166589355</cx:pt>
          <cx:pt idx="812">-0.014403096426943294</cx:pt>
          <cx:pt idx="813">0.013684537620508763</cx:pt>
          <cx:pt idx="814">-3.9651998500041361e-05</cx:pt>
          <cx:pt idx="815">0.013548673488329974</cx:pt>
          <cx:pt idx="816">0.0096441727989764175</cx:pt>
          <cx:pt idx="817">-0.026389855705168094</cx:pt>
          <cx:pt idx="818">0.015563410567298536</cx:pt>
          <cx:pt idx="819">0.013020449023754472</cx:pt>
          <cx:pt idx="820">0.005690442427951567</cx:pt>
          <cx:pt idx="821">-0.011745962471364271</cx:pt>
          <cx:pt idx="822">-0.002035051236885944</cx:pt>
          <cx:pt idx="823">0.0035606353841578222</cx:pt>
          <cx:pt idx="824">-0.0026963878396274042</cx:pt>
          <cx:pt idx="825">-0.0017807899983815268</cx:pt>
          <cx:pt idx="826">0.0074584116873858764</cx:pt>
          <cx:pt idx="827">0.0066960085862016409</cx:pt>
          <cx:pt idx="828">0.0023335288257474423</cx:pt>
          <cx:pt idx="829">-0.0087105651368054558</cx:pt>
          <cx:pt idx="830">-0.026526470294281981</cx:pt>
          <cx:pt idx="831">-0.015380233726595924</cx:pt>
          <cx:pt idx="832">-0.0038023133606044498</cx:pt>
          <cx:pt idx="833">-0.010095674380473122</cx:pt>
          <cx:pt idx="834">-0.002635750848290837</cx:pt>
          <cx:pt idx="835">0.0044543485665778744</cx:pt>
          <cx:pt idx="836">0.0050538168954397493</cx:pt>
          <cx:pt idx="837">-0.0026230703716288799</cx:pt>
          <cx:pt idx="838">-0.0091861486986512166</cx:pt>
          <cx:pt idx="839">-0.01729978463216254</cx:pt>
          <cx:pt idx="840">-0.00012733999739673814</cx:pt>
          <cx:pt idx="841">0.014559319056203992</cx:pt>
          <cx:pt idx="842">-0.0095356098857120354</cx:pt>
          <cx:pt idx="843">-0.0045512360524787463</cx:pt>
          <cx:pt idx="844">-0.0082119408301838843</cx:pt>
          <cx:pt idx="845">0.0062662099057595984</cx:pt>
          <cx:pt idx="846">-0.0011449244599207838</cx:pt>
          <cx:pt idx="847">0.00052111627367729184</cx:pt>
          <cx:pt idx="848">-0.0040055987002520681</cx:pt>
          <cx:pt idx="849">0.0071684332977227528</cx:pt>
          <cx:pt idx="850">0.0016505873513159601</cx:pt>
          <cx:pt idx="851">-0.0020803207422047574</cx:pt>
          <cx:pt idx="852">0.0048759288949503099</cx:pt>
          <cx:pt idx="853">-0.0044618203615330943</cx:pt>
          <cx:pt idx="854">0.0034690849175554902</cx:pt>
          <cx:pt idx="855">-0.0018474988798768033</cx:pt>
          <cx:pt idx="856">-0.00034150700428980788</cx:pt>
          <cx:pt idx="857">-0.0013200798710466507</cx:pt>
          <cx:pt idx="858">0.01631819590441692</cx:pt>
          <cx:pt idx="859">-0.013975559483521664</cx:pt>
          <cx:pt idx="860">0.002022489459522092</cx:pt>
          <cx:pt idx="861">0.011195579435585398</cx:pt>
          <cx:pt idx="862">-0.0066370911873421569</cx:pt>
          <cx:pt idx="863">0.0048858803812365376</cx:pt>
          <cx:pt idx="864">0.0043231773791469483</cx:pt>
          <cx:pt idx="865">0.012282876713656764</cx:pt>
          <cx:pt idx="866">0.0058022695499066641</cx:pt>
          <cx:pt idx="867">0.00083364322961806416</cx:pt>
          <cx:pt idx="868">-0.0041681150098839929</cx:pt>
          <cx:pt idx="869">-0.0035348686067038183</cx:pt>
          <cx:pt idx="870">0.011203421146569066</cx:pt>
          <cx:pt idx="871">-0.014693029870212733</cx:pt>
          <cx:pt idx="872">0.0048333506039797795</cx:pt>
          <cx:pt idx="873">-0.00056959660587658936</cx:pt>
          <cx:pt idx="874">0.0012492115135899037</cx:pt>
          <cx:pt idx="875">0.0093340082987952017</cx:pt>
          <cx:pt idx="876">0.0070754889657930579</cx:pt>
          <cx:pt idx="877">-0.005774184835970031</cx:pt>
          <cx:pt idx="878">-0.00030556863633500908</cx:pt>
          <cx:pt idx="879">0.0041184816586327735</cx:pt>
          <cx:pt idx="880">0.0003254530994227571</cx:pt>
          <cx:pt idx="881">-0.0067278460178318593</cx:pt>
          <cx:pt idx="882">0.0030241673496056833</cx:pt>
          <cx:pt idx="883">0.012505875639815775</cx:pt>
          <cx:pt idx="884">0.0036327171537315819</cx:pt>
          <cx:pt idx="885">-0.0014036079376869718</cx:pt>
          <cx:pt idx="886">0.014305364489865649</cx:pt>
          <cx:pt idx="887">-0.0027462464737510349</cx:pt>
          <cx:pt idx="888">-0.00057773128685317994</cx:pt>
          <cx:pt idx="889">0.0071288301549902264</cx:pt>
          <cx:pt idx="890">-0.0046537917817680583</cx:pt>
          <cx:pt idx="891">0.0085658855904320302</cx:pt>
          <cx:pt idx="892">-0.0050807248979062945</cx:pt>
          <cx:pt idx="893">-0.002427967831144638</cx:pt>
          <cx:pt idx="894">0.0068502914381760385</cx:pt>
          <cx:pt idx="895">-0.0073411785158677906</cx:pt>
          <cx:pt idx="896">0.0030939859927700121</cx:pt>
          <cx:pt idx="897">0.0055553371558077352</cx:pt>
          <cx:pt idx="898">0.0053946853786224535</cx:pt>
          <cx:pt idx="899">0.0014304917946859411</cx:pt>
          <cx:pt idx="900">0.0023056095102141579</cx:pt>
          <cx:pt idx="901">0.005735854586962792</cx:pt>
          <cx:pt idx="902">-0.0097980532854164623</cx:pt>
          <cx:pt idx="903">0.0076719220374553169</cx:pt>
          <cx:pt idx="904">0.0091798969455229029</cx:pt>
          <cx:pt idx="905">0.00015266446318482597</cx:pt>
          <cx:pt idx="906">-0.0037926795955163005</cx:pt>
          <cx:pt idx="907">-0.0067005436256899796</cx:pt>
          <cx:pt idx="908">-0.0016916506397552174</cx:pt>
          <cx:pt idx="909">-0.0011248247649159424</cx:pt>
          <cx:pt idx="910">-0.0031118552073330173</cx:pt>
          <cx:pt idx="911">0.0053662415583790946</cx:pt>
          <cx:pt idx="912">0.0028072973380417012</cx:pt>
          <cx:pt idx="913">0.028156194910876713</cx:pt>
          <cx:pt idx="914">0.0036271144324011798</cx:pt>
          <cx:pt idx="915">-0.0037828444167878322</cx:pt>
          <cx:pt idx="916">-0.0054438189477597669</cx:pt>
          <cx:pt idx="917">-0.0073899500659095471</cx:pt>
          <cx:pt idx="918">-0.0027070891649872918</cx:pt>
          <cx:pt idx="919">-0.0030330274402873094</cx:pt>
          <cx:pt idx="920">0.00042488447728528079</cx:pt>
          <cx:pt idx="921">-0.00018750585421659983</cx:pt>
          <cx:pt idx="922">0.00055474891597378281</cx:pt>
          <cx:pt idx="923">-0.0016998095173053596</cx:pt>
          <cx:pt idx="924">-0.0021577574755587752</cx:pt>
          <cx:pt idx="925">-0.0013972651468970112</cx:pt>
          <cx:pt idx="926">0.01505411063499161</cx:pt>
          <cx:pt idx="927">0.00064782943361202253</cx:pt>
          <cx:pt idx="928">-0.0063492628150333694</cx:pt>
          <cx:pt idx="929">0.0049209595879334085</cx:pt>
          <cx:pt idx="930">-0.0058836915618293399</cx:pt>
          <cx:pt idx="931">0.012060686488002037</cx:pt>
          <cx:pt idx="932">-0.0034804770849511161</cx:pt>
          <cx:pt idx="933">-0.00026598401442608791</cx:pt>
          <cx:pt idx="934">0.004585566791993078</cx:pt>
          <cx:pt idx="935">-0.002661746095391744</cx:pt>
          <cx:pt idx="936">-0.0009070724724224785</cx:pt>
          <cx:pt idx="937">0.011366035370169253</cx:pt>
          <cx:pt idx="938">0.0019323034895514012</cx:pt>
          <cx:pt idx="939">-0.01573087629987667</cx:pt>
          <cx:pt idx="940">-0.0062222213351031145</cx:pt>
          <cx:pt idx="941">0.00043749560503730681</cx:pt>
          <cx:pt idx="942">-0.001321972192934106</cx:pt>
          <cx:pt idx="943">0.00017595750645622865</cx:pt>
          <cx:pt idx="944">0.0002583069331028615</cx:pt>
          <cx:pt idx="945">0.0070615621418620104</cx:pt>
          <cx:pt idx="946">-0.011790651627703866</cx:pt>
          <cx:pt idx="947">-0.0024792414330424241</cx:pt>
          <cx:pt idx="948">-0.0021797519025824261</cx:pt>
          <cx:pt idx="949">0.012098380375408169</cx:pt>
          <cx:pt idx="950">0.0041776973711174174</cx:pt>
          <cx:pt idx="951">-0.013193403480582637</cx:pt>
          <cx:pt idx="952">-0.023345045520111726</cx:pt>
          <cx:pt idx="953">0.0019963490444974918</cx:pt>
          <cx:pt idx="954">0.0017273315600939709</cx:pt>
          <cx:pt idx="955">0.010440491264072246</cx:pt>
          <cx:pt idx="956">0.0052227630241499998</cx:pt>
          <cx:pt idx="957">-0.0036586933042170849</cx:pt>
          <cx:pt idx="958">0.023693428996337262</cx:pt>
          <cx:pt idx="959">-0.0065399139277632946</cx:pt>
          <cx:pt idx="960">0.0056839034464363407</cx:pt>
          <cx:pt idx="961">0.006463206315721004</cx:pt>
          <cx:pt idx="962">0.0040716592189825465</cx:pt>
          <cx:pt idx="963">-0.015060335540747625</cx:pt>
          <cx:pt idx="964">0.008838367879469235</cx:pt>
          <cx:pt idx="965">0.024786772066125853</cx:pt>
          <cx:pt idx="966">-0.0091899173961759797</cx:pt>
          <cx:pt idx="967">0.002708555903720709</cx:pt>
          <cx:pt idx="968">0.0016135418934872419</cx:pt>
          <cx:pt idx="969">0.015000879500200723</cx:pt>
          <cx:pt idx="970">0.0057837112312769633</cx:pt>
          <cx:pt idx="971">0.0068813815777474443</cx:pt>
          <cx:pt idx="972">-2.9465259214506417e-05</cx:pt>
          <cx:pt idx="973">0.0077739658761656174</cx:pt>
          <cx:pt idx="974">-0.011235942788826335</cx:pt>
          <cx:pt idx="975">-0.0036023281874745672</cx:pt>
          <cx:pt idx="976">-0.0079703443077289212</cx:pt>
          <cx:pt idx="977">-0.005759725496549334</cx:pt>
          <cx:pt idx="978">-0.00029393284662898914</cx:pt>
          <cx:pt idx="979">-0.0009393390897598265</cx:pt>
          <cx:pt idx="980">-0.018690580911018616</cx:pt>
          <cx:pt idx="981">-0.0082887318832347429</cx:pt>
          <cx:pt idx="982">0.0047916018700198282</cx:pt>
          <cx:pt idx="983">-0.00026637663667080367</cx:pt>
          <cx:pt idx="984">0.0083488993079749874</cx:pt>
          <cx:pt idx="985">0.013242505858494371</cx:pt>
          <cx:pt idx="986">-0.00074755448407356367</cx:pt>
          <cx:pt idx="987">0.010015728151228944</cx:pt>
          <cx:pt idx="988">4.8851342071428241e-05</cx:pt>
          <cx:pt idx="989">-0.016376888310850764</cx:pt>
          <cx:pt idx="990">-0.0026911185870613177</cx:pt>
          <cx:pt idx="991">-0.011158303112048589</cx:pt>
          <cx:pt idx="992">0.0016564806275787014</cx:pt>
          <cx:pt idx="993">0.0063618661161464847</cx:pt>
          <cx:pt idx="994">-0.0043496331891831538</cx:pt>
          <cx:pt idx="995">0.0020663295928215388</cx:pt>
          <cx:pt idx="996">-0.014337311792705299</cx:pt>
          <cx:pt idx="997">-0.019088617642250272</cx:pt>
          <cx:pt idx="998">-0.01013146865724689</cx:pt>
          <cx:pt idx="999">-0.011420427482376441</cx:pt>
          <cx:pt idx="1000">-0.017083983360519469</cx:pt>
          <cx:pt idx="1001">-0.0099687252564739162</cx:pt>
          <cx:pt idx="1002">-0.025160816633755127</cx:pt>
          <cx:pt idx="1003">0.028821871848530124</cx:pt>
          <cx:pt idx="1004">0.010341334536849638</cx:pt>
          <cx:pt idx="1005">-0.0010137466765358977</cx:pt>
          <cx:pt idx="1006">0.0054664810671875355</cx:pt>
          <cx:pt idx="1007">-0.0032763733468888765</cx:pt>
          <cx:pt idx="1008">-0.007206754897687114</cx:pt>
          <cx:pt idx="1009">0.021144861937323574</cx:pt>
          <cx:pt idx="1010">-0.0043687155893191894</cx:pt>
          <cx:pt idx="1011">0.013253935538995195</cx:pt>
          <cx:pt idx="1012">-0.005436363641756598</cx:pt>
          <cx:pt idx="1013">0.0028143129705880615</cx:pt>
          <cx:pt idx="1014">0.0040269484909795997</cx:pt>
          <cx:pt idx="1015">-0.002921239617438811</cx:pt>
          <cx:pt idx="1016">0.0095069254565807206</cx:pt>
          <cx:pt idx="1017">-0.0066300114646093743</cx:pt>
          <cx:pt idx="1018">0.0039542659591700882</cx:pt>
          <cx:pt idx="1019">0.012802748767753816</cx:pt>
          <cx:pt idx="1020">-0.010976531120432917</cx:pt>
          <cx:pt idx="1021">0.01268324015133355</cx:pt>
          <cx:pt idx="1022">-0.01088637795072795</cx:pt>
          <cx:pt idx="1023">-0.0029122504974096472</cx:pt>
          <cx:pt idx="1024">0.004719678780673189</cx:pt>
          <cx:pt idx="1025">0.002958336152512881</cx:pt>
          <cx:pt idx="1026">0.0059620120697719001</cx:pt>
          <cx:pt idx="1027">0.021373795548301922</cx:pt>
          <cx:pt idx="1028">-0.0041696112611194934</cx:pt>
          <cx:pt idx="1029">0.0073116147935267687</cx:pt>
          <cx:pt idx="1030">-0.00041338965063965685</cx:pt>
          <cx:pt idx="1031">0.0017126421190139136</cx:pt>
          <cx:pt idx="1032">0.0025001533930248546</cx:pt>
          <cx:pt idx="1033">0.0030954062314620368</cx:pt>
          <cx:pt idx="1034">0.0036902671485376875</cx:pt>
          <cx:pt idx="1035">0.0082851029369716191</cx:pt>
          <cx:pt idx="1036">0.0027295471922891079</cx:pt>
          <cx:pt idx="1037">-0.015434240537191949</cx:pt>
          <cx:pt idx="1038">0.0076570521913615483</cx:pt>
          <cx:pt idx="1039">0.0054615815798379286</cx:pt>
          <cx:pt idx="1040">-0.00064186667382732949</cx:pt>
          <cx:pt idx="1041">0.0037991999483570739</cx:pt>
          <cx:pt idx="1042">0.00053856286689242972</cx:pt>
          <cx:pt idx="1043">-0.0045521204750948096</cx:pt>
          <cx:pt idx="1044">-0.00031845207529362268</cx:pt>
          <cx:pt idx="1045">-0.0019987961845771814</cx:pt>
          <cx:pt idx="1046">0.0090056997290673749</cx:pt>
          <cx:pt idx="1047">0.00023753971967085038</cx:pt>
          <cx:pt idx="1048">0.00013535768004365682</cx:pt>
          <cx:pt idx="1049">-0.00089088908580874137</cx:pt>
          <cx:pt idx="1050">0.0019169481761083002</cx:pt>
          <cx:pt idx="1051">-0.0041900962463169442</cx:pt>
          <cx:pt idx="1052">-0.00080807679996938687</cx:pt>
          <cx:pt idx="1053">0.014296662784105038</cx:pt>
          <cx:pt idx="1054">-0.0021611705463504961</cx:pt>
          <cx:pt idx="1055">0.0059666011049991164</cx:pt>
          <cx:pt idx="1056">-0.0037602482600938097</cx:pt>
          <cx:pt idx="1057">0.0042815685013553708</cx:pt>
          <cx:pt idx="1058">0.0046305113062471833</cx:pt>
          <cx:pt idx="1059">-0.0032615920618496792</cx:pt>
          <cx:pt idx="1060">-0.0054992113471662571</cx:pt>
          <cx:pt idx="1061">0.0053257523074780365</cx:pt>
          <cx:pt idx="1062">-0.0031827906770473761</cx:pt>
          <cx:pt idx="1063">0.001777136320719826</cx:pt>
          <cx:pt idx="1064">0.0084012453254581187</cx:pt>
          <cx:pt idx="1065">-0.006483359173539152</cx:pt>
          <cx:pt idx="1066">0.00053618523338867764</cx:pt>
          <cx:pt idx="1067">0.0074421567625106788</cx:pt>
          <cx:pt idx="1068">-0.0022773544263998587</cx:pt>
          <cx:pt idx="1069">-0.0049600661268987163</cx:pt>
          <cx:pt idx="1070">-0.0082044542918670322</cx:pt>
          <cx:pt idx="1071">0.0044007782765195227</cx:pt>
          <cx:pt idx="1072">0.0022765208314376234</cx:pt>
          <cx:pt idx="1073">0.0039658727624543684</cx:pt>
          <cx:pt idx="1074">0.00098796102312662115</cx:pt>
          <cx:pt idx="1075">0.0029421952385761682</cx:pt>
          <cx:pt idx="1076">0.0029957097272583625</cx:pt>
          <cx:pt idx="1077">0.0024156413602395357</cx:pt>
          <cx:pt idx="1078">0.0083080945728297058</cx:pt>
          <cx:pt idx="1079">1.6785084789293651e-06</cx:pt>
          <cx:pt idx="1080">0.0032643798833542964</cx:pt>
          <cx:pt idx="1081">-0.0025503690032347218</cx:pt>
          <cx:pt idx="1082">-0.002235589865161812</cx:pt>
          <cx:pt idx="1083">0.0041159885943062137</cx:pt>
          <cx:pt idx="1084">0.0011020088067367098</cx:pt>
          <cx:pt idx="1085">-0.0081736157150924926</cx:pt>
          <cx:pt idx="1086">0.0080327349951911254</cx:pt>
          <cx:pt idx="1087">0.00065659136199702458</cx:pt>
          <cx:pt idx="1088">0.013251983914640914</cx:pt>
          <cx:pt idx="1089">-0.010416388352332875</cx:pt>
          <cx:pt idx="1090">-0.0016061652727492675</cx:pt>
          <cx:pt idx="1091">0.012724537230247648</cx:pt>
          <cx:pt idx="1092">-0.0026221370868361438</cx:pt>
          <cx:pt idx="1093">-0.011186081450446079</cx:pt>
          <cx:pt idx="1094">-0.0041597640042183269</cx:pt>
          <cx:pt idx="1095">-0.0028194477492207611</cx:pt>
          <cx:pt idx="1096">0.015034699337266831</cx:pt>
          <cx:pt idx="1097">-0.010036733213314605</cx:pt>
          <cx:pt idx="1098">0.0047706509821029862</cx:pt>
          <cx:pt idx="1099">0.0059276895999957526</cx:pt>
          <cx:pt idx="1100">0.010824062728623763</cx:pt>
          <cx:pt idx="1101">-0.0032369035929836116</cx:pt>
          <cx:pt idx="1102">-0.00051445224935536284</cx:pt>
          <cx:pt idx="1103">-0.0046321387055901385</cx:pt>
          <cx:pt idx="1104">0.00862597108568516</cx:pt>
          <cx:pt idx="1105">-0.00051390454560234697</cx:pt>
          <cx:pt idx="1106">-0.0012896376058146295</cx:pt>
          <cx:pt idx="1107">-0.017695485647748532</cx:pt>
          <cx:pt idx="1108">-0.0027529377716405184</cx:pt>
          <cx:pt idx="1109">0.0041086604834687217</cx:pt>
          <cx:pt idx="1110">-0.011820882585008794</cx:pt>
          <cx:pt idx="1111">0.01252764800986699</cx:pt>
          <cx:pt idx="1112">0.0050840594719776776</cx:pt>
          <cx:pt idx="1113">0.01173920320530924</cx:pt>
          <cx:pt idx="1114">0.0087499096636288534</cx:pt>
          <cx:pt idx="1115">0.011114831377219114</cx:pt>
          <cx:pt idx="1116">0.0012035608880202214</cx:pt>
          <cx:pt idx="1117">0.0025960508376551778</cx:pt>
          <cx:pt idx="1118">0.0020627774151233047</cx:pt>
          <cx:pt idx="1119">-0.0044341687383912566</cx:pt>
          <cx:pt idx="1120">0.0027951024914369335</cx:pt>
          <cx:pt idx="1121">-0.000824329420673276</cx:pt>
          <cx:pt idx="1122">-0.0040708952124149838</cx:pt>
          <cx:pt idx="1123">0.0038447973937349696</cx:pt>
          <cx:pt idx="1124">0.0089563096741619788</cx:pt>
          <cx:pt idx="1125">-0.0029689207124046447</cx:pt>
          <cx:pt idx="1126">0.0032626776077262286</cx:pt>
          <cx:pt idx="1127">-0.00091849227636415294</cx:pt>
          <cx:pt idx="1128">-0.012096718232704071</cx:pt>
          <cx:pt idx="1129">-0.0009725867038114219</cx:pt>
          <cx:pt idx="1130">-0.0014395486986493861</cx:pt>
          <cx:pt idx="1131">0.0071190655037007824</cx:pt>
          <cx:pt idx="1132">0.0089589670601363559</cx:pt>
          <cx:pt idx="1133">0.011726147231129766</cx:pt>
          <cx:pt idx="1134">-0.0046414865204809815</cx:pt>
          <cx:pt idx="1135">0.0023092968455777408</cx:pt>
          <cx:pt idx="1136">-0.0056994055334131438</cx:pt>
          <cx:pt idx="1137">0.006064843183153608</cx:pt>
          <cx:pt idx="1138">0.0029175639260097916</cx:pt>
          <cx:pt idx="1139">0.0032955640800589811</cx:pt>
          <cx:pt idx="1140">0.0019702313495583452</cx:pt>
          <cx:pt idx="1141">0.00068568822375407251</cx:pt>
          <cx:pt idx="1142">-0.001032003246166919</cx:pt>
          <cx:pt idx="1143">0.0069419877907075291</cx:pt>
          <cx:pt idx="1144">-0.0079453243441712316</cx:pt>
          <cx:pt idx="1145">-0.0059320942808489818</cx:pt>
          <cx:pt idx="1146">0.0088122196900980547</cx:pt>
          <cx:pt idx="1147">-0.0064208288060529075</cx:pt>
          <cx:pt idx="1148">-0.0019176543674451522</cx:pt>
          <cx:pt idx="1149">0.012193471014772493</cx:pt>
          <cx:pt idx="1150">0.002206019014653178</cx:pt>
          <cx:pt idx="1151">-0.001624153693893599</cx:pt>
          <cx:pt idx="1152">-0.021533672151033738</cx:pt>
          <cx:pt idx="1153">-0.0058027632529165062</cx:pt>
          <cx:pt idx="1154">0.0014741585129891893</cx:pt>
          <cx:pt idx="1155">-0.02977264113522143</cx:pt>
          <cx:pt idx="1156">0.011035686021809536</cx:pt>
          <cx:pt idx="1157">0.0094630207788948019</cx:pt>
          <cx:pt idx="1158">0.012988230685522354</cx:pt>
          <cx:pt idx="1159">-0.0090837724429032284</cx:pt>
          <cx:pt idx="1160">-0.011487990757681218</cx:pt>
          <cx:pt idx="1161">0.014453252919394003</cx:pt>
          <cx:pt idx="1162">-0.015301699782461344</cx:pt>
          <cx:pt idx="1163">0.022238803710428096</cx:pt>
          <cx:pt idx="1164">0.0099824272830657413</cx:pt>
          <cx:pt idx="1165">0.0058617247235338964</cx:pt>
          <cx:pt idx="1166">-0.012348468469775701</cx:pt>
          <cx:pt idx="1167">0.002816851416403979</cx:pt>
          <cx:pt idx="1168">0.0021886641005035732</cx:pt>
          <cx:pt idx="1169">-0.013741481521262471</cx:pt>
          <cx:pt idx="1170">0.01070100381475398</cx:pt>
          <cx:pt idx="1171">-0.0044110897713388808</cx:pt>
          <cx:pt idx="1172">0.0098513238254196167</cx:pt>
          <cx:pt idx="1173">-0.0015305086823211428</cx:pt>
          <cx:pt idx="1174">-0.0011444379346599596</cx:pt>
          <cx:pt idx="1175">0.0038843823984991616</cx:pt>
          <cx:pt idx="1176">0.0098530623650880302</cx:pt>
          <cx:pt idx="1177">-0.0062034934252447717</cx:pt>
          <cx:pt idx="1178">0.00068746182892076232</cx:pt>
          <cx:pt idx="1179">-0.00087848588815485763</cx:pt>
          <cx:pt idx="1180">-0.0070020903944101875</cx:pt>
          <cx:pt idx="1181">0.0036041506929592811</cx:pt>
          <cx:pt idx="1182">0.0049460343333971894</cx:pt>
          <cx:pt idx="1183">-0.010614698307023034</cx:pt>
          <cx:pt idx="1184">-0.010072284292661136</cx:pt>
          <cx:pt idx="1185">0.0044043674046340183</cx:pt>
          <cx:pt idx="1186">0.00092196286409913894</cx:pt>
          <cx:pt idx="1187">0.00058421428622756715</cx:pt>
          <cx:pt idx="1188">-0.0023432973513811423</cx:pt>
          <cx:pt idx="1189">0.0053355834435930161</cx:pt>
          <cx:pt idx="1190">0.0028853043778519702</cx:pt>
          <cx:pt idx="1191">0.0016563069990592444</cx:pt>
          <cx:pt idx="1192">0.002910897814558824</cx:pt>
          <cx:pt idx="1193">-0.0017502944476651405</cx:pt>
          <cx:pt idx="1194">0.0043896061701693134</cx:pt>
          <cx:pt idx="1195">-0.0039308648528376799</cx:pt>
          <cx:pt idx="1196">-0.01922979820015959</cx:pt>
          <cx:pt idx="1197">0.0091745800926515686</cx:pt>
          <cx:pt idx="1198">0.017899570134089673</cx:pt>
          <cx:pt idx="1199">-0.008611716348889421</cx:pt>
          <cx:pt idx="1200">-0.0053481175597067786</cx:pt>
          <cx:pt idx="1201">0.0084878147076462278</cx:pt>
          <cx:pt idx="1202">0.0032335710855971003</cx:pt>
          <cx:pt idx="1203">-0.0029640736140809274</cx:pt>
          <cx:pt idx="1204">-0.0044978048970098191</cx:pt>
          <cx:pt idx="1205">-0.0013774875945859269</cx:pt>
          <cx:pt idx="1206">0.0014419107704580589</cx:pt>
          <cx:pt idx="1207">0.0047783663860106402</cx:pt>
          <cx:pt idx="1208">0.0020377287213695443</cx:pt>
          <cx:pt idx="1209">0.0030313492403748828</cx:pt>
          <cx:pt idx="1210">-0.00015408218117340716</cx:pt>
          <cx:pt idx="1211">0.0047815582838221394</cx:pt>
          <cx:pt idx="1212">0.0035076635082272097</cx:pt>
          <cx:pt idx="1213">-0.0056614778888938707</cx:pt>
          <cx:pt idx="1214">-0.0034695556082492531</cx:pt>
          <cx:pt idx="1215">-0.0024898028700457348</cx:pt>
          <cx:pt idx="1216">0.002526155700547243</cx:pt>
          <cx:pt idx="1217">-0.0020037352828553229</cx:pt>
          <cx:pt idx="1218">-0.0019233282187523992</cx:pt>
          <cx:pt idx="1219">-0.0080637296466249189</cx:pt>
          <cx:pt idx="1220">0.0024769385110134929</cx:pt>
          <cx:pt idx="1221">0.0042297853298039695</cx:pt>
          <cx:pt idx="1222">-0.0022719659084300707</cx:pt>
          <cx:pt idx="1223">0.0016102159005812002</cx:pt>
          <cx:pt idx="1224">-0.002685165878682963</cx:pt>
          <cx:pt idx="1225">0.0024576413606561274</cx:pt>
          <cx:pt idx="1226">0.010137897090209722</cx:pt>
          <cx:pt idx="1227">-0.00085122683989382578</cx:pt>
          <cx:pt idx="1228">7.6978989204130264e-05</cx:pt>
          <cx:pt idx="1229">0.0076429548731449413</cx:pt>
          <cx:pt idx="1230">-0.0063164909191932954</cx:pt>
          <cx:pt idx="1231">0.0013493905890879709</cx:pt>
          <cx:pt idx="1232">-0.0012213726143835658</cx:pt>
          <cx:pt idx="1233">-0.0016632851965595213</cx:pt>
          <cx:pt idx="1234">0.0011902598048755045</cx:pt>
          <cx:pt idx="1235">0.008299196145195897</cx:pt>
          <cx:pt idx="1236">0.00085047470444659062</cx:pt>
          <cx:pt idx="1237">-0.0013074217781580523</cx:pt>
          <cx:pt idx="1238">0.004087848947312199</cx:pt>
          <cx:pt idx="1239">-0.0021848457334137619</cx:pt>
          <cx:pt idx="1240">0.0059068558564731137</cx:pt>
          <cx:pt idx="1241">-0.00017417574889572049</cx:pt>
          <cx:pt idx="1242">0.0046422858140663902</cx:pt>
          <cx:pt idx="1243">0.0007445435909993435</cx:pt>
          <cx:pt idx="1244">-0.0025501064396622093</cx:pt>
          <cx:pt idx="1245">0.0025963972927975894</cx:pt>
          <cx:pt idx="1246">-0.0018110770213781923</cx:pt>
          <cx:pt idx="1247">0.0050685874668073387</cx:pt>
          <cx:pt idx="1248">0.0039385722459161828</cx:pt>
          <cx:pt idx="1249">0.0017492005013818558</cx:pt>
          <cx:pt idx="1250">-0.0035690505355919248</cx:pt>
          <cx:pt idx="1251">0.004178111577046735</cx:pt>
          <cx:pt idx="1252">0.0050521077929741864</cx:pt>
          <cx:pt idx="1253">-0.0043237318946884595</cx:pt>
          <cx:pt idx="1254">-0.0011870025537700684</cx:pt>
          <cx:pt idx="1255">0.0012977782967134861</cx:pt>
          <cx:pt idx="1256">0.0034748995332769695</cx:pt>
          <cx:pt idx="1257">-0.0049762157261308299</cx:pt>
          <cx:pt idx="1258">-0.00055848138452920925</cx:pt>
          <cx:pt idx="1259">-0.0062254120984798177</cx:pt>
          <cx:pt idx="1260">-0.0038254067216931123</cx:pt>
          <cx:pt idx="1261">0.0012137960962917652</cx:pt>
          <cx:pt idx="1262">-0.0061511779456795458</cx:pt>
          <cx:pt idx="1263">0.0044099843071835915</cx:pt>
          <cx:pt idx="1264">0.0094291789668403177</cx:pt>
          <cx:pt idx="1265">-0.0013522211625457867</cx:pt>
          <cx:pt idx="1266">0.0051661148391152351</cx:pt>
          <cx:pt idx="1267">-0.00061234674184602769</cx:pt>
          <cx:pt idx="1268">0.0058846546113938882</cx:pt>
          <cx:pt idx="1269">0.0041349029695910448</cx:pt>
          <cx:pt idx="1270">2.8793620742725092e-05</cx:pt>
          <cx:pt idx="1271">0.0032912852313166769</cx:pt>
          <cx:pt idx="1272">0.0029709021116745074</cx:pt>
          <cx:pt idx="1273">-0.0029985481578480378</cx:pt>
          <cx:pt idx="1274">-0.0065397362599891821</cx:pt>
          <cx:pt idx="1275">-0.001085149734961586</cx:pt>
          <cx:pt idx="1276">0.0018659213141009098</cx:pt>
          <cx:pt idx="1277">-0.0049102036942271507</cx:pt>
          <cx:pt idx="1278">0.015340507079077696</cx:pt>
          <cx:pt idx="1279">-0.010817240229763507</cx:pt>
          <cx:pt idx="1280">-0.00015971853757561195</cx:pt>
          <cx:pt idx="1281">0.0062352516373441668</cx:pt>
          <cx:pt idx="1282">0.0060211664308509865</cx:pt>
          <cx:pt idx="1283">0.0043333810810009645</cx:pt>
          <cx:pt idx="1284">0.00032569678780817828</cx:pt>
          <cx:pt idx="1285">0.0020282645674836366</cx:pt>
          <cx:pt idx="1286">-0.0039657468228555546</cx:pt>
          <cx:pt idx="1287">-0.0012539861393123459</cx:pt>
          <cx:pt idx="1288">0.0075983635108221384</cx:pt>
          <cx:pt idx="1289">0.0036392601634575735</cx:pt>
          <cx:pt idx="1290">-0.00060098087985569653</cx:pt>
          <cx:pt idx="1291">-0.0028890917791578475</cx:pt>
          <cx:pt idx="1292">0.0010599146976083512</cx:pt>
          <cx:pt idx="1293">0.0047929424987474224</cx:pt>
          <cx:pt idx="1294">-0.025823716171358015</cx:pt>
          <cx:pt idx="1295">-0.016214279146885349</cx:pt>
          <cx:pt idx="1296">-0.0042188667500010013</cx:pt>
          <cx:pt idx="1297">-0.040431817422595835</cx:pt>
          <cx:pt idx="1298">-0.02071264836429846</cx:pt>
          <cx:pt idx="1299">0.055563987054267336</cx:pt>
          <cx:pt idx="1300">-0.012946012321220971</cx:pt>
          <cx:pt idx="1301">0.050175738683014906</cx:pt>
          <cx:pt idx="1302">-0.020322001008753164</cx:pt>
          <cx:pt idx="1303">-0.0088061515915221159</cx:pt>
          <cx:pt idx="1304">-0.037995964659507088</cx:pt>
          <cx:pt idx="1305">0.032901441342266594</cx:pt>
          <cx:pt idx="1306">-0.046275543497666327</cx:pt>
          <cx:pt idx="1307">-0.091165544235291399</cx:pt>
          <cx:pt idx="1308">0.084259109192268325</cx:pt>
          <cx:pt idx="1309">-0.07643559608084928</cx:pt>
          <cx:pt idx="1310">0.08112637699472923</cx:pt>
          <cx:pt idx="1311">-0.029300494621083414</cx:pt>
          <cx:pt idx="1312">-0.032984437828921832</cx:pt>
          <cx:pt idx="1313">-0.066105935909773608</cx:pt>
          <cx:pt idx="1314">-0.024323302480185688</cx:pt>
          <cx:pt idx="1315">0.047300030667026857</cx:pt>
          <cx:pt idx="1316">0.00043397005544684958</cx:pt>
          <cx:pt idx="1317">0.051763340157411984</cx:pt>
          <cx:pt idx="1318">-0.0086172610344157248</cx:pt>
          <cx:pt idx="1319">0.044903721888218416</cx:pt>
          <cx:pt idx="1320">-0.014883461411998245</cx:pt>
          <cx:pt idx="1321">-0.020748387134346808</cx:pt>
          <cx:pt idx="1322">0.032812633005993581</cx:pt>
          <cx:pt idx="1323">0.0042554472425837741</cx:pt>
          <cx:pt idx="1324">0.041841782409078931</cx:pt>
          <cx:pt idx="1325">-0.012275004692640987</cx:pt>
          <cx:pt idx="1326">0.015342146433748597</cx:pt>
          <cx:pt idx="1327">0.0075492966322882942</cx:pt>
          <cx:pt idx="1328">-0.0048549815983223686</cx:pt>
          <cx:pt idx="1329">0.044345380012672152</cx:pt>
          <cx:pt idx="1330">-0.01503968700239733</cx:pt>
          <cx:pt idx="1331">0.0036174910432461723</cx:pt>
          <cx:pt idx="1332">0.010869102063386924</cx:pt>
          <cx:pt idx="1333">-0.02179052572344484</cx:pt>
          <cx:pt idx="1334">-0.025015774190187707</cx:pt>
          <cx:pt idx="1335">0.011664877713275139</cx:pt>
          <cx:pt idx="1336">-0.010966975512206529</cx:pt>
          <cx:pt idx="1337">0.0093126390849224954</cx:pt>
          <cx:pt idx="1338">0.0041669897365527496</cx:pt>
          <cx:pt idx="1339">0.0025574403481248005</cx:pt>
          <cx:pt idx="1340">-0.0072341581677953064</cx:pt>
          <cx:pt idx="1341">-0.012011817296875541</cx:pt>
          <cx:pt idx="1342">-0.010577193660037176</cx:pt>
          <cx:pt idx="1343">-0.0018575459997500301</cx:pt>
          <cx:pt idx="1344">0.0018048160437062525</cx:pt>
          <cx:pt idx="1345">-0.012689101262797266</cx:pt>
          <cx:pt idx="1346">-0.0056036834306765109</cx:pt>
          <cx:pt idx="1347">0.025554443324867285</cx:pt>
          <cx:pt idx="1348">-0.0021338148873494838</cx:pt>
          <cx:pt idx="1349">-0.0080986225138049879</cx:pt>
          <cx:pt idx="1350">-0.0079150604788063711</cx:pt>
          <cx:pt idx="1351">-0.0037951881331567128</cx:pt>
          <cx:pt idx="1352">0.0091927900107753504</cx:pt>
          <cx:pt idx="1353">0.018692894325020321</cx:pt>
          <cx:pt idx="1354">-0.01568658887289863</cx:pt>
          <cx:pt idx="1355">0.012852640377117289</cx:pt>
          <cx:pt idx="1356">-0.0088604134978492507</cx:pt>
          <cx:pt idx="1357">0.001719903713607235</cx:pt>
          <cx:pt idx="1358">0.0045114645751540578</cx:pt>
          <cx:pt idx="1359">0.010201437110682013</cx:pt>
          <cx:pt idx="1360">0.0096810464343388119</cx:pt>
          <cx:pt idx="1361">0.0020527401357279601</cx:pt>
          <cx:pt idx="1362">0.0048398773319092737</cx:pt>
          <cx:pt idx="1363">0.00071678291545119359</cx:pt>
          <cx:pt idx="1364">0.0046513139639784134</cx:pt>
          <cx:pt idx="1365">-0.0074406659926413961</cx:pt>
          <cx:pt idx="1366">0.015252040139338927</cx:pt>
          <cx:pt idx="1367">0.0075900807230403254</cx:pt>
          <cx:pt idx="1368">-0.00805188092462817</cx:pt>
          <cx:pt idx="1369">-0.00034067125817010559</cx:pt>
          <cx:pt idx="1370">-0.03774463528965822</cx:pt>
          <cx:pt idx="1371">-0.0048444568126950541</cx:pt>
          <cx:pt idx="1372">0.011342267362303961</cx:pt>
          <cx:pt idx="1373">0.015677594239844182</cx:pt>
          <cx:pt idx="1374">-0.0026904727354078611</cx:pt>
          <cx:pt idx="1375">0.0042664889152404959</cx:pt>
          <cx:pt idx="1376">-0.0059144252605071064</cx:pt>
          <cx:pt idx="1377">-0.0010399698262849653</cx:pt>
          <cx:pt idx="1378">-0.0023035481432443694</cx:pt>
          <cx:pt idx="1379">-0.016688197371456166</cx:pt>
          <cx:pt idx="1380">0.0054417653069680078</cx:pt>
          <cx:pt idx="1381">-0.020888338579066017</cx:pt>
          <cx:pt idx="1382">0.015677211911425997</cx:pt>
          <cx:pt idx="1383">0.0069372046569793717</cx:pt>
          <cx:pt idx="1384">0.0003132011502966055</cx:pt>
          <cx:pt idx="1385">0.0027678191857121279</cx:pt>
          <cx:pt idx="1386">0.0051224202375760282</cx:pt>
          <cx:pt idx="1387">0.01967305200200533</cx:pt>
          <cx:pt idx="1388">-0.0050559463757893315</cx:pt>
          <cx:pt idx="1389">-0.0075382310446506689</cx:pt>
          <cx:pt idx="1390">0.022855351651724951</cx:pt>
          <cx:pt idx="1391">-0.0018248883041596844</cx:pt>
          <cx:pt idx="1392">0.015950303469216717</cx:pt>
          <cx:pt idx="1393">0.0006101264212986326</cx:pt>
          <cx:pt idx="1394">0.0029506341049369035</cx:pt>
          <cx:pt idx="1395">0.0066635688606885768</cx:pt>
          <cx:pt idx="1396">-0.009752713664010924</cx:pt>
          <cx:pt idx="1397">0.011810429001932247</cx:pt>
          <cx:pt idx="1398">0.0091255747897480977</cx:pt>
          <cx:pt idx="1399">-0.0011228829217196114</cx:pt>
          <cx:pt idx="1400">0.00047747639747702911</cx:pt>
          <cx:pt idx="1401">0.0064006272339398197</cx:pt>
          <cx:pt idx="1402">0.0024673152151271434</cx:pt>
          <cx:pt idx="1403">0.00010739378399378803</cx:pt>
          <cx:pt idx="1404">-0.0017817837096963003</cx:pt>
          <cx:pt idx="1405">-0.0045384252003463459</cx:pt>
          <cx:pt idx="1406">-0.0049089263880822383</cx:pt>
          <cx:pt idx="1407">0.011319908190068192</cx:pt>
          <cx:pt idx="1408">0.00091692140082761178</cx:pt>
          <cx:pt idx="1409">0.00032700964285230683</cx:pt>
          <cx:pt idx="1410">0.0052301175324356635</cx:pt>
          <cx:pt idx="1411">0.0054231387372720066</cx:pt>
          <cx:pt idx="1412">-0.0048622215325268081</cx:pt>
          <cx:pt idx="1413">0.011815895710752512</cx:pt>
          <cx:pt idx="1414">-0.0013158505743438148</cx:pt>
          <cx:pt idx="1415">0.00020533247246629915</cx:pt>
          <cx:pt idx="1416">0.0078074894721823097</cx:pt>
          <cx:pt idx="1417">0.0030614409401997279</cx:pt>
          <cx:pt idx="1418">-0.0094272244405089814</cx:pt>
          <cx:pt idx="1419">-0.0013422771943727404</cx:pt>
          <cx:pt idx="1420">0.0025803527056387429</cx:pt>
          <cx:pt idx="1421">0.0081141753101040392</cx:pt>
          <cx:pt idx="1422">-0.0025129175730801926</cx:pt>
          <cx:pt idx="1423">0.0014968511848069486</cx:pt>
          <cx:pt idx="1424">0.010986931092902025</cx:pt>
          <cx:pt idx="1425">0.015396652694274805</cx:pt>
          <cx:pt idx="1426">-0.0052524026516170821</cx:pt>
          <cx:pt idx="1427">0.010237378032635219</cx:pt>
          <cx:pt idx="1428">0.017578975656267194</cx:pt>
          <cx:pt idx="1429">-0.019474730229708352</cx:pt>
          <cx:pt idx="1430">-0.0016256538094997016</cx:pt>
          <cx:pt idx="1431">-0.021631306786330223</cx:pt>
          <cx:pt idx="1432">0.015472943119913157</cx:pt>
          <cx:pt idx="1433">-0.011752963318316515</cx:pt>
          <cx:pt idx="1434">0.0071132612573254215</cx:pt>
          <cx:pt idx="1435">0.0026546126273620531</cx:pt>
          <cx:pt idx="1436">0.0001157007626487073</cx:pt>
          <cx:pt idx="1437">-0.0081030541877114767</cx:pt>
          <cx:pt idx="1438">-0.0071795301047271167</cx:pt>
          <cx:pt idx="1439">-0.010855685344138801</cx:pt>
          <cx:pt idx="1440">-0.0071272348971534996</cx:pt>
          <cx:pt idx="1441">0.0055891901133218753</cx:pt>
          <cx:pt idx="1442">-0.0174805220272337</cx:pt>
          <cx:pt idx="1443">0.0080172761036432297</cx:pt>
          <cx:pt idx="1444">0.0032962488714646412</cx:pt>
          <cx:pt idx="1445">0.011038366199714779</cx:pt>
          <cx:pt idx="1446">-0.0074099880225239872</cx:pt>
          <cx:pt idx="1447">0.012815399501472528</cx:pt>
          <cx:pt idx="1448">0.0079373531886178673</cx:pt>
          <cx:pt idx="1449">-0.009147864031149637</cx:pt>
          <cx:pt idx="1450">0.0064144613100866662</cx:pt>
          <cx:pt idx="1451">-0.0077983652984192735</cx:pt>
          <cx:pt idx="1452">0.011250974133737924</cx:pt>
          <cx:pt idx="1453">0.0055238275822414445</cx:pt>
          <cx:pt idx="1454">0.010147624137291479</cx:pt>
          <cx:pt idx="1455">0.011368100357280246</cx:pt>
          <cx:pt idx="1456">-0.00095317222113073651</cx:pt>
          <cx:pt idx="1457">-0.0058340112307699544</cx:pt>
          <cx:pt idx="1458">-0.0014204368883209088</cx:pt>
          <cx:pt idx="1459">-3.5742902886128666e-06</cx:pt>
          <cx:pt idx="1460">-0.01245926369811569</cx:pt>
          <cx:pt idx="1461">-0.00057716880652747629</cx:pt>
          <cx:pt idx="1462">0.00017196865162684904</cx:pt>
          <cx:pt idx="1463">0.0013750098282352278</cx:pt>
          <cx:pt idx="1464">-5.2375241975026658e-05</cx:pt>
          <cx:pt idx="1465">-0.013601092922008728</cx:pt>
          <cx:pt idx="1466">-0.0018711573128572516</cx:pt>
          <cx:pt idx="1467">-0.027854380627950873</cx:pt>
          <cx:pt idx="1468">0.00094521653762573801</cx:pt>
          <cx:pt idx="1469">-0.0045750674774142222</cx:pt>
          <cx:pt idx="1470">0.01363677958287308</cx:pt>
          <cx:pt idx="1471">0.015856250801214486</cx:pt>
          <cx:pt idx="1472">0.0041265498440424975</cx:pt>
          <cx:pt idx="1473">0.0048484746070450247</cx:pt>
          <cx:pt idx="1474">0.0041828870341168202</cx:pt>
          <cx:pt idx="1475">0.0028448140722596702</cx:pt>
          <cx:pt idx="1476">0.021394046184522553</cx:pt>
          <cx:pt idx="1477">0.010802980440786919</cx:pt>
          <cx:pt idx="1478">-0.0042410542824674385</cx:pt>
          <cx:pt idx="1479">0.013088174011687331</cx:pt>
          <cx:pt idx="1480">0.0095406680299550406</cx:pt>
          <cx:pt idx="1481">-0.0055805976028524438</cx:pt>
          <cx:pt idx="1482">-0.012699355312899152</cx:pt>
          <cx:pt idx="1483">0.0055447620936829988</cx:pt>
          <cx:pt idx="1484">-0.0067934245177446277</cx:pt>
          <cx:pt idx="1485">0.0016509263833444008</cx:pt>
          <cx:pt idx="1486">0.0069471486750625078</cx:pt>
          <cx:pt idx="1487">-0.0028587581600358022</cx:pt>
          <cx:pt idx="1488">-0.001683788960927534</cx:pt>
          <cx:pt idx="1489">-0.0020490343989118527</cx:pt>
          <cx:pt idx="1490">0.0089344965291398831</cx:pt>
          <cx:pt idx="1491">-0.0062477855029438936</cx:pt>
          <cx:pt idx="1492">0.00095686550689351706</cx:pt>
          <cx:pt idx="1493">0.0092945891594288232</cx:pt>
          <cx:pt idx="1494">-0.0037440857931129766</cx:pt>
          <cx:pt idx="1495">0.0057786094361567198</cx:pt>
          <cx:pt idx="1496">-0.0012782258278331352</cx:pt>
          <cx:pt idx="1497">-0.0050532474853092523</cx:pt>
          <cx:pt idx="1498">0.0027242557207535247</cx:pt>
          <cx:pt idx="1499">-0.0041401263431763285</cx:pt>
          <cx:pt idx="1500">0.001411779711940235</cx:pt>
          <cx:pt idx="1501">0.00151926777249276</cx:pt>
          <cx:pt idx="1502">0.0049561610032325988</cx:pt>
          <cx:pt idx="1503">0.0053570958516384257</cx:pt>
          <cx:pt idx="1504">-0.010862518151117429</cx:pt>
          <cx:pt idx="1505">-0.0090676964825915606</cx:pt>
          <cx:pt idx="1506">0.0011523472969314538</cx:pt>
          <cx:pt idx="1507">0.0028329890949889804</cx:pt>
          <cx:pt idx="1508">0.0082426734052063171</cx:pt>
          <cx:pt idx="1509">-0.0033742241902020567</cx:pt>
          <cx:pt idx="1510">-0.0008532219782475248</cx:pt>
          <cx:pt idx="1511">0.0067729508561310062</cx:pt>
          <cx:pt idx="1512">-0.0096364995892690708</cx:pt>
          <cx:pt idx="1513">-0.0010422260975408832</cx:pt>
          <cx:pt idx="1514">-0.0038615243533395333</cx:pt>
          <cx:pt idx="1515">-0.00051114964460236901</cx:pt>
          <cx:pt idx="1516">0.0064041146381985572</cx:pt>
          <cx:pt idx="1517">-0.0090741502593935808</cx:pt>
          <cx:pt idx="1518">0.00064769460905517878</cx:pt>
          <cx:pt idx="1519">-0.0020284900052640717</cx:pt>
          <cx:pt idx="1520">-0.0065173194272907225</cx:pt>
          <cx:pt idx="1521">-0.0064408826825833451</cx:pt>
          <cx:pt idx="1522">-0.0049181174093105486</cx:pt>
          <cx:pt idx="1523">0.0037926381883975819</cx:pt>
          <cx:pt idx="1524">-0.0052470799520866074</cx:pt>
          <cx:pt idx="1525">-0.0024505054536956999</cx:pt>
          <cx:pt idx="1526">0.0062173428614365712</cx:pt>
          <cx:pt idx="1527">0.0085642826352546522</cx:pt>
          <cx:pt idx="1528">-0.022459036789177919</cx:pt>
          <cx:pt idx="1529">0.011944992236445268</cx:pt>
          <cx:pt idx="1530">-0.022783418616214354</cx:pt>
          <cx:pt idx="1531">-0.00038134681714960858</cx:pt>
          <cx:pt idx="1532">0.010974461504371697</cx:pt>
          <cx:pt idx="1533">-0.00018907027003851708</cx:pt>
          <cx:pt idx="1534">0.010236434551825725</cx:pt>
          <cx:pt idx="1535">0.007147311155121211</cx:pt>
          <cx:pt idx="1536">0.0034654296264955788</cx:pt>
          <cx:pt idx="1537">-0.0016506871871109626</cx:pt>
          <cx:pt idx="1538">-0.0041681806588655199</cx:pt>
          <cx:pt idx="1539">9.3902478907371425e-05</cx:pt>
          <cx:pt idx="1540">0.0018389857670707624</cx:pt>
          <cx:pt idx="1541">0.00048971914137519888</cx:pt>
          <cx:pt idx="1542">0.0038670798687836078</cx:pt>
          <cx:pt idx="1543">-0.0079846685538538572</cx:pt>
          <cx:pt idx="1544">-0.012089160543301471</cx:pt>
          <cx:pt idx="1545">0.0015249834617445312</cx:pt>
          <cx:pt idx="1546">-0.0029581674385967243</cx:pt>
          <cx:pt idx="1547">-0.0026681530680285016</cx:pt>
          <cx:pt idx="1548">-0.010775923222885817</cx:pt>
          <cx:pt idx="1549">-0.016153285626956705</cx:pt>
          <cx:pt idx="1550">0.011261622608060016</cx:pt>
          <cx:pt idx="1551">-0.001980034175065289</cx:pt>
          <cx:pt idx="1552">-0.0098676985740195761</cx:pt>
          <cx:pt idx="1553">-0.0014841320539301988</cx:pt>
          <cx:pt idx="1554">0.020544516539420236</cx:pt>
          <cx:pt idx="1555">0.0034330624149088575</cx:pt>
          <cx:pt idx="1556">0.003868027454681189</cx:pt>
          <cx:pt idx="1557">0.013173188787946401</cx:pt>
          <cx:pt idx="1558">-0.0031847903555632072</cx:pt>
          <cx:pt idx="1559">0.0068065565119276661</cx:pt>
          <cx:pt idx="1560">0.0050379337400108422</cx:pt>
          <cx:pt idx="1561">0.0020642410802326106</cx:pt>
          <cx:pt idx="1562">-0.0012161965922143389</cx:pt>
          <cx:pt idx="1563">-0.0045298379126396228</cx:pt>
          <cx:pt idx="1564">0.0033403323885550194</cx:pt>
          <cx:pt idx="1565">0.011274615715322298</cx:pt>
          <cx:pt idx="1566">0.0047771779791699132</cx:pt>
          <cx:pt idx="1567">-0.0049537202201064539</cx:pt>
          <cx:pt idx="1568">0.0076644566461707706</cx:pt>
          <cx:pt idx="1569">0.019466382296998787</cx:pt>
          <cx:pt idx="1570">0.010243662914726184</cx:pt>
          <cx:pt idx="1571">-0.014294684653016324</cx:pt>
          <cx:pt idx="1572">-0.0026617876433998725</cx:pt>
          <cx:pt idx="1573">-0.0028682581567045368</cx:pt>
          <cx:pt idx="1574">0.014354198234322525</cx:pt>
          <cx:pt idx="1575">0.0036019095570110548</cx:pt>
          <cx:pt idx="1576">-0.00048985811036434497</cx:pt>
          <cx:pt idx="1577">0.0014541338437685739</cx:pt>
          <cx:pt idx="1578">0.00062208329169979762</cx:pt>
          <cx:pt idx="1579">0.0018510184949008962</cx:pt>
          <cx:pt idx="1580">-0.0043603683122279283</cx:pt>
          <cx:pt idx="1581">-0.0013766214738280917</cx:pt>
          <cx:pt idx="1582">0.007349922885009596</cx:pt>
          <cx:pt idx="1583">0.0066347395923205404</cx:pt>
          <cx:pt idx="1584">-0.0085428609007591472</cx:pt>
          <cx:pt idx="1585">0.0028583418931986499</cx:pt>
          <cx:pt idx="1586">0.0039475057276160408</cx:pt>
          <cx:pt idx="1587">-0.0083392185919393055</cx:pt>
          <cx:pt idx="1588">0.0022772344193432892</cx:pt>
          <cx:pt idx="1589">-0.012850694519515496</cx:pt>
          <cx:pt idx="1590">-0.00025651865981884801</cx:pt>
          <cx:pt idx="1591">0.0032375190074133758</cx:pt>
          <cx:pt idx="1592">0.0081164284287087579</cx:pt>
          <cx:pt idx="1593">0.0025311865354967289</cx:pt>
          <cx:pt idx="1594">0.011433601647132462</cx:pt>
          <cx:pt idx="1595">-0.0089257844273850639</cx:pt>
          <cx:pt idx="1596">-0.00044501282421192365</cx:pt>
          <cx:pt idx="1597">0.010731863360018461</cx:pt>
          <cx:pt idx="1598">-0.0024180675186784915</cx:pt>
          <cx:pt idx="1599">0.0079926345642859116</cx:pt>
          <cx:pt idx="1600">-0.006818689711605248</cx:pt>
          <cx:pt idx="1601">-0.014119557813824381</cx:pt>
          <cx:pt idx="1602">0.013195453412516701</cx:pt>
          <cx:pt idx="1603">0.005924678601829267</cx:pt>
          <cx:pt idx="1604">-0.0023421937688566227</cx:pt>
          <cx:pt idx="1605">0.00085242567986418044</cx:pt>
          <cx:pt idx="1606">-0.0021813379509490168</cx:pt>
          <cx:pt idx="1607">0.0097741438201461167</cx:pt>
          <cx:pt idx="1608">-0.0012193304415797906</cx:pt>
          <cx:pt idx="1609">0.0037516954764015998</cx:pt>
          <cx:pt idx="1610">-0.00022168943661501493</cx:pt>
          <cx:pt idx="1611">-0.00029839950466359393</cx:pt>
          <cx:pt idx="1612">-0.0046873746938925149</cx:pt>
          <cx:pt idx="1613">0.00086947483547904951</cx:pt>
          <cx:pt idx="1614">-0.0035368724652936022</cx:pt>
          <cx:pt idx="1615">0.003084828587667746</cx:pt>
          <cx:pt idx="1616">0.0048483829157938661</cx:pt>
          <cx:pt idx="1617">0.0037055773717463341</cx:pt>
          <cx:pt idx="1618">-0.0017529454981192866</cx:pt>
          <cx:pt idx="1619">-0.0088566823605911137</cx:pt>
          <cx:pt idx="1620">-0.0023774142809049538</cx:pt>
          <cx:pt idx="1621">0.006869610538429197</cx:pt>
          <cx:pt idx="1622">0.0014756945120872917</cx:pt>
          <cx:pt idx="1623">-0.0041136268901015268</cx:pt>
          <cx:pt idx="1624">-0.0031327248577480309</cx:pt>
          <cx:pt idx="1625">-0.013866349704959247</cx:pt>
          <cx:pt idx="1626">0.0047229565699539264</cx:pt>
          <cx:pt idx="1627">-0.0159922406233384</cx:pt>
          <cx:pt idx="1628">0.0097581020174234909</cx:pt>
          <cx:pt idx="1629">0.0020918852231317079</cx:pt>
          <cx:pt idx="1630">-0.0072183055521455545</cx:pt>
          <cx:pt idx="1631">0.0037739291954559406</cx:pt>
          <cx:pt idx="1632">0.0080749672594460989</cx:pt>
          <cx:pt idx="1633">-0.0016362452391443497</cx:pt>
          <cx:pt idx="1634">-0.0064983067196205287</cx:pt>
          <cx:pt idx="1635">0.010502896423426934</cx:pt>
          <cx:pt idx="1636">-0.0020249182601076725</cx:pt>
          <cx:pt idx="1637">0.0027725552279319219</cx:pt>
          <cx:pt idx="1638">-0.004502284307945293</cx:pt>
          <cx:pt idx="1639">0.004861723844172992</cx:pt>
          <cx:pt idx="1640">-0.0027605359940042241</cx:pt>
          <cx:pt idx="1641">0.005644504879912594</cx:pt>
          <cx:pt idx="1642">-5.8828333066219434e-05</cx:pt>
          <cx:pt idx="1643">0.0024526504854828512</cx:pt>
          <cx:pt idx="1644">0.011656151077745485</cx:pt>
          <cx:pt idx="1645">0.0037030190457825805</cx:pt>
          <cx:pt idx="1646">0.00066315005281917389</cx:pt>
          <cx:pt idx="1647">-0.0053542128288305256</cx:pt>
          <cx:pt idx="1648">0.00095745644331908758</cx:pt>
          <cx:pt idx="1649">0.00034714294587939081</cx:pt>
          <cx:pt idx="1650">-0.0019585774838801143</cx:pt>
          <cx:pt idx="1651">0.01307304712175532</cx:pt>
          <cx:pt idx="1652">0.0016186103949478595</cx:pt>
          <cx:pt idx="1653">0.0025260256878806603</cx:pt>
          <cx:pt idx="1654">-0.010621156650279906</cx:pt>
          <cx:pt idx="1655">0.0054855190622788751</cx:pt>
          <cx:pt idx="1656">-0.00051654010993677085</cx:pt>
          <cx:pt idx="1657">-0.0024793923740502252</cx:pt>
          <cx:pt idx="1658">0.0048538900414288226</cx:pt>
          <cx:pt idx="1659">-0.013159878351182029</cx:pt>
          <cx:pt idx="1660">0.0073770841773910818</cx:pt>
          <cx:pt idx="1661">0.0018888345551674819</cx:pt>
          <cx:pt idx="1662">0.0029482554261183787</cx:pt>
          <cx:pt idx="1663">0.0078061536873655383</cx:pt>
          <cx:pt idx="1664">0.0034673886999215197</cx:pt>
          <cx:pt idx="1665">-0.0017693937700848823</cx:pt>
          <cx:pt idx="1666">0.0078402499277401231</cx:pt>
          <cx:pt idx="1667">0.0053884571280401064</cx:pt>
          <cx:pt idx="1668">0.00016901613585527649</cx:pt>
          <cx:pt idx="1669">-0.012905468657464959</cx:pt>
          <cx:pt idx="1670">0.0086041080934825161</cx:pt>
          <cx:pt idx="1671">0.0012168355170001581</cx:pt>
          <cx:pt idx="1672">-0.00445061630292151</cx:pt>
          <cx:pt idx="1673">-0.0083939021674813517</cx:pt>
          <cx:pt idx="1674">0.00039855616188820434</cx:pt>
          <cx:pt idx="1675">-0.0056115037110695976</cx:pt>
          <cx:pt idx="1676">0.0026476402191490901</cx:pt>
          <cx:pt idx="1677">0.0065984169892286211</cx:pt>
          <cx:pt idx="1678">0.001518989918805504</cx:pt>
          <cx:pt idx="1679">0.0034457903297485568</cx:pt>
          <cx:pt idx="1680">0.0037436999036815836</cx:pt>
          <cx:pt idx="1681">0.00053351105171937224</cx:pt>
          <cx:pt idx="1682">-0.013745353973293458</cx:pt>
          <cx:pt idx="1683">0.0067698678930989114</cx:pt>
          <cx:pt idx="1684">-0.0064953009378628671</cx:pt>
          <cx:pt idx="1685">-0.0021993028686003034</cx:pt>
          <cx:pt idx="1686">0.0005495202343020172</cx:pt>
          <cx:pt idx="1687">-0.0079136907636771954</cx:pt>
          <cx:pt idx="1688">0.0046548432034337417</cx:pt>
          <cx:pt idx="1689">-0.0027967761875787936</cx:pt>
          <cx:pt idx="1690">-0.0052229142994973891</cx:pt>
          <cx:pt idx="1691">-0.010062888376304742</cx:pt>
          <cx:pt idx="1692">-0.00093800174411774143</cx:pt>
          <cx:pt idx="1693">0.0020818588816244451</cx:pt>
          <cx:pt idx="1694">0.0030812913251020671</cx:pt>
          <cx:pt idx="1695">-0.0010786022267984588</cx:pt>
          <cx:pt idx="1696">-0.0067640453223835025</cx:pt>
          <cx:pt idx="1697">-0.014994117260178423</cx:pt>
          <cx:pt idx="1698">0.0059118526076230582</cx:pt>
          <cx:pt idx="1699">-0.018824492942431131</cx:pt>
          <cx:pt idx="1700">0.00039795507548677533</cx:pt>
          <cx:pt idx="1701">-0.00382378973953768</cx:pt>
          <cx:pt idx="1702">0.0044504411489905121</cx:pt>
          <cx:pt idx="1703">0.011517614199991375</cx:pt>
          <cx:pt idx="1704">0.0039050806985002576</cx:pt>
          <cx:pt idx="1705">-0.00026546941480803466</cx:pt>
          <cx:pt idx="1706">-0.00064422553786432253</cx:pt>
          <cx:pt idx="1707">0.0013390097083144808</cx:pt>
          <cx:pt idx="1708">0.00080245383007959302</cx:pt>
          <cx:pt idx="1709">0.010165979537505152</cx:pt>
          <cx:pt idx="1710">-0.00053340963181141936</cx:pt>
          <cx:pt idx="1711">-0.0046219926303369303</cx:pt>
          <cx:pt idx="1712">0.002951425548828037</cx:pt>
          <cx:pt idx="1713">0.0077311952559207097</cx:pt>
          <cx:pt idx="1714">-0.002503656544299199</cx:pt>
          <cx:pt idx="1715">0.005439434857854579</cx:pt>
          <cx:pt idx="1716">0.00045306025073276298</cx:pt>
          <cx:pt idx="1717">0.003658278261286806</cx:pt>
          <cx:pt idx="1718">-0.0033293829143124917</cx:pt>
          <cx:pt idx="1719">0.00037829281891753829</cx:pt>
          <cx:pt idx="1720">-3.0019000636246859e-06</cx:pt>
          <cx:pt idx="1721">-0.00074169052468862201</cx:pt>
          <cx:pt idx="1722">0.0038001074380423702</cx:pt>
          <cx:pt idx="1723">0.0089831512848860054</cx:pt>
          <cx:pt idx="1724">0.0018228511679786487</cx:pt>
          <cx:pt idx="1725">0.0055108631079293108</cx:pt>
          <cx:pt idx="1726">-0.0082261445134737248</cx:pt>
          <cx:pt idx="1727">0.0037576342773466328</cx:pt>
          <cx:pt idx="1728">0.0016679934048797061</cx:pt>
          <cx:pt idx="1729">-0.0001944890483221803</cx:pt>
          <cx:pt idx="1730">-0.0007520297865769032</cx:pt>
          <cx:pt idx="1731">0.0019741321843110096</cx:pt>
          <cx:pt idx="1732">-0.011649282611826399</cx:pt>
          <cx:pt idx="1733">-0.0040894662116627038</cx:pt>
          <cx:pt idx="1734">-0.0034305692055211379</cx:pt>
          <cx:pt idx="1735">-0.0075473027158977548</cx:pt>
          <cx:pt idx="1736">0.0087086305374096985</cx:pt>
          <cx:pt idx="1737">0.0053812571143652035</cx:pt>
          <cx:pt idx="1738">-0.001211508983737663</cx:pt>
          <cx:pt idx="1739">-0.015576999326800534</cx:pt>
          <cx:pt idx="1740">0.0013468948177682526</cx:pt>
          <cx:pt idx="1741">-0.025933619134020109</cx:pt>
          <cx:pt idx="1742">-0.0060896077969615266</cx:pt>
          <cx:pt idx="1743">0.0051819770408896597</cx:pt>
          <cx:pt idx="1744">0.014540327969168846</cx:pt>
          <cx:pt idx="1745">0.017024449858425428</cx:pt>
          <cx:pt idx="1746">0.0012614390220967318</cx:pt>
          <cx:pt idx="1747">-0.0038286989120512745</cx:pt>
          <cx:pt idx="1748">0.0019487958602683265</cx:pt>
          <cx:pt idx="1749">0.018632378076270072</cx:pt>
          <cx:pt idx="1750">0.015090333079068572</cx:pt>
          <cx:pt idx="1751">0.0037067410576395298</cx:pt>
          <cx:pt idx="1752">0.0097846151343774466</cx:pt>
          <cx:pt idx="1753">0.0060683689965795292</cx:pt>
          <cx:pt idx="1754">-0.014901919043324687</cx:pt>
          <cx:pt idx="1755">-8.506328221068922e-05</cx:pt>
          <cx:pt idx="1756">4.7451231635033423e-05</cx:pt>
          <cx:pt idx="1757">0.0029509913613777637</cx:pt>
          <cx:pt idx="1758">0.00043698777256863418</cx:pt>
          <cx:pt idx="1759">0.0088916434905033839</cx:pt>
          <cx:pt idx="1760">0.0075792643974076992</cx:pt>
          <cx:pt idx="1761">0.0034679070258956408</cx:pt>
          <cx:pt idx="1762">-0.0030592898113486386</cx:pt>
          <cx:pt idx="1763">0.0074648056731517597</cx:pt>
          <cx:pt idx="1764">0.00043559734770018909</cx:pt>
          <cx:pt idx="1765">0.0035840416995305963</cx:pt>
          <cx:pt idx="1766">0.0043934490403359514</cx:pt>
          <cx:pt idx="1767">-0.0010542453143367505</cx:pt>
          <cx:pt idx="1768">0.0026658397618614126</cx:pt>
          <cx:pt idx="1769">-0.0025711405657308064</cx:pt>
          <cx:pt idx="1770">-0.0020663516636224813</cx:pt>
          <cx:pt idx="1771">-0.00061893381800211104</cx:pt>
          <cx:pt idx="1772">0.0060353598643143455</cx:pt>
          <cx:pt idx="1773">0.0017387804753604998</cx:pt>
          <cx:pt idx="1774">-0.014539600096537351</cx:pt>
          <cx:pt idx="1775">0.0071859477147567527</cx:pt>
          <cx:pt idx="1776">-0.0052878298199203746</cx:pt>
          <cx:pt idx="1777">-0.00066670210986545118</cx:pt>
          <cx:pt idx="1778">-0.003915280774983345</cx:pt>
          <cx:pt idx="1779">-0.010277404722793515</cx:pt>
          <cx:pt idx="1780">-0.0081003200424180043</cx:pt>
          <cx:pt idx="1781">0.0044910777164311041</cx:pt>
          <cx:pt idx="1782">0.009756661986584033</cx:pt>
          <cx:pt idx="1783">0.0074815751948182751</cx:pt>
          <cx:pt idx="1784">-0.0015960699488688699</cx:pt>
          <cx:pt idx="1785">0.0090140928256568654</cx:pt>
          <cx:pt idx="1786">0.0014666696903664765</cx:pt>
          <cx:pt idx="1787">-0.011952794340868295</cx:pt>
          <cx:pt idx="1788">-0.00032733811337122976</cx:pt>
          <cx:pt idx="1789">0.0025304860756284169</cx:pt>
          <cx:pt idx="1790">-0.0014602767366497628</cx:pt>
          <cx:pt idx="1791">-0.010274276531707063</cx:pt>
          <cx:pt idx="1792">-0.0041316007330269326</cx:pt>
          <cx:pt idx="1793">-0.0029167826657890898</cx:pt>
          <cx:pt idx="1794">0.0014895863513003696</cx:pt>
          <cx:pt idx="1795">0.0011247679383745675</cx:pt>
          <cx:pt idx="1796">0.016044577190271928</cx:pt>
          <cx:pt idx="1797">-6.7865900656305194e-05</cx:pt>
          <cx:pt idx="1798">-0.0067542017845141095</cx:pt>
          <cx:pt idx="1799">-0.0075589230638535426</cx:pt>
          <cx:pt idx="1800">-0.019663368201473474</cx:pt>
          <cx:pt idx="1801">0.031496354599581285</cx:pt>
          <cx:pt idx="1802">-0.013134112174129336</cx:pt>
          <cx:pt idx="1803">-0.0045721838208741252</cx:pt>
          <cx:pt idx="1804">0.0075938455786250117</cx:pt>
          <cx:pt idx="1805">0.0066818912942143678</cx:pt>
          <cx:pt idx="1806">0.0023410911963179138</cx:pt>
          <cx:pt idx="1807">-0.022153583794978803</cx:pt>
          <cx:pt idx="1808">-0.027996582198633137</cx:pt>
          <cx:pt idx="1809">0.009021907251408565</cx:pt>
          <cx:pt idx="1810">-0.0071639449327409741</cx:pt>
          <cx:pt idx="1811">-0.010502314549541475</cx:pt>
          <cx:pt idx="1812">0.0084799098181295267</cx:pt>
          <cx:pt idx="1813">0.022807323190137747</cx:pt>
          <cx:pt idx="1814">0.0023398367635239711</cx:pt>
          <cx:pt idx="1815">0.0046003013453478339</cx:pt>
          <cx:pt idx="1816">0.00078916124615917337</cx:pt>
          <cx:pt idx="1817">0.00039894113616367462</cx:pt>
          <cx:pt idx="1818">0.0059583524813522793</cx:pt>
          <cx:pt idx="1819">-0.011978417577890955</cx:pt>
          <cx:pt idx="1820">0.0038873496166505032</cx:pt>
          <cx:pt idx="1821">0.0090108887369938842</cx:pt>
          <cx:pt idx="1822">0.0041020396316028499</cx:pt>
          <cx:pt idx="1823">0.010960747644486898</cx:pt>
          <cx:pt idx="1824">0.0019328946390253705</cx:pt>
          <cx:pt idx="1825">-0.0034480914156875316</cx:pt>
          <cx:pt idx="1826">0.014696912275884743</cx:pt>
          <cx:pt idx="1827">-0.0026395419418580395</cx:pt>
          <cx:pt idx="1828">0.00024580344794064747</cx:pt>
          <cx:pt idx="1829">0.014896166208077103</cx:pt>
          <cx:pt idx="1830">0.0069822238580441757</cx:pt>
          <cx:pt idx="1831">0.0049026930453798731</cx:pt>
          <cx:pt idx="1832">-0.0038618763192690576</cx:pt>
          <cx:pt idx="1833">0.0017637623367673274</cx:pt>
          <cx:pt idx="1834">0.008632053627667691</cx:pt>
          <cx:pt idx="1835">-0.0012528466344183704</cx:pt>
          <cx:pt idx="1836">-0.0072826883322525994</cx:pt>
          <cx:pt idx="1837">0.014236426825217613</cx:pt>
          <cx:pt idx="1838">0.012903287927140822</cx:pt>
          <cx:pt idx="1839">0.0045649006873678061</cx:pt>
          <cx:pt idx="1840">-0.015636262514483631</cx:pt>
          <cx:pt idx="1841">0.0051902896724505508</cx:pt>
          <cx:pt idx="1842">-0.012335523514856572</cx:pt>
          <cx:pt idx="1843">-0.00013130982971276494</cx:pt>
          <cx:pt idx="1844">0.015243732772264424</cx:pt>
          <cx:pt idx="1845">-0.021985128388104555</cx:pt>
          <cx:pt idx="1846">-0.012014011465908418</cx:pt>
          <cx:pt idx="1847">-0.00060858028623848328</cx:pt>
          <cx:pt idx="1848">0.021322031190800686</cx:pt>
          <cx:pt idx="1849">-0.015153221231082701</cx:pt>
          <cx:pt idx="1850">0.0013225419423693596</cx:pt>
          <cx:pt idx="1851">-0.000342606545628454</cx:pt>
          <cx:pt idx="1852">-0.01352432244807044</cx:pt>
          <cx:pt idx="1853">-0.00096753560110173105</cx:pt>
          <cx:pt idx="1854">0.0016371132209822476</cx:pt>
          <cx:pt idx="1855">0.013664983026177935</cx:pt>
          <cx:pt idx="1856">0.0045977420503905079</cx:pt>
          <cx:pt idx="1857">-0.026564832893774842</cx:pt>
          <cx:pt idx="1858">-0.056204973734592226</cx:pt>
          <cx:pt idx="1859">-0.020812910295397148</cx:pt>
          <cx:pt idx="1860">0.0042760954357275059</cx:pt>
          <cx:pt idx="1861">0.021667223174159183</cx:pt>
          <cx:pt idx="1862">0.016397715221189796</cx:pt>
          <cx:pt idx="1863">-0.0011451609514268328</cx:pt>
          <cx:pt idx="1864">0.010514498264488744</cx:pt>
          <cx:pt idx="1865">0.011073006117916234</cx:pt>
          <cx:pt idx="1866">-0.0072877155858940956</cx:pt>
          <cx:pt idx="1867">-0.011922956194900846</cx:pt>
          <cx:pt idx="1868">0.01143636884221679</cx:pt>
          <cx:pt idx="1869">-0.011782283561503763</cx:pt>
          <cx:pt idx="1870">0.00045931325762816819</cx:pt>
          <cx:pt idx="1871">0.0019427856787466065</cx:pt>
          <cx:pt idx="1872">-0.017220895563470777</cx:pt>
          <cx:pt idx="1873">-0.015225336133603981</cx:pt>
          <cx:pt idx="1874">-0.0024979091137892532</cx:pt>
          <cx:pt idx="1875">-0.020943561576925816</cx:pt>
          <cx:pt idx="1876">-0.012060026726991012</cx:pt>
          <cx:pt idx="1877">-6.9486028392882709e-05</cx:pt>
          <cx:pt idx="1878">-0.00091186795044266545</cx:pt>
          <cx:pt idx="1879">-0.0041984568013886418</cx:pt>
          <cx:pt idx="1880">0.024851015402114582</cx:pt>
          <cx:pt idx="1881">-0.0075018810288793505</cx:pt>
          <cx:pt idx="1882">0.019571085159765592</cx:pt>
          <cx:pt idx="1883">0.015461838217366717</cx:pt>
          <cx:pt idx="1884">-0.002069150850448385</cx:pt>
          <cx:pt idx="1885">-0.013281103605058618</cx:pt>
          <cx:pt idx="1886">0.0011364765928739027</cx:pt>
          <cx:pt idx="1887">0.00023044968235864618</cx:pt>
          <cx:pt idx="1888">0.015802929838521895</cx:pt>
          <cx:pt idx="1889">-0.0045430914336118322</cx:pt>
          <cx:pt idx="1890">0.0012742974218171658</cx:pt>
          <cx:pt idx="1891">-0.00057785218426495573</cx:pt>
          <cx:pt idx="1892">-0.00075855440275146785</cx:pt>
          <cx:pt idx="1893">-0.00015333057122704738</cx:pt>
          <cx:pt idx="1894">-0.0016622319041973306</cx:pt>
          <cx:pt idx="1895">-0.0032283193454337627</cx:pt>
          <cx:pt idx="1896">0.0016283436769857671</cx:pt>
          <cx:pt idx="1897">0.0039494866667056242</cx:pt>
          <cx:pt idx="1898">-0.0088031624522143942</cx:pt>
          <cx:pt idx="1899">0.012227775316335936</cx:pt>
          <cx:pt idx="1900">-0.0069060714257154765</cx:pt>
          <cx:pt idx="1901">0.0060004923393245395</cx:pt>
          <cx:pt idx="1902">0.0063240370299976504</cx:pt>
          <cx:pt idx="1903">0.0062039973301184891</cx:pt>
          <cx:pt idx="1904">-0.012387866142854472</cx:pt>
          <cx:pt idx="1905">0.012276729851522608</cx:pt>
          <cx:pt idx="1906">0.014598443319161807</cx:pt>
          <cx:pt idx="1907">-0.0033618379347370724</cx:pt>
          <cx:pt idx="1908">0.0097010136731714991</cx:pt>
          <cx:pt idx="1909">-0.005632799243507812</cx:pt>
          <cx:pt idx="1910">0.0019446231846477287</cx:pt>
          <cx:pt idx="1911">-0.012157498774861176</cx:pt>
          <cx:pt idx="1912">-0.0046568223550541099</cx:pt>
          <cx:pt idx="1913">0.00048465071492739765</cx:pt>
          <cx:pt idx="1914">0.0010601505930167841</cx:pt>
          <cx:pt idx="1915">0.0075549857846510613</cx:pt>
          <cx:pt idx="1916">-0.00087575917188202298</cx:pt>
          <cx:pt idx="1917">0.0082968595518845417</cx:pt>
          <cx:pt idx="1918">0.010529161573572756</cx:pt>
          <cx:pt idx="1919">0.018568312477372492</cx:pt>
          <cx:pt idx="1920">-0.0030079025263070949</cx:pt>
          <cx:pt idx="1921">0.001022973451339345</cx:pt>
          <cx:pt idx="1922">-0.0050394208881190819</cx:pt>
          <cx:pt idx="1923">-0.01224582988480862</cx:pt>
          <cx:pt idx="1924">-0.0049549388292865065</cx:pt>
          <cx:pt idx="1925">0.0041945023283257435</cx:pt>
          <cx:pt idx="1926">0.0044460922897660068</cx:pt>
          <cx:pt idx="1927">-0.024203052293671024</cx:pt>
          <cx:pt idx="1928">-0.00084162197548898654</cx:pt>
          <cx:pt idx="1929">-0.0078087038629477204</cx:pt>
          <cx:pt idx="1930">-0.0035182982024007112</cx:pt>
          <cx:pt idx="1931">0.0085382682110284863</cx:pt>
          <cx:pt idx="1932">-0.014151681594409545</cx:pt>
          <cx:pt idx="1933">-0.0056843616819571043</cx:pt>
          <cx:pt idx="1934">0.018603233883756617</cx:pt>
          <cx:pt idx="1935">0.0010463795884609994</cx:pt>
          <cx:pt idx="1936">0.0071384807270616938</cx:pt>
          <cx:pt idx="1937">0.0052579675248161728</cx:pt>
          <cx:pt idx="1938">-0.031791999597590756</cx:pt>
          <cx:pt idx="1939">-0.0013863545583242814</cx:pt>
          <cx:pt idx="1940">-0.010226459934677159</cx:pt>
          <cx:pt idx="1941">0.00416393598097507</cx:pt>
          <cx:pt idx="1942">0.0062218341300087137</cx:pt>
          <cx:pt idx="1943">-0.0041160820762740549</cx:pt>
          <cx:pt idx="1944">-0.001528701164763901</cx:pt>
          <cx:pt idx="1945">-0.0021517906691250811</cx:pt>
          <cx:pt idx="1946">-0.017018208183814595</cx:pt>
          <cx:pt idx="1947">-0.0016929897396425063</cx:pt>
          <cx:pt idx="1948">-0.016568761398309297</cx:pt>
          <cx:pt idx="1949">0.011743011397540372</cx:pt>
          <cx:pt idx="1950">-0.013321387148380555</cx:pt>
          <cx:pt idx="1951">-0.019919187336483641</cx:pt>
          <cx:pt idx="1952">0.019714478863286776</cx:pt>
          <cx:pt idx="1953">0.015213116304612325</cx:pt>
          <cx:pt idx="1954">-0.0051110747017280985</cx:pt>
          <cx:pt idx="1955">-0.014162467012594509</cx:pt>
          <cx:pt idx="1956">-0.014339806713891016</cx:pt>
          <cx:pt idx="1957">0.0025462738877343569</cx:pt>
          <cx:pt idx="1958">0.011237607331452263</cx:pt>
          <cx:pt idx="1959">0.0041783118061968667</cx:pt>
          <cx:pt idx="1960">0.015078081710517657</cx:pt>
          <cx:pt idx="1961">-0.015519119463069097</cx:pt>
          <cx:pt idx="1962">0.0092673889998723859</cx:pt>
          <cx:pt idx="1963">0.013541017043019956</cx:pt>
          <cx:pt idx="1964">-0.0054553076976069387</cx:pt>
          <cx:pt idx="1965">-0.012623201555061515</cx:pt>
          <cx:pt idx="1966">0.015439720175534214</cx:pt>
          <cx:pt idx="1967">0.020365098746435491</cx:pt>
          <cx:pt idx="1968">0.0112626193438457</cx:pt>
          <cx:pt idx="1969">0.008072606867893314</cx:pt>
          <cx:pt idx="1970">-0.0017955912575962345</cx:pt>
          <cx:pt idx="1971">0.020390964232229785</cx:pt>
          <cx:pt idx="1972">-0.0052708516461892792</cx:pt>
          <cx:pt idx="1973">-0.00092574725624124815</cx:pt>
          <cx:pt idx="1974">-0.012602070617293158</cx:pt>
          <cx:pt idx="1975">-0.0034178374975517749</cx:pt>
          <cx:pt idx="1976">0.014789413749028786</cx:pt>
          <cx:pt idx="1977">0.010173510002895025</cx:pt>
          <cx:pt idx="1978">0.0012059160549825006</cx:pt>
          <cx:pt idx="1979">-0.01365848769325303</cx:pt>
          <cx:pt idx="1980">0.02261090201558397</cx:pt>
          <cx:pt idx="1981">0.00011960115693611492</cx:pt>
          <cx:pt idx="1982">-0.012474272676214326</cx:pt>
          <cx:pt idx="1983">0.017219536398641284</cx:pt>
          <cx:pt idx="1984">0.0043071293551676399</cx:pt>
          <cx:pt idx="1985">-0.0016815525901385296</cx:pt>
          <cx:pt idx="1986">0.010799981563264819</cx:pt>
          <cx:pt idx="1987">0.011285825985807633</cx:pt>
          <cx:pt idx="1988">0.005912146091184972</cx:pt>
          <cx:pt idx="1989">0.0045279524079503922</cx:pt>
          <cx:pt idx="1990">5.0699367001049163e-05</cx:pt>
          <cx:pt idx="1991">-0.0012979093199732695</cx:pt>
          <cx:pt idx="1992">-0.0029764340713584344</cx:pt>
          <cx:pt idx="1993">0.015514056944081915</cx:pt>
          <cx:pt idx="1994">0.0044905200137909159</cx:pt>
          <cx:pt idx="1995">0.0054511832721236752</cx:pt>
          <cx:pt idx="1996">-0.011780488545350035</cx:pt>
          <cx:pt idx="1997">-0.00734660134990444</cx:pt>
          <cx:pt idx="1998">0.0020647563804353543</cx:pt>
          <cx:pt idx="1999">0.0024485599249767145</cx:pt>
          <cx:pt idx="2000">-0.0099607971316278531</cx:pt>
          <cx:pt idx="2001">0.010607420472507305</cx:pt>
          <cx:pt idx="2002">-0.0011968519832263817</cx:pt>
          <cx:pt idx="2003">0.00022824052796798346</cx:pt>
          <cx:pt idx="2004">-0.012711579148620767</cx:pt>
          <cx:pt idx="2005">-0.0068760648520021514</cx:pt>
          <cx:pt idx="2006">-0.00073255366951772451</cx:pt>
          <cx:pt idx="2007">0.0027655519009005688</cx:pt>
          <cx:pt idx="2008">0.0073477008589848325</cx:pt>
          <cx:pt idx="2009">-0.0044536229625016209</cx:pt>
          <cx:pt idx="2010">0.0052990172008567284</cx:pt>
          <cx:pt idx="2011">0.004823841251679525</cx:pt>
          <cx:pt idx="2012">-0.012664653388143734</cx:pt>
          <cx:pt idx="2013">0.0043613858147494916</cx:pt>
          <cx:pt idx="2014">-0.0042918079358440888</cx:pt>
          <cx:pt idx="2015">-0.00050932566466563994</cx:pt>
          <cx:pt idx="2016">0.002190588161129027</cx:pt>
          <cx:pt idx="2017">-0.0082590539476152802</cx:pt>
          <cx:pt idx="2018">0.024554633768945733</cx:pt>
          <cx:pt idx="2019">-0.011884292616272399</cx:pt>
          <cx:pt idx="2020">-0.0024287809166268757</cx:pt>
          <cx:pt idx="2021">0.0010585701184305674</cx:pt>
          <cx:pt idx="2022">-0.0098156138654227152</cx:pt>
          <cx:pt idx="2023">0.0053084740677251654</cx:pt>
          <cx:pt idx="2024">-0.0018238979466789903</cx:pt>
          <cx:pt idx="2025">-0.026240355049268919</cx:pt>
          <cx:pt idx="2026">-0.0081810967872979791</cx:pt>
          <cx:pt idx="2027">0.0068392389166656862</cx:pt>
          <cx:pt idx="2028">0.0025748492221439171</cx:pt>
          <cx:pt idx="2029">0.0058237502944113503</cx:pt>
          <cx:pt idx="2030">0.0024660191667816209</cx:pt>
          <cx:pt idx="2031">-0.0029757154151157017</cx:pt>
          <cx:pt idx="2032">-0.0028021896169136912</cx:pt>
          <cx:pt idx="2033">0.00053188060441818259</cx:pt>
          <cx:pt idx="2034">0.01143765547148011</cx:pt>
          <cx:pt idx="2035">0.011614430545141547</cx:pt>
          <cx:pt idx="2036">-0.0097594349021405246</cx:pt>
          <cx:pt idx="2037">-0.0068994718760764812</cx:pt>
          <cx:pt idx="2038">-0.00019777534795880334</cx:pt>
          <cx:pt idx="2039">-0.0041996960041862019</cx:pt>
          <cx:pt idx="2040">-0.0057819888115528727</cx:pt>
          <cx:pt idx="2041">0.00016884101100608919</cx:pt>
          <cx:pt idx="2042">0.010755312986609157</cx:pt>
          <cx:pt idx="2043">0.013315883229762666</cx:pt>
          <cx:pt idx="2044">-0.0085960569511273014</cx:pt>
          <cx:pt idx="2045">0.002330764648611679</cx:pt>
          <cx:pt idx="2046">-0.0083662018662236555</cx:pt>
          <cx:pt idx="2047">0.014693668984177769</cx:pt>
          <cx:pt idx="2048">-0.0041582257863674605</cx:pt>
          <cx:pt idx="2049">-0.0055172759683675921</cx:pt>
          <cx:pt idx="2050">-0.0031540059520851825</cx:pt>
          <cx:pt idx="2051">-0.0048948047331905274</cx:pt>
          <cx:pt idx="2052">-0.0023558153845110417</cx:pt>
          <cx:pt idx="2053">-0.0043258907084518213</cx:pt>
          <cx:pt idx="2054">-0.010440396101337525</cx:pt>
          <cx:pt idx="2055">0.012309642105389273</cx:pt>
          <cx:pt idx="2056">0.0011921508010274957</cx:pt>
          <cx:pt idx="2057">0.0054020669190696985</cx:pt>
          <cx:pt idx="2058">-0.010956834477572971</cx:pt>
          <cx:pt idx="2059">7.26615138071925e-05</cx:pt>
          <cx:pt idx="2060">-0.0071652222413997498</cx:pt>
          <cx:pt idx="2061">-0.002422491061126623</cx:pt>
          <cx:pt idx="2062">0.0048126673089631073</cx:pt>
          <cx:pt idx="2063">0.0066689672169018945</cx:pt>
          <cx:pt idx="2064">0.0071973898655723189</cx:pt>
          <cx:pt idx="2065">-0.0019149182908022927</cx:pt>
          <cx:pt idx="2066">-0.0033904269682789694</cx:pt>
          <cx:pt idx="2067">0.013646765145180833</cx:pt>
          <cx:pt idx="2068">-0.0029982332973673936</cx:pt>
          <cx:pt idx="2069">-0.0094122721883926844</cx:pt>
          <cx:pt idx="2070">-0.0046833524163813409</cx:pt>
          <cx:pt idx="2071">0.015668561251589289</cx:pt>
          <cx:pt idx="2072">0.0074513444451104732</cx:pt>
          <cx:pt idx="2073">0.00066578428330559393</cx:pt>
          <cx:pt idx="2074">0.005985625338234133</cx:pt>
          <cx:pt idx="2075">0.0034947512659969705</cx:pt>
          <cx:pt idx="2076">0.0078197741318131696</cx:pt>
          <cx:pt idx="2077">0.0053982084707115017</cx:pt>
          <cx:pt idx="2078">-0.0040680431438815104</cx:pt>
          <cx:pt idx="2079">0.008964744940386184</cx:pt>
          <cx:pt idx="2080">0.0016979476780316744</cx:pt>
          <cx:pt idx="2081">-0.00345614318625559</cx:pt>
          <cx:pt idx="2082">0.00035403424160281884</cx:pt>
          <cx:pt idx="2083">-0.0014710661271982051</cx:pt>
          <cx:pt idx="2084">0.0051518574032355579</cx:pt>
          <cx:pt idx="2085">-0.0051024790396654932</cx:pt>
          <cx:pt idx="2086">0.0056543260746529439</cx:pt>
          <cx:pt idx="2087">0.0037121473619379482</cx:pt>
          <cx:pt idx="2088">0.00085294447638868003</cx:pt>
          <cx:pt idx="2089">0.00067456776306791728</cx:pt>
          <cx:pt idx="2090">0.0076686687029546155</cx:pt>
          <cx:pt idx="2091">0.0055538241120543248</cx:pt>
          <cx:pt idx="2092">0.0016481331303679989</cx:pt>
          <cx:pt idx="2093">-0.0057143718324351531</cx:pt>
          <cx:pt idx="2094">0.0092950776319213856</cx:pt>
          <cx:pt idx="2095">0.0093839214911193135</cx:pt>
          <cx:pt idx="2096">0.0037229644734346357</cx:pt>
          <cx:pt idx="2097">-0.0025387174795466166</cx:pt>
          <cx:pt idx="2098">-0.0040854718819817396</cx:pt>
          <cx:pt idx="2099">-0.0024733939723152656</cx:pt>
          <cx:pt idx="2100">0.008381011625326968</cx:pt>
          <cx:pt idx="2101">0.00039078056881863344</cx:pt>
          <cx:pt idx="2102">-0.0030293281413900164</cx:pt>
          <cx:pt idx="2103">-0.0008583132839850284</cx:pt>
          <cx:pt idx="2104">0.0031133039097438085</cx:pt>
          <cx:pt idx="2105">0.0018889211283269793</cx:pt>
          <cx:pt idx="2106">-0.0036571809612712665</cx:pt>
          <cx:pt idx="2107">-0.0073658197265931268</cx:pt>
          <cx:pt idx="2108">-0.0026403966628436677</cx:pt>
          <cx:pt idx="2109">-0.0013380323508722306</cx:pt>
          <cx:pt idx="2110">-0.0012169386934867388</cx:pt>
          <cx:pt idx="2111">-0.0148272924221051</cx:pt>
          <cx:pt idx="2112">-0.0050813996489044045</cx:pt>
          <cx:pt idx="2113">-0.0053237514281194425</cx:pt>
          <cx:pt idx="2114">-0.0070947106925056064</cx:pt>
          <cx:pt idx="2115">0.0011085247560371023</cx:pt>
          <cx:pt idx="2116">-0.010712532570973784</cx:pt>
          <cx:pt idx="2117">0.0033707575852109503</cx:pt>
          <cx:pt idx="2118">0.0049699615748575749</cx:pt>
          <cx:pt idx="2119">0.012932931124577159</cx:pt>
          <cx:pt idx="2120">-0.0026349769880512448</cx:pt>
          <cx:pt idx="2121">-0.005394596947389009</cx:pt>
          <cx:pt idx="2122">-0.002671919443017738</cx:pt>
          <cx:pt idx="2123">0.0093098206392280627</cx:pt>
          <cx:pt idx="2124">0.0011941690504897564</cx:pt>
          <cx:pt idx="2125">0.0010016542466167108</cx:pt>
          <cx:pt idx="2126">0.0029011296262682323</cx:pt>
          <cx:pt idx="2127">0.0023093313596080781</cx:pt>
          <cx:pt idx="2128">0.0081679954288567357</cx:pt>
          <cx:pt idx="2129">-0.00095662445513582236</cx:pt>
          <cx:pt idx="2130">-0.0067985583610880133</cx:pt>
          <cx:pt idx="2131">0.0039778823324146187</cx:pt>
          <cx:pt idx="2132">0.0061042886635264875</cx:pt>
          <cx:pt idx="2133">-0.0063947798764861672</cx:pt>
          <cx:pt idx="2134">-0.0001546109619218372</cx:pt>
          <cx:pt idx="2135">0.001993360702014323</cx:pt>
          <cx:pt idx="2136">-0.0031537388275059363</cx:pt>
          <cx:pt idx="2137">-0.0023116078898004172</cx:pt>
          <cx:pt idx="2138">0.0096307000185285214</cx:pt>
          <cx:pt idx="2139">0.0057642819203688588</cx:pt>
          <cx:pt idx="2140">5.0962296352224625e-05</cx:pt>
          <cx:pt idx="2141">-0.0037898884186575998</cx:pt>
          <cx:pt idx="2142">-0.014893392901106717</cx:pt>
          <cx:pt idx="2143">3.5865794526963776e-05</cx:pt>
          <cx:pt idx="2144">-0.0016868254368046993</cx:pt>
          <cx:pt idx="2145">0.0041960594359228658</cx:pt>
          <cx:pt idx="2146">0.004109308960325856</cx:pt>
          <cx:pt idx="2147">0.0047466067137798117</cx:pt>
          <cx:pt idx="2148">-0.003061142584187982</cx:pt>
          <cx:pt idx="2149">-0.0019674213315105551</cx:pt>
          <cx:pt idx="2150">0.0078164104056319735</cx:pt>
          <cx:pt idx="2151">0.0096462674352061489</cx:pt>
          <cx:pt idx="2152">0.0039451417239750536</cx:pt>
          <cx:pt idx="2153">0.0034095662662390314</cx:pt>
          <cx:pt idx="2154">-0.00086117557522157875</cx:pt>
          <cx:pt idx="2155">0.0029920137588169146</cx:pt>
          <cx:pt idx="2156">-0.0081423623235879882</cx:pt>
          <cx:pt idx="2157">0.010447613984531409</cx:pt>
          <cx:pt idx="2158">-0.0048247618593425419</cx:pt>
          <cx:pt idx="2159">-0.0025884210920000001</cx:pt>
          <cx:pt idx="2160">0.0018332184324051743</cx:pt>
          <cx:pt idx="2161">-0.0017997332646276921</cx:pt>
          <cx:pt idx="2162">-0.013454557428434493</cx:pt>
          <cx:pt idx="2163">0.012612518691183577</cx:pt>
          <cx:pt idx="2164">-0.0040426039861632072</cx:pt>
          <cx:pt idx="2165">0.0011447395047586768</cx:pt>
          <cx:pt idx="2166">-0.0020484614453894837</cx:pt>
          <cx:pt idx="2167">0.002858798046516375</cx:pt>
          <cx:pt idx="2168">-0.0053258051601162825</cx:pt>
          <cx:pt idx="2169">-0.0089392001351615968</cx:pt>
          <cx:pt idx="2170">-0.0028997273955946399</cx:pt>
          <cx:pt idx="2171">-0.010628327530265937</cx:pt>
          <cx:pt idx="2172">0.0061181714082212584</cx:pt>
          <cx:pt idx="2173">-0.004614586938161175</cx:pt>
          <cx:pt idx="2174">-0.0036607661210708315</cx:pt>
          <cx:pt idx="2175">0.0082238890645908291</cx:pt>
          <cx:pt idx="2176">-0.0052122551839035476</cx:pt>
          <cx:pt idx="2177">0.0069047755354063982</cx:pt>
          <cx:pt idx="2178">0.0039686648040362258</cx:pt>
          <cx:pt idx="2179">0.0038175216421525307</cx:pt>
          <cx:pt idx="2180">0.0027268067542980147</cx:pt>
          <cx:pt idx="2181">-0.0030225422158926081</cx:pt>
          <cx:pt idx="2182">-0.0082982682418550353</cx:pt>
          <cx:pt idx="2183">-0.0072225620581756935</cx:pt>
          <cx:pt idx="2184">3.7408925224353788e-05</cx:pt>
          <cx:pt idx="2185">0.005321520434657433</cx:pt>
          <cx:pt idx="2186">0.00021533559217867216</cx:pt>
          <cx:pt idx="2187">0.01027034821113464</cx:pt>
          <cx:pt idx="2188">-0.0049650795362393176</cx:pt>
          <cx:pt idx="2189">0.003111827482553473</cx:pt>
          <cx:pt idx="2190">0.0050458582332731303</cx:pt>
          <cx:pt idx="2191">-0.0076087556618467797</cx:pt>
          <cx:pt idx="2192">0.00070190016053925841</cx:pt>
          <cx:pt idx="2193">-0.0027696979192833953</cx:pt>
          <cx:pt idx="2194">0.0018291271958825702</cx:pt>
          <cx:pt idx="2195">-0.01238463731081898</cx:pt>
          <cx:pt idx="2196">-0.0028174493444632358</cx:pt>
          <cx:pt idx="2197">-0.0044641764616801909</cx:pt>
          <cx:pt idx="2198">-0.0053330753146334214</cx:pt>
          <cx:pt idx="2199">-0.0084813155223265099</cx:pt>
          <cx:pt idx="2200">0.0016814133427303386</cx:pt>
          <cx:pt idx="2201">-0.0046003660588894626</cx:pt>
          <cx:pt idx="2202">-0.0059677983668776757</cx:pt>
          <cx:pt idx="2203">-0.0098452361147187886</cx:pt>
          <cx:pt idx="2204">0.010627458234928784</cx:pt>
          <cx:pt idx="2205">-0.0248168931026355</cx:pt>
          <cx:pt idx="2206">-0.0047129311639305602</cx:pt>
          <cx:pt idx="2207">0.0001559684968380708</cx:pt>
          <cx:pt idx="2208">0.010157105513993594</cx:pt>
          <cx:pt idx="2209">-0.0054093701188165297</cx:pt>
          <cx:pt idx="2210">-0.01089811241482035</cx:pt>
          <cx:pt idx="2211">0.0068435973501119029</cx:pt>
          <cx:pt idx="2212">0.010845239507931176</cx:pt>
          <cx:pt idx="2213">0.0065831786349269767</cx:pt>
          <cx:pt idx="2214">0.0054627378224889585</cx:pt>
          <cx:pt idx="2215">-0.004485594596104191</cx:pt>
          <cx:pt idx="2216">-0.0022820498358630094</cx:pt>
          <cx:pt idx="2217">-0.0012659369605289251</cx:pt>
          <cx:pt idx="2218">0.014394016144376118</cx:pt>
          <cx:pt idx="2219">0.0020429265453277895</cx:pt>
          <cx:pt idx="2220">-0.012445495505544361</cx:pt>
          <cx:pt idx="2221">-0.0091473841707596336</cx:pt>
          <cx:pt idx="2222">0.01662922365766422</cx:pt>
          <cx:pt idx="2223">0.0037697994894866104</cx:pt>
          <cx:pt idx="2224">0.003306456814348701</cx:pt>
          <cx:pt idx="2225">0.011734854941309953</cx:pt>
          <cx:pt idx="2226">0.0025705872663464137</cx:pt>
          <cx:pt idx="2227">0.0011524145048389138</cx:pt>
          <cx:pt idx="2228">0.0020573598796184392</cx:pt>
          <cx:pt idx="2229">-0.0035669105298998206</cx:pt>
          <cx:pt idx="2230">-0.0035153485969685034</cx:pt>
          <cx:pt idx="2231">0.0054799707814511857</cx:pt>
          <cx:pt idx="2232">0.004932323227736477</cx:pt>
          <cx:pt idx="2233">0.0037324978999142911</cx:pt>
          <cx:pt idx="2234">0.0036872647637579835</cx:pt>
          <cx:pt idx="2235">-0.017293913916369249</cx:pt>
          <cx:pt idx="2236">-0.0022847514728866303</cx:pt>
          <cx:pt idx="2237">0.00059322595833120526</cx:pt>
          <cx:pt idx="2238">0.0035001914278936447</cx:pt>
          <cx:pt idx="2239">0.0048526187507791294</cx:pt>
          <cx:pt idx="2240">0.0041301581034979534</cx:pt>
          <cx:pt idx="2241">-0.00078477433406638525</cx:pt>
          <cx:pt idx="2242">0.0060342881773268664</cx:pt>
          <cx:pt idx="2243">-0.0093632172813365392</cx:pt>
          <cx:pt idx="2244">0.0051942914251086169</cx:pt>
          <cx:pt idx="2245">-0.00034977020819304002</cx:pt>
          <cx:pt idx="2246">-0.00063446906138290519</cx:pt>
          <cx:pt idx="2247">-0.0049056996772227817</cx:pt>
          <cx:pt idx="2248">-0.0056137210954553454</cx:pt>
          <cx:pt idx="2249">-0.0013446174358597569</cx:pt>
          <cx:pt idx="2250">-0.0060572699499312054</cx:pt>
          <cx:pt idx="2251">0.0081264419874911079</cx:pt>
          <cx:pt idx="2252">0.0037476753920635797</cx:pt>
          <cx:pt idx="2253">0.014855826571772717</cx:pt>
          <cx:pt idx="2254">-0.016825033580510931</cx:pt>
          <cx:pt idx="2255">-0.0015000805428607138</cx:pt>
          <cx:pt idx="2256">0.010752479901621646</cx:pt>
          <cx:pt idx="2257">0.0010104811992943427</cx:pt>
          <cx:pt idx="2258">-0.021681899999344972</cx:pt>
          <cx:pt idx="2259">0.0078577850472722251</cx:pt>
          <cx:pt idx="2260">0.0076401112277160333</cx:pt>
          <cx:pt idx="2261">0.0036932652463675135</cx:pt>
          <cx:pt idx="2262">0.0040813444964020061</cx:pt>
          <cx:pt idx="2263">-0.00028605533491681239</cx:pt>
          <cx:pt idx="2264">0.0025213747540719605</cx:pt>
          <cx:pt idx="2265">0.015698951177664323</cx:pt>
          <cx:pt idx="2266">-0.0037378986765629844</cx:pt>
          <cx:pt idx="2267">-0.0014868590076208567</cx:pt>
          <cx:pt idx="2268">-0.0043764370110888967</cx:pt>
          <cx:pt idx="2269">0.0082514882676891586</cx:pt>
          <cx:pt idx="2270">0.0018067156445364179</cx:pt>
          <cx:pt idx="2271">0.00020693435148102853</cx:pt>
          <cx:pt idx="2272">-0.00016022138903274544</cx:pt>
          <cx:pt idx="2273">0.0034413146988904364</cx:pt>
          <cx:pt idx="2274">-0.0046185011880662437</cx:pt>
          <cx:pt idx="2275">-0.0019796836744868161</cx:pt>
          <cx:pt idx="2276">0.00073702323069714493</cx:pt>
          <cx:pt idx="2277">-0.0040806393167403029</cx:pt>
          <cx:pt idx="2278">-0.00083426233404893641</cx:pt>
          <cx:pt idx="2279">0.0084990227975597857</cx:pt>
          <cx:pt idx="2280">-0.012030512270773772</cx:pt>
          <cx:pt idx="2281">0.0094902249366815138</cx:pt>
          <cx:pt idx="2282">0.0057251749295571149</cx:pt>
          <cx:pt idx="2283">0.0056199521324205052</cx:pt>
          <cx:pt idx="2284">0.0037452179912322373</cx:pt>
          <cx:pt idx="2285">-0.0061121607866722978</cx:pt>
          <cx:pt idx="2286">0.021384328239425866</cx:pt>
          <cx:pt idx="2287">-0.002371899604679224</cx:pt>
          <cx:pt idx="2288">-0.0085689628932688645</cx:pt>
          <cx:pt idx="2289">0.0033684250364301037</cx:pt>
          <cx:pt idx="2290">-0.0018662737493891155</cx:pt>
          <cx:pt idx="2291">-0.00148599957409418</cx:pt>
          <cx:pt idx="2292">-0.0079272844582880843</cx:pt>
          <cx:pt idx="2293">0.0052177703680953008</cx:pt>
          <cx:pt idx="2294">-0.007860700264827972</cx:pt>
          <cx:pt idx="2295">-0.0023815021033108453</cx:pt>
          <cx:pt idx="2296">0.0024044767725110499</cx:pt>
          <cx:pt idx="2297">0.00099990378664462694</cx:pt>
          <cx:pt idx="2298">0.015987647739696624</cx:pt>
          <cx:pt idx="2299">0.0024521285356204361</cx:pt>
          <cx:pt idx="2300">0.0046839389592982514</cx:pt>
          <cx:pt idx="2301">0.0021869994238986399</cx:pt>
          <cx:pt idx="2302">-0.00056060470756690614</cx:pt>
          <cx:pt idx="2303">-0.0011905987461309636</cx:pt>
          <cx:pt idx="2304">0.00094733290017920109</cx:pt>
          <cx:pt idx="2305">-0.0034929884991887175</cx:pt>
          <cx:pt idx="2306">-0.0027440613130278449</cx:pt>
          <cx:pt idx="2307">-0.00016262907606495318</cx:pt>
          <cx:pt idx="2308">-0.00056371649286715434</cx:pt>
          <cx:pt idx="2309">0.0093808930964193616</cx:pt>
          <cx:pt idx="2310">0.0012376933186065014</cx:pt>
          <cx:pt idx="2311">0.00010106367300568656</cx:pt>
          <cx:pt idx="2312">0.0093185900626881445</cx:pt>
          <cx:pt idx="2313">0.0054325502283787633</cx:pt>
          <cx:pt idx="2314">0.00372492029084161</cx:pt>
          <cx:pt idx="2315">-0.0041894688204308604</cx:pt>
          <cx:pt idx="2316">-0.0042029608615231327</cx:pt>
          <cx:pt idx="2317">0.0073250841476034095</cx:pt>
          <cx:pt idx="2318">0.0026989385299149428</cx:pt>
          <cx:pt idx="2319">0.0014280909914893896</cx:pt>
          <cx:pt idx="2320">5.3541384784427568e-05</cx:pt>
          <cx:pt idx="2321">-0.0078761033492539233</cx:pt>
          <cx:pt idx="2322">-0.0050227969230020337</cx:pt>
          <cx:pt idx="2323">-0.0014809889844707464</cx:pt>
          <cx:pt idx="2324">0.0070631685219069628</cx:pt>
          <cx:pt idx="2325">-0.0019574441837663728</cx:pt>
          <cx:pt idx="2326">-0.0079941444748266033</cx:pt>
          <cx:pt idx="2327">-0.0077930344824909048</cx:pt>
          <cx:pt idx="2328">-0.010443907606646851</cx:pt>
          <cx:pt idx="2329">-0.0039565708457729573</cx:pt>
          <cx:pt idx="2330">0.0024054144274735828</cx:pt>
          <cx:pt idx="2331">-0.00064984249953626107</cx:pt>
          <cx:pt idx="2332">0.0038489195000630501</cx:pt>
          <cx:pt idx="2333">-0.0049385228940493457</cx:pt>
          <cx:pt idx="2334">-0.0035571937495363607</cx:pt>
          <cx:pt idx="2335">-0.0037568974743716526</cx:pt>
          <cx:pt idx="2336">-0.0048732454653684859</cx:pt>
          <cx:pt idx="2337">0.0010093997939298058</cx:pt>
          <cx:pt idx="2338">0.0044629280738809696</cx:pt>
          <cx:pt idx="2339">0.0019874915544688928</cx:pt>
          <cx:pt idx="2340">0.011171114708788614</cx:pt>
          <cx:pt idx="2341">0.011181067593194744</cx:pt>
          <cx:pt idx="2342">0.0014262260918901626</cx:pt>
          <cx:pt idx="2343">0.011392922529345479</cx:pt>
          <cx:pt idx="2344">-0.0011188734005006407</cx:pt>
          <cx:pt idx="2345">-0.0015907146344921778</cx:pt>
          <cx:pt idx="2346">0.0058246049392029859</cx:pt>
          <cx:pt idx="2347">-0.0035236773836645544</cx:pt>
          <cx:pt idx="2348">-0.0029793827172613142</cx:pt>
          <cx:pt idx="2349">0.0053791250196489095</cx:pt>
          <cx:pt idx="2350">0.0019941936532576485</cx:pt>
          <cx:pt idx="2351">3.4277294445798795e-05</cx:pt>
          <cx:pt idx="2352">0.0093735220884240203</cx:pt>
          <cx:pt idx="2353">-0.0016120190930531205</cx:pt>
          <cx:pt idx="2354">0.0047331039112358825</cx:pt>
          <cx:pt idx="2355">0.0057469976804804552</cx:pt>
          <cx:pt idx="2356">-0.00021158377561821375</cx:pt>
          <cx:pt idx="2357">-0.0021867203020925524</cx:pt>
          <cx:pt idx="2358">0.00053175653815488836</cx:pt>
          <cx:pt idx="2359">0.019838546449218553</cx:pt>
          <cx:pt idx="2360">-0.00050139997118890927</cx:pt>
          <cx:pt idx="2361">-0.0066122654948781358</cx:pt>
          <cx:pt idx="2362">0.0077540328411554805</cx:pt>
          <cx:pt idx="2363">-0.00026493690569049538</cx:pt>
          <cx:pt idx="2364">-0.012520927909888612</cx:pt>
          <cx:pt idx="2365">0.00020873790861364002</cx:pt>
          <cx:pt idx="2366">-0.0079773866378078685</cx:pt>
          <cx:pt idx="2367">-0.0047250310355816142</cx:pt>
          <cx:pt idx="2368">0.0024485426915914973</cx:pt>
          <cx:pt idx="2369">0.013852013939246741</cx:pt>
          <cx:pt idx="2370">-0.0009520189129786907</cx:pt>
          <cx:pt idx="2371">0.011905120725137911</cx:pt>
          <cx:pt idx="2372">0.00028999555858582292</cx:pt>
          <cx:pt idx="2373">0.0039763776406251854</cx:pt>
          <cx:pt idx="2374">-0.0073885847127899322</cx:pt>
          <cx:pt idx="2375">-0.0021157145514175378</cx:pt>
          <cx:pt idx="2376">-0.0003968185906823772</cx:pt>
          <cx:pt idx="2377">-0.01215218053424957</cx:pt>
          <cx:pt idx="2378">0.00091144897370075211</cx:pt>
          <cx:pt idx="2379">-0.003866413531368055</cx:pt>
          <cx:pt idx="2380">0.0065822952957054212</cx:pt>
          <cx:pt idx="2381">0.0010145064597051512</cx:pt>
          <cx:pt idx="2382">0.0008917001273510088</cx:pt>
          <cx:pt idx="2383">0.0029447464108668985</cx:pt>
          <cx:pt idx="2384">0.014693732675247694</cx:pt>
          <cx:pt idx="2385">-0.0066840638003571578</cx:pt>
          <cx:pt idx="2386">0.0014586194764954535</cx:pt>
          <cx:pt idx="2387">-0.0048494422663831914</cx:pt>
          <cx:pt idx="2388">-0.0064640788840659028</cx:pt>
          <cx:pt idx="2389">-0.004305228357075969</cx:pt>
          <cx:pt idx="2390">0.0045346453197037074</cx:pt>
          <cx:pt idx="2391">0.00062994421433522655</cx:pt>
          <cx:pt idx="2392">0.012741077524217204</cx:pt>
          <cx:pt idx="2393">-0.0039016166379339796</cx:pt>
          <cx:pt idx="2394">-0.002131171096091255</cx:pt>
          <cx:pt idx="2395">0.0061709953485007138</cx:pt>
          <cx:pt idx="2396">-0.0018367826644673938</cx:pt>
          <cx:pt idx="2397">0.0042374530668366495</cx:pt>
          <cx:pt idx="2398">-0.0059109383044946649</cx:pt>
          <cx:pt idx="2399">0.010768508120225669</cx:pt>
          <cx:pt idx="2400">0.017215313713210768</cx:pt>
          <cx:pt idx="2401">-0.0024726887407576803</cx:pt>
          <cx:pt idx="2402">-0.0019027048064074758</cx:pt>
          <cx:pt idx="2403">-0.003229947921836267</cx:pt>
          <cx:pt idx="2404">-0.0010624029721704987</cx:pt>
          <cx:pt idx="2405">0.0046318786690646707</cx:pt>
          <cx:pt idx="2406">0.00096673828825273784</cx:pt>
          <cx:pt idx="2407">0.0078354792470265548</cx:pt>
          <cx:pt idx="2408">0.0027097818862909491</cx:pt>
          <cx:pt idx="2409">-0.0050097916104254884</cx:pt>
          <cx:pt idx="2410">-0.0056629831564440547</cx:pt>
          <cx:pt idx="2411">0.015123033146908301</cx:pt>
          <cx:pt idx="2412">0.011348212904761621</cx:pt>
          <cx:pt idx="2413">-0.020185774268374822</cx:pt>
          <cx:pt idx="2414">0.0010693768163347905</cx:pt>
          <cx:pt idx="2415">0.0025368324325725435</cx:pt>
          <cx:pt idx="2416">0.00054861509407340718</cx:pt>
          <cx:pt idx="2417">0.001135113196287781</cx:pt>
          <cx:pt idx="2418">-0.003062288680691163</cx:pt>
          <cx:pt idx="2419">0.0047208490787096751</cx:pt>
          <cx:pt idx="2420">0.0052011365576706079</cx:pt>
          <cx:pt idx="2421">0.013002669572545816</cx:pt>
          <cx:pt idx="2422">0.0027781546961831772</cx:pt>
          <cx:pt idx="2423">0.0025687143175521765</cx:pt>
          <cx:pt idx="2424">0.0070585826394165812</cx:pt>
          <cx:pt idx="2425">0.0044149558465507782</cx:pt>
          <cx:pt idx="2426">-0.00043084284862974608</cx:pt>
          <cx:pt idx="2427">0.0031502664897533148</cx:pt>
          <cx:pt idx="2428">0.0073783726811003508</cx:pt>
          <cx:pt idx="2429">0.0029852123736282049</cx:pt>
          <cx:pt idx="2430">-0.0010508949570389105</cx:pt>
          <cx:pt idx="2431">0.00098949478397459384</cx:pt>
          <cx:pt idx="2432">0.0084676104193751062</cx:pt>
          <cx:pt idx="2433">0.0091414771488272078</cx:pt>
          <cx:pt idx="2434">0.0083392736181129787</cx:pt>
          <cx:pt idx="2435">-0.0063383631119138806</cx:pt>
          <cx:pt idx="2436">-0.0018641019148052207</cx:pt>
          <cx:pt idx="2437">0.009771673649969205</cx:pt>
          <cx:pt idx="2438">0.00253900904900783</cx:pt>
          <cx:pt idx="2439">-0.0091273187800909664</cx:pt>
          <cx:pt idx="2440">0.0024421713998119894</cx:pt>
          <cx:pt idx="2441">0.0071878410056525309</cx:pt>
          <cx:pt idx="2442">0.0014236535753729099</cx:pt>
          <cx:pt idx="2443">-0.011934224487960044</cx:pt>
          <cx:pt idx="2444">-0.00082160184354104966</cx:pt>
          <cx:pt idx="2445">-0.01010997364959848</cx:pt>
          <cx:pt idx="2446">0.0058621611243302616</cx:pt>
          <cx:pt idx="2447">0.0076393321363818776</cx:pt>
          <cx:pt idx="2448">-0.0014741008865643318</cx:pt>
          <cx:pt idx="2449">0.00042737482970305675</cx:pt>
          <cx:pt idx="2450">-0.0033770532524234529</cx:pt>
          <cx:pt idx="2451">0.00083280199679372589</cx:pt>
          <cx:pt idx="2452">0.001874173280315459</cx:pt>
          <cx:pt idx="2453">-0.0019601122407154939</cx:pt>
          <cx:pt idx="2454">-0.0087429739295899513</cx:pt>
          <cx:pt idx="2455">-0.0084083487760542707</cx:pt>
          <cx:pt idx="2456">0.0014458092656818014</cx:pt>
          <cx:pt idx="2457">-0.013481814753203416</cx:pt>
          <cx:pt idx="2458">0.0046349834717889938</cx:pt>
          <cx:pt idx="2459">0.007998291186387169</cx:pt>
          <cx:pt idx="2460">-0.0042587475831574141</cx:pt>
          <cx:pt idx="2461">0.0050974543352566631</cx:pt>
          <cx:pt idx="2462">0.0043748297453538917</cx:pt>
          <cx:pt idx="2463">0.0087679035279721301</cx:pt>
          <cx:pt idx="2464">-0.00013166955729540088</cx:pt>
          <cx:pt idx="2465">-0.0056691788177328228</cx:pt>
          <cx:pt idx="2466">0.0033312120137766418</cx:pt>
          <cx:pt idx="2467">-0.0097160594272569477</cx:pt>
          <cx:pt idx="2468">0.013798404256778224</cx:pt>
          <cx:pt idx="2469">-0.0027099924454764483</cx:pt>
          <cx:pt idx="2470">-0.002739040654741291</cx:pt>
          <cx:pt idx="2471">-0.0086087935900613956</cx:pt>
          <cx:pt idx="2472">0.0018541882121302007</cx:pt>
          <cx:pt idx="2473">-0.010118959945818283</cx:pt>
          <cx:pt idx="2474">0.0013414870222939778</cx:pt>
          <cx:pt idx="2475">0.004633930717837075</cx:pt>
          <cx:pt idx="2476">-0.0029202209428607962</cx:pt>
          <cx:pt idx="2477">0.003395546305453597</cx:pt>
          <cx:pt idx="2478">0.008337488095092804</cx:pt>
          <cx:pt idx="2479">-0.01873609959443966</cx:pt>
          <cx:pt idx="2480">9.5618693178390886e-05</cx:pt>
          <cx:pt idx="2481">0.011024125369173726</cx:pt>
          <cx:pt idx="2482">-0.0043158170454632716</cx:pt>
          <cx:pt idx="2483">0.0030813566025257948</cx:pt>
          <cx:pt idx="2484">0.0028048216707323411</cx:pt>
          <cx:pt idx="2485">-0.0030714685278919584</cx:pt>
          <cx:pt idx="2486">-0.0083594082775315399</cx:pt>
          <cx:pt idx="2487">0.0040414181896415357</cx:pt>
          <cx:pt idx="2488">0.0066819070748921393</cx:pt>
          <cx:pt idx="2489">0.0052242779489935507</cx:pt>
          <cx:pt idx="2490">0.0095477473884639039</cx:pt>
          <cx:pt idx="2491">0.0092734825658152883</cx:pt>
          <cx:pt idx="2492">0.0026934643613471757</cx:pt>
          <cx:pt idx="2493">0.008790391894633225</cx:pt>
          <cx:pt idx="2494">0.0017835226633150885</cx:pt>
          <cx:pt idx="2495">0.0015566591865566366</cx:pt>
          <cx:pt idx="2496">-0.0019143888988536685</cx:pt>
          <cx:pt idx="2497">-0.0054279780242836289</cx:pt>
          <cx:pt idx="2498">-0.0056345437238344998</cx:pt>
          <cx:pt idx="2499">0.0055460306974966624</cx:pt>
          <cx:pt idx="2500">-0.0047300574187566641</cx:pt>
          <cx:pt idx="2501">-0.011630945872035362</cx:pt>
          <cx:pt idx="2502">0.0041867696949100409</cx:pt>
          <cx:pt idx="2503">-0.0033137226654359115</cx:pt>
          <cx:pt idx="2504">0.0029667628198823872</cx:pt>
          <cx:pt idx="2505">-0.0036780430349461733</cx:pt>
          <cx:pt idx="2506">-0.0031394916256434523</cx:pt>
          <cx:pt idx="2507">0.001326756325214075</cx:pt>
          <cx:pt idx="2508">-0.013882782762223043</cx:pt>
          <cx:pt idx="2509">-0.0067974265555004135</cx:pt>
          <cx:pt idx="2510">0.00076273310723974901</cx:pt>
          <cx:pt idx="2511">-0.0065700732578738361</cx:pt>
          <cx:pt idx="2512">0.010439647120745896</cx:pt>
          <cx:pt idx="2513">-0.0021874100283665026</cx:pt>
          <cx:pt idx="2514">-0.0039599892047072986</cx:pt>
          <cx:pt idx="2515">-0.0096889083304213443</cx:pt>
          <cx:pt idx="2516">0.0015000679661753339</cx:pt>
          <cx:pt idx="2517">-0.0042563226861664872</cx:pt>
          <cx:pt idx="2518">0.003454680972691737</cx:pt>
          <cx:pt idx="2519">-0.013371368227507665</cx:pt>
          <cx:pt idx="2520">-0.0026552246783134478</cx:pt>
          <cx:pt idx="2521">0.0064655028590818392</cx:pt>
          <cx:pt idx="2522">-0.01384896311107392</cx:pt>
          <cx:pt idx="2523">-0.00064096267473081996</cx:pt>
          <cx:pt idx="2524">0.0039719014396566148</cx:pt>
          <cx:pt idx="2525">-0.0019876719331987413</cx:pt>
          <cx:pt idx="2526">0.0073471779011224595</cx:pt>
          <cx:pt idx="2527">0.0063966030623754102</cx:pt>
          <cx:pt idx="2528">0.0020479159815541136</cx:pt>
          <cx:pt idx="2529">-0.0043379627084922266</cx:pt>
          <cx:pt idx="2530">0.0042243442317686404</cx:pt>
          <cx:pt idx="2531">0.0058588424449524737</cx:pt>
          <cx:pt idx="2532">0.027885531287286672</cx:pt>
          <cx:pt idx="2533">-0.015530583747350996</cx:pt>
          <cx:pt idx="2534">0.0033516287521676708</cx:pt>
          <cx:pt idx="2535">0.0097963997920309034</cx:pt>
          <cx:pt idx="2536">-0.0065211946726884649</cx:pt>
          <cx:pt idx="2537">0.0038850644884082484</cx:pt>
          <cx:pt idx="2538">-0.0065671538060619915</cx:pt>
          <cx:pt idx="2539">0.0096690527486133441</cx:pt>
          <cx:pt idx="2540">0.0091738841711587714</cx:pt>
          <cx:pt idx="2541">-0.0016755858887812333</cx:pt>
          <cx:pt idx="2542">0.010587389390186294</cx:pt>
          <cx:pt idx="2543">0.014582117861975887</cx:pt>
          <cx:pt idx="2544">0.004850420211385046</cx:pt>
          <cx:pt idx="2545">0.010365150656404854</cx:pt>
          <cx:pt idx="2546">-0.012035740437651307</cx:pt>
          <cx:pt idx="2547">0.0033049994299220596</cx:pt>
          <cx:pt idx="2548">0.0090434167048064184</cx:pt>
          <cx:pt idx="2549">-0.010859243276893811</cx:pt>
          <cx:pt idx="2550">0.01220218619235567</cx:pt>
          <cx:pt idx="2551">-0.0017708481600003107</cx:pt>
          <cx:pt idx="2552">0.018144586496989079</cx:pt>
          <cx:pt idx="2553">-0.017925428520441884</cx:pt>
          <cx:pt idx="2554">0.0035477367341207062</cx:pt>
          <cx:pt idx="2555">0.013947113290206377</cx:pt>
          <cx:pt idx="2556">0.011002932786102405</cx:pt>
          <cx:pt idx="2557">-0.01945106613574251</cx:pt>
          <cx:pt idx="2558">0.005271065596048609</cx:pt>
          <cx:pt idx="2559">0.0016707786828317928</cx:pt>
          <cx:pt idx="2560">-0.0023133440388394323</cx:pt>
          <cx:pt idx="2561">-0.0055065244127794274</cx:pt>
          <cx:pt idx="2562">-0.0091802261737604432</cx:pt>
          <cx:pt idx="2563">-0.022247726193439125</cx:pt>
          <cx:pt idx="2564">-0.0031927728670826873</cx:pt>
          <cx:pt idx="2565">0.0022351758186934492</cx:pt>
          <cx:pt idx="2566">0.015540787863731647</cx:pt>
          <cx:pt idx="2567">-0.011952940072797517</cx:pt>
          <cx:pt idx="2568">0.00083116642800360623</cx:pt>
          <cx:pt idx="2569">-0.0023080826531124933</cx:pt>
          <cx:pt idx="2570">-0.0025806406262395098</cx:pt>
          <cx:pt idx="2571">0.0066285954061741205</cx:pt>
          <cx:pt idx="2572">-0.012196030055357462</cx:pt>
          <cx:pt idx="2573">0.015234838464501452</cx:pt>
          <cx:pt idx="2574">0.010016674114407164</cx:pt>
          <cx:pt idx="2575">-0.0037796616227489454</cx:pt>
          <cx:pt idx="2576">0.018511302701501055</cx:pt>
          <cx:pt idx="2577">0.0014288970046222487</cx:pt>
          <cx:pt idx="2578">-0.0059387536238084257</cx:pt>
          <cx:pt idx="2579">0.0096819587298643418</cx:pt>
          <cx:pt idx="2580">-0.042617129793058324</cx:pt>
          <cx:pt idx="2581">-0.0098789458533206954</cx:pt>
          <cx:pt idx="2582">-0.013995922741494129</cx:pt>
          <cx:pt idx="2583">0.043587923756836934</cx:pt>
          <cx:pt idx="2584">0.0043386305020330484</cx:pt>
          <cx:pt idx="2585">0.014786891904532806</cx:pt>
          <cx:pt idx="2586">0.015771218359738493</cx:pt>
          <cx:pt idx="2587">-0.0062342806827504716</cx:pt>
          <cx:pt idx="2588">-0.012444855178290547</cx:pt>
          <cx:pt idx="2589">0.018755138052368735</cx:pt>
          <cx:pt idx="2590">-0.0086219126946291084</cx:pt>
          <cx:pt idx="2591">0.017188020322260078</cx:pt>
          <cx:pt idx="2592">-0.0049019620458611137</cx:pt>
          <cx:pt idx="2593">-0.010783243118987</cx:pt>
          <cx:pt idx="2594">-0.0027747084015077444</cx:pt>
          <cx:pt idx="2595">-0.0021518937247117184</cx:pt>
          <cx:pt idx="2596">0.0081304776797470335</cx:pt>
          <cx:pt idx="2597">0.011015426049865341</cx:pt>
          <cx:pt idx="2598">-0.007272222827157975</cx:pt>
          <cx:pt idx="2599">0.005753037889742311</cx:pt>
          <cx:pt idx="2600">0.0020130405270809468</cx:pt>
          <cx:pt idx="2601">-0.0021079361618991602</cx:pt>
          <cx:pt idx="2602">0.0037968172261347299</cx:pt>
          <cx:pt idx="2603">-0.009188020026316782</cx:pt>
          <cx:pt idx="2604">-0.0080069263589322703</cx:pt>
          <cx:pt idx="2605">-0.0060467610808364464</cx:pt>
          <cx:pt idx="2606">-0.012433979490199339</cx:pt>
          <cx:pt idx="2607">0.0004598088089113894</cx:pt>
          <cx:pt idx="2608">0.020799465873911183</cx:pt>
          <cx:pt idx="2609">0.010193344828186502</cx:pt>
          <cx:pt idx="2610">0.0038766126794328695</cx:pt>
          <cx:pt idx="2611">0.0010013464097018497</cx:pt>
          <cx:pt idx="2612">-0.0057692478615137786</cx:pt>
          <cx:pt idx="2613">-0.0034747192362674269</cx:pt>
          <cx:pt idx="2614">0.0068644727556330951</cx:pt>
          <cx:pt idx="2615">0.0079748676146423839</cx:pt>
          <cx:pt idx="2616">-0.0046868675488682052</cx:pt>
          <cx:pt idx="2617">0.0032341840159319252</cx:pt>
          <cx:pt idx="2618">0.010257825064403118</cx:pt>
          <cx:pt idx="2619">0.001065017114058997</cx:pt>
          <cx:pt idx="2620">-0.0036398258498609322</cx:pt>
          <cx:pt idx="2621">-0.0059508492006795895</cx:pt>
          <cx:pt idx="2622">-0.0078789833606018773</cx:pt>
          <cx:pt idx="2623">0.00012628258936833538</cx:pt>
          <cx:pt idx="2624">-0.00012942705438756747</cx:pt>
          <cx:pt idx="2625">0.0022748269797936006</cx:pt>
          <cx:pt idx="2626">-0.0029083661073751529</cx:pt>
          <cx:pt idx="2627">0.0043045028557614244</cx:pt>
          <cx:pt idx="2628">-0.011169497892493965</cx:pt>
          <cx:pt idx="2629">-0.0017144954955578297</cx:pt>
          <cx:pt idx="2630">-0.0082133803405819179</cx:pt>
          <cx:pt idx="2631">0.0012698340366175047</cx:pt>
          <cx:pt idx="2632">0.0067026899793206059</cx:pt>
          <cx:pt idx="2633">0.011129779321536526</cx:pt>
          <cx:pt idx="2634">0.00064055771182023279</cx:pt>
          <cx:pt idx="2635">-0.012985085640956158</cx:pt>
          <cx:pt idx="2636">-0.002518986317541474</cx:pt>
          <cx:pt idx="2637">0.0073562566842652072</cx:pt>
          <cx:pt idx="2638">0.0039071376128678604</cx:pt>
          <cx:pt idx="2639">0.007951647779767642</cx:pt>
          <cx:pt idx="2640">-0.00078696734336424119</cx:pt>
          <cx:pt idx="2641">0.0031818504363302193</cx:pt>
          <cx:pt idx="2642">0.0024941376679855336</cx:pt>
          <cx:pt idx="2643">-0.014272181549334463</cx:pt>
          <cx:pt idx="2644">-0.010991006276871013</cx:pt>
          <cx:pt idx="2645">-0.00052592072057308854</cx:pt>
          <cx:pt idx="2646">-0.0048035973304942393</cx:pt>
          <cx:pt idx="2647">0.0025718978537469508</cx:pt>
          <cx:pt idx="2648">-0.0053236937047899235</cx:pt>
          <cx:pt idx="2649">0.0026587172870796219</cx:pt>
          <cx:pt idx="2650">0.010820223147837805</cx:pt>
          <cx:pt idx="2651">-0.0035792179751202545</cx:pt>
          <cx:pt idx="2652">0.0030772248969940614</cx:pt>
          <cx:pt idx="2653">0.0028956901278580291</cx:pt>
          <cx:pt idx="2654">-0.0029119073316921256</cx:pt>
          <cx:pt idx="2655">0.0010741416069687654</cx:pt>
          <cx:pt idx="2656">0.0027636570639614907</cx:pt>
          <cx:pt idx="2657">-0.010164821219745625</cx:pt>
          <cx:pt idx="2658">0.010253292398185796</cx:pt>
          <cx:pt idx="2659">-0.012693902032589648</cx:pt>
          <cx:pt idx="2660">-0.0076027001507281023</cx:pt>
          <cx:pt idx="2661">0.0025496571197424264</cx:pt>
          <cx:pt idx="2662">0.0039242434511749108</cx:pt>
          <cx:pt idx="2663">-0.0036484804040558113</cx:pt>
          <cx:pt idx="2664">0.016400169894256186</cx:pt>
          <cx:pt idx="2665">0.0069860007637933741</cx:pt>
          <cx:pt idx="2666">0.006573001193593192</cx:pt>
          <cx:pt idx="2667">0.0032878809828772466</cx:pt>
          <cx:pt idx="2668">0.00037386498089310763</cx:pt>
          <cx:pt idx="2669">-0.0047023624324769022</cx:pt>
          <cx:pt idx="2670">-0.0065861429837096395</cx:pt>
          <cx:pt idx="2671">0.0028308885915537866</cx:pt>
          <cx:pt idx="2672">-0.00038628507403859664</cx:pt>
          <cx:pt idx="2673">0.010972279260441255</cx:pt>
          <cx:pt idx="2674">0.0094970413381883795</cx:pt>
          <cx:pt idx="2675">-0.011788372411428714</cx:pt>
          <cx:pt idx="2676">-0.0056895997621101641</cx:pt>
          <cx:pt idx="2677">-0.014544131351939899</cx:pt>
          <cx:pt idx="2678">-0.0022917664106076848</cx:pt>
          <cx:pt idx="2679">-0.00031501140610334461</cx:pt>
          <cx:pt idx="2680">-0.0030426436156982956</cx:pt>
          <cx:pt idx="2681">0.0081052643399187451</cx:pt>
          <cx:pt idx="2682">0.0046173033431166155</cx:pt>
          <cx:pt idx="2683">0.00050712633734631418</cx:pt>
          <cx:pt idx="2684">5.9942975334995984e-06</cx:pt>
          <cx:pt idx="2685">0.00056483926895048615</cx:pt>
          <cx:pt idx="2686">4.1028336468178054e-05</cx:pt>
          <cx:pt idx="2687">0.005336103568526443</cx:pt>
          <cx:pt idx="2688">-0.0080386969052478989</cx:pt>
          <cx:pt idx="2689">0.0085950194554430537</cx:pt>
          <cx:pt idx="2690">-0.00025549869163615406</cx:pt>
          <cx:pt idx="2691">-0.0098808068932341019</cx:pt>
          <cx:pt idx="2692">0.004182746992972379</cx:pt>
          <cx:pt idx="2693">0.0098184855568772406</cx:pt>
          <cx:pt idx="2694">-0.011178260618377121</cx:pt>
          <cx:pt idx="2695">-0.0012187967985738183</cx:pt>
          <cx:pt idx="2696">-0.0059134598374182348</cx:pt>
          <cx:pt idx="2697">0.0045277043796068837</cx:pt>
          <cx:pt idx="2698">0.002146300436881981</cx:pt>
          <cx:pt idx="2699">-0.0059503206987292865</cx:pt>
          <cx:pt idx="2700">0.0027595523980581712</cx:pt>
          <cx:pt idx="2701">0.0012737128204234514</cx:pt>
          <cx:pt idx="2702">0.0011743676409067235</cx:pt>
          <cx:pt idx="2703">0.0001918442143096328</cx:pt>
          <cx:pt idx="2704">-0.0085830582373046804</cx:pt>
          <cx:pt idx="2705">0.0015984012698514315</cx:pt>
          <cx:pt idx="2706">-0.0051867582367192194</cx:pt>
          <cx:pt idx="2707">0.011278016208597681</cx:pt>
          <cx:pt idx="2708">-0.0082572602325101368</cx:pt>
          <cx:pt idx="2709">0.0012454189877679621</cx:pt>
          <cx:pt idx="2710">0.0073166771385795894</cx:pt>
          <cx:pt idx="2711">-0.0083648859860864649</cx:pt>
          <cx:pt idx="2712">0.020534777267061596</cx:pt>
          <cx:pt idx="2713">-0.0012772319128170331</cx:pt>
          <cx:pt idx="2714">-0.0025054761067055758</cx:pt>
          <cx:pt idx="2715">0.011432074020368933</cx:pt>
          <cx:pt idx="2716">-0.0019331485599794857</cx:pt>
          <cx:pt idx="2717">-0.0019421653430198129</cx:pt>
          <cx:pt idx="2718">0.0066226451829940174</cx:pt>
          <cx:pt idx="2719">-0.0053099178665042424</cx:pt>
          <cx:pt idx="2720">-0.0028331661179123715</cx:pt>
          <cx:pt idx="2721">-0.004471830583475442</cx:pt>
          <cx:pt idx="2722">-0.0098931291317610262</cx:pt>
          <cx:pt idx="2723">-0.021653357409900459</cx:pt>
          <cx:pt idx="2724">-0.0056449651295086478</cx:pt>
          <cx:pt idx="2725">-0.0048018378091245727</cx:pt>
          <cx:pt idx="2726">-0.0064152960281550772</cx:pt>
          <cx:pt idx="2727">0.0049844072472813626</cx:pt>
          <cx:pt idx="2728">-0.0023379172856121001</cx:pt>
          <cx:pt idx="2729">0.0011621870076760569</cx:pt>
          <cx:pt idx="2730">0.016178785558347598</cx:pt>
          <cx:pt idx="2731">-0.0041128462552045657</cx:pt>
          <cx:pt idx="2732">0.014865911818019955</cx:pt>
          <cx:pt idx="2733">-0.0041156941727694477</cx:pt>
          <cx:pt idx="2734">-0.0024652429041916038</cx:pt>
          <cx:pt idx="2735">0.00047530603432168156</cx:pt>
          <cx:pt idx="2736">-0.0042961605992019765</cx:pt>
          <cx:pt idx="2737">0.003164040076358132</cx:pt>
          <cx:pt idx="2738">-0.0037561386115349338</cx:pt>
          <cx:pt idx="2739">0.014142011478429944</cx:pt>
          <cx:pt idx="2740">0.0064552547373312574</cx:pt>
          <cx:pt idx="2741">-0.012247415971423366</cx:pt>
          <cx:pt idx="2742">0.015162575272521546</cx:pt>
          <cx:pt idx="2743">0.0081033859640669871</cx:pt>
          <cx:pt idx="2744">0.0057535182022807781</cx:pt>
          <cx:pt idx="2745">-0.0032238460878122365</cx:pt>
          <cx:pt idx="2746">-0.0063357845626510565</cx:pt>
          <cx:pt idx="2747">0.0020602720205951477</cx:pt>
          <cx:pt idx="2748">-0.0052109709762479823</cx:pt>
          <cx:pt idx="2749">-0.0052436403554277809</cx:pt>
          <cx:pt idx="2750">-0.0075287854485667624</cx:pt>
          <cx:pt idx="2751">0.0029963984272629585</cx:pt>
          <cx:pt idx="2752">-0.0007500141722941977</cx:pt>
          <cx:pt idx="2753">0.0017237904569194589</cx:pt>
          <cx:pt idx="2754">0.011862021991519849</cx:pt>
          <cx:pt idx="2755">0.0071930338098449877</cx:pt>
          <cx:pt idx="2756">-0.0046123906931049398</cx:pt>
          <cx:pt idx="2757">0.0024903664264397849</cx:pt>
          <cx:pt idx="2758">-0.0042978403760897399</cx:pt>
          <cx:pt idx="2759">-0.0034221774263701542</cx:pt>
          <cx:pt idx="2760">-0.0019881261085662634</cx:pt>
          <cx:pt idx="2761">-0.0037386497038789965</cx:pt>
          <cx:pt idx="2762">0.0053475574010995114</cx:pt>
          <cx:pt idx="2763">-0.0033575773186774001</cx:pt>
          <cx:pt idx="2764">0.0037617749355915689</cx:pt>
          <cx:pt idx="2765">-0.0025226324097090574</cx:pt>
          <cx:pt idx="2766">-0.0063894772923967823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sz="1200" b="0" i="0" u="none" strike="noStrike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</a:rPr>
              <a:t>Box and Whiskers - </a:t>
            </a:r>
            <a:r>
              <a:rPr lang="en-US" sz="1200" b="0" i="0" u="none" strike="noStrike" baseline="0" dirty="0" err="1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</a:rPr>
              <a:t>Consumo</a:t>
            </a:r>
            <a:r>
              <a:rPr lang="en-US" sz="1200" b="0" i="0" u="none" strike="noStrike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</a:rPr>
              <a:t> </a:t>
            </a:r>
            <a:r>
              <a:rPr lang="en-US" sz="1200" b="0" i="0" u="none" strike="noStrike" baseline="0" dirty="0" err="1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</a:rPr>
              <a:t>Básico</a:t>
            </a:r>
            <a:endParaRPr lang="en-US" sz="1200" b="0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endParaRPr>
          </a:p>
        </cx:rich>
      </cx:tx>
    </cx:title>
    <cx:plotArea>
      <cx:plotAreaRegion>
        <cx:series layoutId="boxWhisker" uniqueId="{F8DFC79B-4F80-4884-817F-9640B82BCAFE}">
          <cx:tx>
            <cx:txData>
              <cx:f>'[Datos Sectores Equity (Index review).xlsx]Consumo Básico'!$AS$7</cx:f>
              <cx:v>Index Return</cx:v>
            </cx:txData>
          </cx:tx>
          <cx:dataId val="0"/>
          <cx:layoutPr>
            <cx:visibility meanLine="0" meanMarker="1" nonoutliers="0" outliers="1"/>
            <cx:statistics quartileMethod="exclusive"/>
          </cx:layoutPr>
        </cx:series>
      </cx:plotAreaRegion>
      <cx:axis id="0" hidden="1">
        <cx:catScaling gapWidth="1"/>
        <cx:tickLabels/>
      </cx:axis>
      <cx:axis id="1">
        <cx:valScaling max="0.20000000000000001" min="-0.20000000000000001"/>
        <cx:majorGridlines/>
        <cx:tickLabels/>
      </cx:axis>
    </cx:plotArea>
  </cx:chart>
</cx:chartSpace>
</file>

<file path=ppt/charts/chartEx3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'[Datos Sectores Equity (Index review).xlsx]Inmobiliario'!$AS$8:$AS$2774</cx:f>
        <cx:lvl ptCount="2767" formatCode="General">
          <cx:pt idx="2">0.0016143456195265721</cx:pt>
          <cx:pt idx="3">0.0086893143591411752</cx:pt>
          <cx:pt idx="4">0.013056408559903587</cx:pt>
          <cx:pt idx="5">0.00098032947988436992</cx:pt>
          <cx:pt idx="6">-0.00011603026956987398</cx:pt>
          <cx:pt idx="7">0.0064966350033193723</cx:pt>
          <cx:pt idx="8">-0.0036720973678473958</cx:pt>
          <cx:pt idx="9">0.0039313334928060793</cx:pt>
          <cx:pt idx="10">0.0017427142256078107</cx:pt>
          <cx:pt idx="11">0.0073904558254689317</cx:pt>
          <cx:pt idx="12">-0.0016710484113647214</cx:pt>
          <cx:pt idx="13">-0.0033357803692947627</cx:pt>
          <cx:pt idx="14">0.017296977785512511</cx:pt>
          <cx:pt idx="15">0.0022723330703279896</cx:pt>
          <cx:pt idx="16">0.0092104699704839595</cx:pt>
          <cx:pt idx="17">0.002178606976977695</cx:pt>
          <cx:pt idx="18">-0.0070108939478870681</cx:pt>
          <cx:pt idx="19">0.0027546376040572997</cx:pt>
          <cx:pt idx="20">-0.019444550506026372</cx:pt>
          <cx:pt idx="21">0.0013867699058883734</cx:pt>
          <cx:pt idx="22">0.0060728540829170568</cx:pt>
          <cx:pt idx="23">-0.0057452019025837379</cx:pt>
          <cx:pt idx="24">0.014233004591581977</cx:pt>
          <cx:pt idx="25">-0.038559861044860387</cx:pt>
          <cx:pt idx="26">-0.00097276066149165619</cx:pt>
          <cx:pt idx="27">0.0069174731193777884</cx:pt>
          <cx:pt idx="28">-0.0033402923027887953</cx:pt>
          <cx:pt idx="29">0.0078984507411746889</cx:pt>
          <cx:pt idx="30">-0.0067856415878298501</cx:pt>
          <cx:pt idx="31">-0.0035856325812103416</cx:pt>
          <cx:pt idx="32">0.0096784846666886186</cx:pt>
          <cx:pt idx="33">-0.019321643434311083</cx:pt>
          <cx:pt idx="34">0.012607537346235041</cx:pt>
          <cx:pt idx="35">0.0064631255852038169</cx:pt>
          <cx:pt idx="36">-0.023024221580969745</cx:pt>
          <cx:pt idx="37">0.0066221321731917519</cx:pt>
          <cx:pt idx="38">-0.011077471379366405</cx:pt>
          <cx:pt idx="39">0.0068430075988188278</cx:pt>
          <cx:pt idx="40">0.0044326568043759791</cx:pt>
          <cx:pt idx="41">-0.0035677344004994014</cx:pt>
          <cx:pt idx="42">-0.0085677574573000109</cx:pt>
          <cx:pt idx="43">0.0049250199957641076</cx:pt>
          <cx:pt idx="44">-0.028752611911932652</cx:pt>
          <cx:pt idx="45">0.0025077416311577315</cx:pt>
          <cx:pt idx="46">-0.0069312816206962731</cx:pt>
          <cx:pt idx="47">2.0502746622855366e-05</cx:pt>
          <cx:pt idx="48">0.017824161161756523</cx:pt>
          <cx:pt idx="49">-0.005815638682862832</cx:pt>
          <cx:pt idx="50">0.0091627775441828572</cx:pt>
          <cx:pt idx="51">-0.0037719191057197137</cx:pt>
          <cx:pt idx="52">0.021757294708419139</cx:pt>
          <cx:pt idx="53">0.00090617891977613253</cx:pt>
          <cx:pt idx="54">0.026093182768528206</cx:pt>
          <cx:pt idx="55">0.001237685873970119</cx:pt>
          <cx:pt idx="56">-0.0092482320327793403</cx:pt>
          <cx:pt idx="57">-0.015360568333489005</cx:pt>
          <cx:pt idx="58">-0.0053413612121307437</cx:pt>
          <cx:pt idx="59">0.0040824089522206435</cx:pt>
          <cx:pt idx="60">0.013802433375310941</cx:pt>
          <cx:pt idx="61">-0.0024627892358299579</cx:pt>
          <cx:pt idx="62">0.0025486778166660035</cx:pt>
          <cx:pt idx="63">0.0056748497613220688</cx:pt>
          <cx:pt idx="64">0.013961343395974549</cx:pt>
          <cx:pt idx="65">-0.014842216937870092</cx:pt>
          <cx:pt idx="66">0.0011685763842071159</cx:pt>
          <cx:pt idx="67">-0.01542357646724399</cx:pt>
          <cx:pt idx="68">-0.0022537337371385164</cx:pt>
          <cx:pt idx="69">-0.0049802332354635971</cx:pt>
          <cx:pt idx="70">0.0056635644564664717</cx:pt>
          <cx:pt idx="71">-0.0044518061532065074</cx:pt>
          <cx:pt idx="72">0.0052452826639664048</cx:pt>
          <cx:pt idx="73">-0.0061756450677307095</cx:pt>
          <cx:pt idx="74">0.0021631880553543772</cx:pt>
          <cx:pt idx="75">-0.0018154614928976563</cx:pt>
          <cx:pt idx="76">0.00051805115986939122</cx:pt>
          <cx:pt idx="77">0.0017640597549058983</cx:pt>
          <cx:pt idx="78">-0.00010229383461425362</cx:pt>
          <cx:pt idx="79">-0.002244987214110265</cx:pt>
          <cx:pt idx="80">-0.0011945313771506332</cx:pt>
          <cx:pt idx="81">-0.021130300515828315</cx:pt>
          <cx:pt idx="82">-0.012672008072327564</cx:pt>
          <cx:pt idx="83">0.0043946669738747788</cx:pt>
          <cx:pt idx="84">0.00021845071818244618</cx:pt>
          <cx:pt idx="85">-0.01903232395273774</cx:pt>
          <cx:pt idx="86">-0.0023571529377232579</cx:pt>
          <cx:pt idx="87">0.012574457250779644</cx:pt>
          <cx:pt idx="88">0.014670948123252713</cx:pt>
          <cx:pt idx="89">-0.011385103821714541</cx:pt>
          <cx:pt idx="90">-0.0012434984438020188</cx:pt>
          <cx:pt idx="91">-0.0096253138828667553</cx:pt>
          <cx:pt idx="92">0.017196819514353721</cx:pt>
          <cx:pt idx="93">0.010786732850441492</cx:pt>
          <cx:pt idx="94">-0.0036380487453970892</cx:pt>
          <cx:pt idx="95">-0.0016561094313832852</cx:pt>
          <cx:pt idx="96">-0.00082211508884156962</cx:pt>
          <cx:pt idx="97">-0.0066480124274542977</cx:pt>
          <cx:pt idx="98">-9.5181802205443331e-05</cx:pt>
          <cx:pt idx="99">-0.0049185995953779935</cx:pt>
          <cx:pt idx="100">0.0066630941556779753</cx:pt>
          <cx:pt idx="101">-0.0055685114130400908</cx:pt>
          <cx:pt idx="102">-0.010791965834417341</cx:pt>
          <cx:pt idx="103">0.010903051636096971</cx:pt>
          <cx:pt idx="104">-0.0037363562810195953</cx:pt>
          <cx:pt idx="105">-0.015175579484265662</cx:pt>
          <cx:pt idx="106">0.0031217965209842558</cx:pt>
          <cx:pt idx="107">-0.014422694769121112</cx:pt>
          <cx:pt idx="108">-0.00016813887871018878</cx:pt>
          <cx:pt idx="109">-0.010319139028576386</cx:pt>
          <cx:pt idx="110">0.0086787969976895793</cx:pt>
          <cx:pt idx="111">0.005352437208867307</cx:pt>
          <cx:pt idx="112">-0.0027166116393587433</cx:pt>
          <cx:pt idx="113">-0.008753411113732323</cx:pt>
          <cx:pt idx="114">0.0069001921127760856</cx:pt>
          <cx:pt idx="115">0.0069355060075524839</cx:pt>
          <cx:pt idx="116">0.01500919816230626</cx:pt>
          <cx:pt idx="117">-0.0071708007504219483</cx:pt>
          <cx:pt idx="118">-0.009370071573064305</cx:pt>
          <cx:pt idx="119">-0.0054033088898404009</cx:pt>
          <cx:pt idx="120">-0.0075496932070694342</cx:pt>
          <cx:pt idx="121">-0.008761857031755969</cx:pt>
          <cx:pt idx="122">0.0069957583146229357</cx:pt>
          <cx:pt idx="123">-0.016185615460475714</cx:pt>
          <cx:pt idx="124">0.0032042666458624099</cx:pt>
          <cx:pt idx="125">0.012978929482986699</cx:pt>
          <cx:pt idx="126">0.0036845306363758735</cx:pt>
          <cx:pt idx="127">0.0015931041698388714</cx:pt>
          <cx:pt idx="128">0.017248463903618474</cx:pt>
          <cx:pt idx="129">-0.0059290127440295663</cx:pt>
          <cx:pt idx="130">-0.0024645204434265424</cx:pt>
          <cx:pt idx="131">0.0086505213186675051</cx:pt>
          <cx:pt idx="132">0.0011042133974533772</cx:pt>
          <cx:pt idx="133">0.00069821274023965118</cx:pt>
          <cx:pt idx="134">0.00023217600039639061</cx:pt>
          <cx:pt idx="135">0.0089908000369915784</cx:pt>
          <cx:pt idx="136">-0.005378938561694112</cx:pt>
          <cx:pt idx="137">0.0034276646331605569</cx:pt>
          <cx:pt idx="138">-3.0172246728526683e-05</cx:pt>
          <cx:pt idx="139">0.0021899585444692306</cx:pt>
          <cx:pt idx="140">-0.0041483572130783675</cx:pt>
          <cx:pt idx="141">0.0050226398021449188</cx:pt>
          <cx:pt idx="142">0.0034975522375137727</cx:pt>
          <cx:pt idx="143">0.0038767051240688293</cx:pt>
          <cx:pt idx="144">0.002449678444323661</cx:pt>
          <cx:pt idx="145">-0.0041775319208835048</cx:pt>
          <cx:pt idx="146">0.0074637359983801346</cx:pt>
          <cx:pt idx="147">0.0039571454281878693</cx:pt>
          <cx:pt idx="148">-0.0040098574539899224</cx:pt>
          <cx:pt idx="149">-0.001936606249162244</cx:pt>
          <cx:pt idx="150">0.0040828656175931569</cx:pt>
          <cx:pt idx="151">0.0025978186358986389</cx:pt>
          <cx:pt idx="152">-0.0015841898256582815</cx:pt>
          <cx:pt idx="153">0.007411802473790639</cx:pt>
          <cx:pt idx="154">-0.00068383148900682091</cx:pt>
          <cx:pt idx="155">0.0011250401817415783</cx:pt>
          <cx:pt idx="156">0.0054769236862911444</cx:pt>
          <cx:pt idx="157">0.0068360827941071753</cx:pt>
          <cx:pt idx="158">0.00065242508682475029</cx:pt>
          <cx:pt idx="159">-0.0033807270297131881</cx:pt>
          <cx:pt idx="160">-0.0062270753204786439</cx:pt>
          <cx:pt idx="161">-0.018844682453393862</cx:pt>
          <cx:pt idx="162">-0.050028320801031867</cx:pt>
          <cx:pt idx="163">-0.031482662977072452</cx:pt>
          <cx:pt idx="164">0.02358918844028051</cx:pt>
          <cx:pt idx="165">0.020626938993530092</cx:pt>
          <cx:pt idx="166">-0.0028435841483670054</cx:pt>
          <cx:pt idx="167">-0.022767756035099174</cx:pt>
          <cx:pt idx="168">-0.021147944113220043</cx:pt>
          <cx:pt idx="169">0.014381840878947977</cx:pt>
          <cx:pt idx="170">0.0036155039034989744</cx:pt>
          <cx:pt idx="171">-0.023249805613660721</cx:pt>
          <cx:pt idx="172">0.017375476953842828</cx:pt>
          <cx:pt idx="173">-0.014008973190291662</cx:pt>
          <cx:pt idx="174">0.0022595638536506658</cx:pt>
          <cx:pt idx="175">0.011026849020156713</cx:pt>
          <cx:pt idx="176">0.00070063041327114305</cx:pt>
          <cx:pt idx="177">0.012327424068831621</cx:pt>
          <cx:pt idx="178">0.0095059590932253506</cx:pt>
          <cx:pt idx="179">0.012489572137859648</cx:pt>
          <cx:pt idx="180">0.0030512176119172228</cx:pt>
          <cx:pt idx="181">0.0082242857531388425</cx:pt>
          <cx:pt idx="182">-0.0108067102927099</cx:pt>
          <cx:pt idx="183">0.0050732471639056698</cx:pt>
          <cx:pt idx="184">-0.0094676909926161758</cx:pt>
          <cx:pt idx="185">0.0052066881442725714</cx:pt>
          <cx:pt idx="186">-0.02241787833507395</cx:pt>
          <cx:pt idx="187">0.011114949148096539</cx:pt>
          <cx:pt idx="188">0.0093967167198768155</cx:pt>
          <cx:pt idx="189">0.0019075404908383848</cx:pt>
          <cx:pt idx="190">0.0061245829263960432</cx:pt>
          <cx:pt idx="191">0.020445202229123917</cx:pt>
          <cx:pt idx="192">-0.0028879757710144113</cx:pt>
          <cx:pt idx="193">0.0075859332961619097</cx:pt>
          <cx:pt idx="194">0.0088617903875623273</cx:pt>
          <cx:pt idx="195">-0.0015607647323951385</cx:pt>
          <cx:pt idx="196">0.0049977521042184692</cx:pt>
          <cx:pt idx="197">-0.0062019296555769106</cx:pt>
          <cx:pt idx="198">-0.0087833238686567082</cx:pt>
          <cx:pt idx="199">0.012235054981242669</cx:pt>
          <cx:pt idx="200">0.010747965767312987</cx:pt>
          <cx:pt idx="201">0.012807311607095966</cx:pt>
          <cx:pt idx="202">0.00045406640466809009</cx:pt>
          <cx:pt idx="203">0.0013790519966461671</cx:pt>
          <cx:pt idx="204">0.014998326758574331</cx:pt>
          <cx:pt idx="205">-0.016971099142770028</cx:pt>
          <cx:pt idx="206">-3.2444847540032042e-05</cx:pt>
          <cx:pt idx="207">0.00084754978308551848</cx:pt>
          <cx:pt idx="208">0.0091785555508740874</cx:pt>
          <cx:pt idx="209">-0.00036726063831378714</cx:pt>
          <cx:pt idx="210">-0.012035665445674845</cx:pt>
          <cx:pt idx="211">0.017448618217650706</cx:pt>
          <cx:pt idx="212">-0.011676339015648029</cx:pt>
          <cx:pt idx="213">-0.0054481933405115378</cx:pt>
          <cx:pt idx="214">0.0018795428539674806</cx:pt>
          <cx:pt idx="215">-0.039558259126455463</cx:pt>
          <cx:pt idx="216">-0.017448507100200194</cx:pt>
          <cx:pt idx="217">0.0073154000944369493</cx:pt>
          <cx:pt idx="218">0.00055641275193774953</cx:pt>
          <cx:pt idx="219">-0.0052628604761466554</cx:pt>
          <cx:pt idx="220">-0.010411306598834179</cx:pt>
          <cx:pt idx="221">0.014531368771173264</cx:pt>
          <cx:pt idx="222">-0.0016846793953328022</cx:pt>
          <cx:pt idx="223">0.015545821372596592</cx:pt>
          <cx:pt idx="224">0.0046538706458159771</cx:pt>
          <cx:pt idx="225">0.015718732517864195</cx:pt>
          <cx:pt idx="226">0.0022604351547357072</cx:pt>
          <cx:pt idx="227">-0.0052334930201558766</cx:pt>
          <cx:pt idx="228">0.0032285177047902298</cx:pt>
          <cx:pt idx="229">0.0081440393393381726</cx:pt>
          <cx:pt idx="230">-0.0070165312632506317</cx:pt>
          <cx:pt idx="231">0.016312837261250261</cx:pt>
          <cx:pt idx="232">-0.021151869580986568</cx:pt>
          <cx:pt idx="233">-0.01567971816602081</cx:pt>
          <cx:pt idx="234">0.019825819692982753</cx:pt>
          <cx:pt idx="235">0.0021082200277091827</cx:pt>
          <cx:pt idx="236">-0.0013152413322575615</cx:pt>
          <cx:pt idx="237">-0.0084788730409076571</cx:pt>
          <cx:pt idx="238">-0.0089984140662771554</cx:pt>
          <cx:pt idx="239">-0.0042591697238395379</cx:pt>
          <cx:pt idx="240">0.0052875643915287701</cx:pt>
          <cx:pt idx="241">0.010789181033527166</cx:pt>
          <cx:pt idx="242">0.021508703292694463</cx:pt>
          <cx:pt idx="243">-0.0086881972398701254</cx:pt>
          <cx:pt idx="244">-0.012673071188998819</cx:pt>
          <cx:pt idx="245">0.0045730592497728526</cx:pt>
          <cx:pt idx="246">0.0062053628302420893</cx:pt>
          <cx:pt idx="247">0.011965080259888494</cx:pt>
          <cx:pt idx="248">-0.00071229903646333323</cx:pt>
          <cx:pt idx="249">0.0057953601204172389</cx:pt>
          <cx:pt idx="250">0.011744675037300329</cx:pt>
          <cx:pt idx="251">-0.0056709563163362866</cx:pt>
          <cx:pt idx="252">-0.006090970543743893</cx:pt>
          <cx:pt idx="253">-0.0065919893190133213</cx:pt>
          <cx:pt idx="254">0.018776691927729211</cx:pt>
          <cx:pt idx="255">-0.0063906397123690041</cx:pt>
          <cx:pt idx="256">-0.024984226375692163</cx:pt>
          <cx:pt idx="257">-0.0073215051119933346</cx:pt>
          <cx:pt idx="258">0.0038071999833566351</cx:pt>
          <cx:pt idx="259">-0.0037863466276329234</cx:pt>
          <cx:pt idx="260">-0.018171431562511057</cx:pt>
          <cx:pt idx="261">0.00072410525771070093</cx:pt>
          <cx:pt idx="262">-0.01338019773772868</cx:pt>
          <cx:pt idx="263">0.009960568651521555</cx:pt>
          <cx:pt idx="264">-0.034063216611784373</cx:pt>
          <cx:pt idx="265">0.011305083230991071</cx:pt>
          <cx:pt idx="266">0.027354565950958934</cx:pt>
          <cx:pt idx="267">-0.013895080670895017</cx:pt>
          <cx:pt idx="268">0.02061801363757141</cx:pt>
          <cx:pt idx="269">-0.022555162557559589</cx:pt>
          <cx:pt idx="270">-0.0057937550294439345</cx:pt>
          <cx:pt idx="271">0.020476494317122791</cx:pt>
          <cx:pt idx="272">0.00079167590503251739</cx:pt>
          <cx:pt idx="273">-0.012142257754086821</cx:pt>
          <cx:pt idx="274">0.006790226267184305</cx:pt>
          <cx:pt idx="275">0.0042736300594719279</cx:pt>
          <cx:pt idx="276">-0.019528403733634854</cx:pt>
          <cx:pt idx="277">-0.036427217903687428</cx:pt>
          <cx:pt idx="278">-0.025507361024031883</cx:pt>
          <cx:pt idx="279">0.0068240724098484404</cx:pt>
          <cx:pt idx="280">-0.016396490362753136</cx:pt>
          <cx:pt idx="281">0.013934925516116086</cx:pt>
          <cx:pt idx="282">0.016596732142052567</cx:pt>
          <cx:pt idx="283">0.012819053613225004</cx:pt>
          <cx:pt idx="284">0.011361395753055135</cx:pt>
          <cx:pt idx="285">0.0029649650146833756</cx:pt>
          <cx:pt idx="286">0.012138514948377551</cx:pt>
          <cx:pt idx="287">0.00030858887216446889</cx:pt>
          <cx:pt idx="288">0.0024015628098030253</cx:pt>
          <cx:pt idx="289">0.017690675948971724</cx:pt>
          <cx:pt idx="290">-0.0014370068362545944</cx:pt>
          <cx:pt idx="291">-0.0010381512231471442</cx:pt>
          <cx:pt idx="292">0.032591729034860323</cx:pt>
          <cx:pt idx="293">0.0047541608668382716</cx:pt>
          <cx:pt idx="294">4.6332632941963221e-05</cx:pt>
          <cx:pt idx="295">0.0051570322853962992</cx:pt>
          <cx:pt idx="296">0.0021945355412865968</cx:pt>
          <cx:pt idx="297">-0.010095494352961743</cx:pt>
          <cx:pt idx="298">0.0059957952098120644</cx:pt>
          <cx:pt idx="299">-0.0026632280459646549</cx:pt>
          <cx:pt idx="300">0.028292386010716604</cx:pt>
          <cx:pt idx="301">0.00059457505057754602</cx:pt>
          <cx:pt idx="302">-0.0029646041995624837</cx:pt>
          <cx:pt idx="303">0.0088889921613368693</cx:pt>
          <cx:pt idx="304">0.015996007487308964</cx:pt>
          <cx:pt idx="305">-0.0010631210162319396</cx:pt>
          <cx:pt idx="306">-0.0047758692029479279</cx:pt>
          <cx:pt idx="307">0.002297498948322871</cx:pt>
          <cx:pt idx="308">-0.0056615506686214911</cx:pt>
          <cx:pt idx="309">-0.0010221659869216165</cx:pt>
          <cx:pt idx="310">0.0093379298475239729</cx:pt>
          <cx:pt idx="311">0.019305776071425505</cx:pt>
          <cx:pt idx="312">-0.0033929583177351409</cx:pt>
          <cx:pt idx="313">0.0054303874220077725</cx:pt>
          <cx:pt idx="314">0.0061573206580962563</cx:pt>
          <cx:pt idx="315">0.0017683098656335354</cx:pt>
          <cx:pt idx="316">-0.0043193550407127079</cx:pt>
          <cx:pt idx="317">-0.0012076829267454164</cx:pt>
          <cx:pt idx="318">-0.0068177822163236219</cx:pt>
          <cx:pt idx="319">0.0072090001839566625</cx:pt>
          <cx:pt idx="320">-0.00031098122839034244</cx:pt>
          <cx:pt idx="321">0.0070317845928853174</cx:pt>
          <cx:pt idx="322">0.0032839373130163136</cx:pt>
          <cx:pt idx="323">-0.0033074670691572213</cx:pt>
          <cx:pt idx="324">0.003590578753275008</cx:pt>
          <cx:pt idx="325">0.0067196581259340773</cx:pt>
          <cx:pt idx="326">0.0026967821586226068</cx:pt>
          <cx:pt idx="327">-0.017465557270618236</cx:pt>
          <cx:pt idx="328">-0.027549661956025782</cx:pt>
          <cx:pt idx="329">0.01405804753759436</cx:pt>
          <cx:pt idx="330">0.00941787371177937</cx:pt>
          <cx:pt idx="331">0.0034936983573386638</cx:pt>
          <cx:pt idx="332">0.0020253001165416833</cx:pt>
          <cx:pt idx="333">-0.0018736643287311457</cx:pt>
          <cx:pt idx="334">-0.0074124107068186465</cx:pt>
          <cx:pt idx="335">0.012276682179808734</cx:pt>
          <cx:pt idx="336">0.0015107913249684714</cx:pt>
          <cx:pt idx="337">0.018612001729091353</cx:pt>
          <cx:pt idx="338">0.0023990179730757079</cx:pt>
          <cx:pt idx="339">0.0057367433275498057</cx:pt>
          <cx:pt idx="340">0.0076270198787818048</cx:pt>
          <cx:pt idx="341">0.001648862430410502</cx:pt>
          <cx:pt idx="342">-0.018765150359712046</cx:pt>
          <cx:pt idx="343">0.0093705359573465936</cx:pt>
          <cx:pt idx="344">-0.0071058036062630336</cx:pt>
          <cx:pt idx="345">0.0091462517864457932</cx:pt>
          <cx:pt idx="346">-0.014172424027210492</cx:pt>
          <cx:pt idx="347">-0.015112829299730783</cx:pt>
          <cx:pt idx="348">-0.010900940136387632</cx:pt>
          <cx:pt idx="349">0.0087935456495421994</cx:pt>
          <cx:pt idx="350">-0.0013026747092758522</cx:pt>
          <cx:pt idx="351">0.010723736831656804</cx:pt>
          <cx:pt idx="352">0.0031684017277235316</cx:pt>
          <cx:pt idx="353">-0.00076584557037456032</cx:pt>
          <cx:pt idx="354">0.0052100781714570559</cx:pt>
          <cx:pt idx="355">3.7572526491238016e-05</cx:pt>
          <cx:pt idx="356">0.0043157215801570489</cx:pt>
          <cx:pt idx="357">0.0039517880988483361</cx:pt>
          <cx:pt idx="358">0.012873230288261381</cx:pt>
          <cx:pt idx="359">-0.0030233418157379448</cx:pt>
          <cx:pt idx="360">0.010573357483411519</cx:pt>
          <cx:pt idx="361">0.0051266467116878097</cx:pt>
          <cx:pt idx="362">0.0043973870735553077</cx:pt>
          <cx:pt idx="363">-0.004439728336487766</cx:pt>
          <cx:pt idx="364">0.00082049791754136982</cx:pt>
          <cx:pt idx="365">-0.0071040147151992788</cx:pt>
          <cx:pt idx="366">0.0061334041226571018</cx:pt>
          <cx:pt idx="367">0.0058472569525398173</cx:pt>
          <cx:pt idx="368">-0.0046447776740508387</cx:pt>
          <cx:pt idx="369">0.0024547723928343493</cx:pt>
          <cx:pt idx="370">0.0060997509310449947</cx:pt>
          <cx:pt idx="371">-0.0032555303847171891</cx:pt>
          <cx:pt idx="372">0.0077648624982290283</cx:pt>
          <cx:pt idx="373">-0.019285098309196558</cx:pt>
          <cx:pt idx="374">-0.0051600644345381943</cx:pt>
          <cx:pt idx="375">0.020552955679468368</cx:pt>
          <cx:pt idx="376">0.013962087987667047</cx:pt>
          <cx:pt idx="377">0.0061579945136855749</cx:pt>
          <cx:pt idx="378">-0.0022044061234924098</cx:pt>
          <cx:pt idx="379">0.0048157577332276708</cx:pt>
          <cx:pt idx="380">-0.0043078101806121906</cx:pt>
          <cx:pt idx="381">-0.013914124118404786</cx:pt>
          <cx:pt idx="382">0.018325363213641119</cx:pt>
          <cx:pt idx="383">0.0080198954149346829</cx:pt>
          <cx:pt idx="384">0.0013258002501581562</cx:pt>
          <cx:pt idx="385">0.0063669096966680596</cx:pt>
          <cx:pt idx="386">-0.0054437826957157622</cx:pt>
          <cx:pt idx="387">0.0025762018494137158</cx:pt>
          <cx:pt idx="388">0.0050193051497898506</cx:pt>
          <cx:pt idx="389">0.002217171096126572</cx:pt>
          <cx:pt idx="390">0.00066429001126867425</cx:pt>
          <cx:pt idx="391">0.0023052911869889609</cx:pt>
          <cx:pt idx="392">0.010333078255111434</cx:pt>
          <cx:pt idx="393">-0.00047434678233461658</cx:pt>
          <cx:pt idx="394">-0.0016995903521856805</cx:pt>
          <cx:pt idx="395">-0.0057716297722677804</cx:pt>
          <cx:pt idx="396">0.0090970269451286917</cx:pt>
          <cx:pt idx="397">0.005790808511289834</cx:pt>
          <cx:pt idx="398">0.0062212224232564006</cx:pt>
          <cx:pt idx="399">-0.016793815611376949</cx:pt>
          <cx:pt idx="400">-0.0052283264376510215</cx:pt>
          <cx:pt idx="401">0.0003744457152446543</cx:pt>
          <cx:pt idx="402">-0.0032277925066824449</cx:pt>
          <cx:pt idx="403">-0.0013956983393202886</cx:pt>
          <cx:pt idx="404">0.0094101750121113673</cx:pt>
          <cx:pt idx="405">0.0032920164673758711</cx:pt>
          <cx:pt idx="406">-0.0085550139345495248</cx:pt>
          <cx:pt idx="407">0.0046400600243161434</cx:pt>
          <cx:pt idx="408">-0.0053569997130219144</cx:pt>
          <cx:pt idx="409">-0.011469544840027979</cx:pt>
          <cx:pt idx="410">0.004245635429641615</cx:pt>
          <cx:pt idx="411">-0.0016744100519198426</cx:pt>
          <cx:pt idx="412">-0.0082789259890606696</cx:pt>
          <cx:pt idx="413">0.0064938933406738725</cx:pt>
          <cx:pt idx="414">0.0032849430453578648</cx:pt>
          <cx:pt idx="415">-0.0064581760894145196</cx:pt>
          <cx:pt idx="416">0.0026567686860948219</cx:pt>
          <cx:pt idx="417">-0.0095454063769938851</cx:pt>
          <cx:pt idx="418">0.0113305917143259</cx:pt>
          <cx:pt idx="419">-0.00283490872556419</cx:pt>
          <cx:pt idx="420">-0.0017282502772459562</cx:pt>
          <cx:pt idx="421">-0.00053212663280501364</cx:pt>
          <cx:pt idx="422">0.010001091674775761</cx:pt>
          <cx:pt idx="423">0.0078987389439453427</cx:pt>
          <cx:pt idx="424">0.0038192998098416468</cx:pt>
          <cx:pt idx="425">-0.011415790433700156</cx:pt>
          <cx:pt idx="426">-0.046275954002605903</cx:pt>
          <cx:pt idx="427">0.014362868634406447</cx:pt>
          <cx:pt idx="428">-0.026722822817393521</cx:pt>
          <cx:pt idx="429">0.0019013901881617323</cx:pt>
          <cx:pt idx="430">0.0049291774148279904</cx:pt>
          <cx:pt idx="431">-0.0009788011147336391</cx:pt>
          <cx:pt idx="432">0.010554676591166707</cx:pt>
          <cx:pt idx="433">-0.00073079504754126412</cx:pt>
          <cx:pt idx="434">0.013221413074846021</cx:pt>
          <cx:pt idx="435">0.019489623298135698</cx:pt>
          <cx:pt idx="436">0.002886285706771255</cx:pt>
          <cx:pt idx="437">-0.00014801461907177314</cx:pt>
          <cx:pt idx="438">-0.0078207355931776603</cx:pt>
          <cx:pt idx="439">0.0086815950110554208</cx:pt>
          <cx:pt idx="440">-0.01262566922479893</cx:pt>
          <cx:pt idx="441">-0.0062488229972278986</cx:pt>
          <cx:pt idx="442">-0.016774439993392416</cx:pt>
          <cx:pt idx="443">-0.019321089314200124</cx:pt>
          <cx:pt idx="444">-0.016300079816454677</cx:pt>
          <cx:pt idx="445">0.00093912037689279756</cx:pt>
          <cx:pt idx="446">-0.0049736793820160437</cx:pt>
          <cx:pt idx="447">0.0050999835856981538</cx:pt>
          <cx:pt idx="448">-0.010951772888513721</cx:pt>
          <cx:pt idx="449">0.010731484488544498</cx:pt>
          <cx:pt idx="450">0.0074678500005276446</cx:pt>
          <cx:pt idx="451">-0.0035549028992165818</cx:pt>
          <cx:pt idx="452">0.0021305930345758002</cx:pt>
          <cx:pt idx="453">0.010388702149889399</cx:pt>
          <cx:pt idx="454">0.007451190836195074</cx:pt>
          <cx:pt idx="455">0.001325956897583845</cx:pt>
          <cx:pt idx="456">-0.0022522758891660721</cx:pt>
          <cx:pt idx="457">0.0073435844167882803</cx:pt>
          <cx:pt idx="458">-0.0011104760399636823</cx:pt>
          <cx:pt idx="459">-0.013987016495348501</cx:pt>
          <cx:pt idx="460">-0.026611718972773209</cx:pt>
          <cx:pt idx="461">-0.00025672206807645422</cx:pt>
          <cx:pt idx="462">0.010433111553966871</cx:pt>
          <cx:pt idx="463">-0.022179042712036051</cx:pt>
          <cx:pt idx="464">-0.015850027587576865</cx:pt>
          <cx:pt idx="465">-0.0069281071273187625</cx:pt>
          <cx:pt idx="466">0.007325087405058643</cx:pt>
          <cx:pt idx="467">0.020954460771722829</cx:pt>
          <cx:pt idx="468">-0.0012815659687948943</cx:pt>
          <cx:pt idx="469">-0.034159776039637407</cx:pt>
          <cx:pt idx="470">-0.023187590485615781</cx:pt>
          <cx:pt idx="471">0.00089926144619495983</cx:pt>
          <cx:pt idx="472">0.022169075214235535</cx:pt>
          <cx:pt idx="473">-0.00096760139102757231</cx:pt>
          <cx:pt idx="474">-0.0020157318872983214</cx:pt>
          <cx:pt idx="475">-0.0085545706893168216</cx:pt>
          <cx:pt idx="476">0.0076066393746182445</cx:pt>
          <cx:pt idx="477">-0.0030659959052299281</cx:pt>
          <cx:pt idx="478">0.020273281231683572</cx:pt>
          <cx:pt idx="479">-0.0071777089629756659</cx:pt>
          <cx:pt idx="480">0.0038626592972578577</cx:pt>
          <cx:pt idx="481">0.0030021051798588072</cx:pt>
          <cx:pt idx="482">0.0091031857249793628</cx:pt>
          <cx:pt idx="483">-0.015889538802995012</cx:pt>
          <cx:pt idx="484">-0.019496234199326772</cx:pt>
          <cx:pt idx="485">0.014608524313913136</cx:pt>
          <cx:pt idx="486">0.0057306842451324471</cx:pt>
          <cx:pt idx="487">0.0054051684395227716</cx:pt>
          <cx:pt idx="488">0.026336439303043885</cx:pt>
          <cx:pt idx="489">0.0049803187842763367</cx:pt>
          <cx:pt idx="490">-0.00050351867385810365</cx:pt>
          <cx:pt idx="491">0.0093419070849016985</cx:pt>
          <cx:pt idx="492">0.0049697405216676243</cx:pt>
          <cx:pt idx="493">-0.023385332680319875</cx:pt>
          <cx:pt idx="494">-0.0092627375789247155</cx:pt>
          <cx:pt idx="495">0.013675751866842509</cx:pt>
          <cx:pt idx="496">0.011550070549183918</cx:pt>
          <cx:pt idx="497">-0.00020862100232862978</cx:pt>
          <cx:pt idx="498">-0.011451415851104893</cx:pt>
          <cx:pt idx="499">-0.00066327018001710158</cx:pt>
          <cx:pt idx="500">-0.0011954702268446079</cx:pt>
          <cx:pt idx="501">0.0045129903149650381</cx:pt>
          <cx:pt idx="502">-0.0081489271550444255</cx:pt>
          <cx:pt idx="503">0.0086915176402650954</cx:pt>
          <cx:pt idx="504">0.0093874274341735862</cx:pt>
          <cx:pt idx="505">0.0016713311789457925</cx:pt>
          <cx:pt idx="506">0.01191898104042401</cx:pt>
          <cx:pt idx="507">0.0082022388479424582</cx:pt>
          <cx:pt idx="508">-0.00087344448811987581</cx:pt>
          <cx:pt idx="509">-0.0026505685264586699</cx:pt>
          <cx:pt idx="510">-0.018757003892974741</cx:pt>
          <cx:pt idx="511">-0.00045097206288181283</cx:pt>
          <cx:pt idx="512">0.0038640669066982575</cx:pt>
          <cx:pt idx="513">-0.0015049772839459759</cx:pt>
          <cx:pt idx="514">0.0062163610667091591</cx:pt>
          <cx:pt idx="515">0.0016371164937975936</cx:pt>
          <cx:pt idx="516">-0.0088998629786953068</cx:pt>
          <cx:pt idx="517">0.0043031977158318651</cx:pt>
          <cx:pt idx="518">0.0045187233166914514</cx:pt>
          <cx:pt idx="519">-0.0026658520868613018</cx:pt>
          <cx:pt idx="520">-0.0047890768302260448</cx:pt>
          <cx:pt idx="521">-0.0028165458912703676</cx:pt>
          <cx:pt idx="522">-0.0095294627371339969</cx:pt>
          <cx:pt idx="523">-0.0045710171698018914</cx:pt>
          <cx:pt idx="524">0.0068261908145182525</cx:pt>
          <cx:pt idx="525">-0.010476845794287324</cx:pt>
          <cx:pt idx="526">0.012245582986115323</cx:pt>
          <cx:pt idx="527">0.0083646356970073464</cx:pt>
          <cx:pt idx="528">-0.0060567859338946529</cx:pt>
          <cx:pt idx="529">-0.0045746689893682458</cx:pt>
          <cx:pt idx="530">0.0063443392782391974</cx:pt>
          <cx:pt idx="531">0.0030039340705629268</cx:pt>
          <cx:pt idx="532">0.012648482586014365</cx:pt>
          <cx:pt idx="533">0.007403556211845335</cx:pt>
          <cx:pt idx="534">-0.0069988161287999201</cx:pt>
          <cx:pt idx="535">-0.0025977045910924638</cx:pt>
          <cx:pt idx="536">0.0050202895005352329</cx:pt>
          <cx:pt idx="537">0.0041560183765206654</cx:pt>
          <cx:pt idx="538">0.012016319141354457</cx:pt>
          <cx:pt idx="539">-0.0011117654278866094</cx:pt>
          <cx:pt idx="540">0.010582290684103674</cx:pt>
          <cx:pt idx="541">0.0092516950469204266</cx:pt>
          <cx:pt idx="542">0.0051897767740451449</cx:pt>
          <cx:pt idx="543">-0.0045907923035970345</cx:pt>
          <cx:pt idx="544">-0.0049647384844695433</cx:pt>
          <cx:pt idx="545">0.0026304460758085424</cx:pt>
          <cx:pt idx="546">-0.0031335248515909908</cx:pt>
          <cx:pt idx="547">-0.010092397699883831</cx:pt>
          <cx:pt idx="548">-0.00042137025997687338</cx:pt>
          <cx:pt idx="549">-0.018023299290829978</cx:pt>
          <cx:pt idx="550">-0.011739288480488495</cx:pt>
          <cx:pt idx="551">0.0036955635578473566</cx:pt>
          <cx:pt idx="552">-0.0030920440775213422</cx:pt>
          <cx:pt idx="553">-0.0033607206516764574</cx:pt>
          <cx:pt idx="554">0.017925628036642875</cx:pt>
          <cx:pt idx="555">-0.00063318201791659348</cx:pt>
          <cx:pt idx="556">0.0017031964625910277</cx:pt>
          <cx:pt idx="557">0.001871489974436612</cx:pt>
          <cx:pt idx="558">-0.001715341175833141</cx:pt>
          <cx:pt idx="559">0.0054302753925827276</cx:pt>
          <cx:pt idx="560">0.0075244086152216659</cx:pt>
          <cx:pt idx="561">-0.00039407934045046478</cx:pt>
          <cx:pt idx="562">-0.0063405655566776981</cx:pt>
          <cx:pt idx="563">0.0066169548639767187</cx:pt>
          <cx:pt idx="564">0.006059440348700775</cx:pt>
          <cx:pt idx="565">0.0022972136391346534</cx:pt>
          <cx:pt idx="566">0.0071201202696718306</cx:pt>
          <cx:pt idx="567">-0.00037795430324850119</cx:pt>
          <cx:pt idx="568">-0.0081514728969799884</cx:pt>
          <cx:pt idx="569">0.0024344082642686156</cx:pt>
          <cx:pt idx="570">0.0062559653023899885</cx:pt>
          <cx:pt idx="571">0.0038771991505581601</cx:pt>
          <cx:pt idx="572">0.0068547835567950221</cx:pt>
          <cx:pt idx="573">0.0051234710577402545</cx:pt>
          <cx:pt idx="574">0.0011682637884867133</cx:pt>
          <cx:pt idx="575">-0.0043135448520917139</cx:pt>
          <cx:pt idx="576">0.01131073780398174</cx:pt>
          <cx:pt idx="577">0.0039402321645471156</cx:pt>
          <cx:pt idx="578">-0.0017124946441302634</cx:pt>
          <cx:pt idx="579">0.0019476057061650384</cx:pt>
          <cx:pt idx="580">-0.0035003809065110177</cx:pt>
          <cx:pt idx="581">-0.010460259719372813</cx:pt>
          <cx:pt idx="582">0.00088020859347425276</cx:pt>
          <cx:pt idx="583">-0.0080682857589419628</cx:pt>
          <cx:pt idx="584">0.011460738602599106</cx:pt>
          <cx:pt idx="585">-0.0062129395118253458</cx:pt>
          <cx:pt idx="586">0.0056160037252491234</cx:pt>
          <cx:pt idx="587">-0.0026835568275796334</cx:pt>
          <cx:pt idx="588">-0.012784997184589839</cx:pt>
          <cx:pt idx="589">-0.0014237238708953194</cx:pt>
          <cx:pt idx="590">0.010421165483958165</cx:pt>
          <cx:pt idx="591">-0.0041780393004098651</cx:pt>
          <cx:pt idx="592">-0.0077004002555152969</cx:pt>
          <cx:pt idx="593">0.0092284755627958653</cx:pt>
          <cx:pt idx="594">-0.0040073790420075157</cx:pt>
          <cx:pt idx="595">-0.00046451847306763815</cx:pt>
          <cx:pt idx="596">0.00062102664719498489</cx:pt>
          <cx:pt idx="597">-0.0054405533835052361</cx:pt>
          <cx:pt idx="598">0.0068470660457702519</cx:pt>
          <cx:pt idx="599">-0.0009410013994432452</cx:pt>
          <cx:pt idx="600">0.0064980674610353364</cx:pt>
          <cx:pt idx="601">0.0038195437733699288</cx:pt>
          <cx:pt idx="602">0.0014549508520286976</cx:pt>
          <cx:pt idx="603">0.0060325302815465026</cx:pt>
          <cx:pt idx="604">0.0024371373408209529</cx:pt>
          <cx:pt idx="605">-0.0059087393218602976</cx:pt>
          <cx:pt idx="606">-0.001136773914430201</cx:pt>
          <cx:pt idx="607">-0.00041623678954684951</cx:pt>
          <cx:pt idx="608">0.0060634475204856758</cx:pt>
          <cx:pt idx="609">0.0073010181062052549</cx:pt>
          <cx:pt idx="610">-0.0071903759312687563</cx:pt>
          <cx:pt idx="611">-0.0039196688935385776</cx:pt>
          <cx:pt idx="612">0.0038295999278343436</cx:pt>
          <cx:pt idx="613">-0.0046918303579434823</cx:pt>
          <cx:pt idx="614">0.003373542530129598</cx:pt>
          <cx:pt idx="615">0.0090793932357077587</cx:pt>
          <cx:pt idx="616">0.00085792444444652487</cx:pt>
          <cx:pt idx="617">0.0073463278851931581</cx:pt>
          <cx:pt idx="618">0.0035133797698346674</cx:pt>
          <cx:pt idx="619">0.0011727748909260186</cx:pt>
          <cx:pt idx="620">0.004077770410154103</cx:pt>
          <cx:pt idx="621">-0.00099687025210673736</cx:pt>
          <cx:pt idx="622">2.6915035502597792e-05</cx:pt>
          <cx:pt idx="623">0.0010901924188022201</cx:pt>
          <cx:pt idx="624">0.0051535182420946509</cx:pt>
          <cx:pt idx="625">0.009565049117425126</cx:pt>
          <cx:pt idx="626">-0.0039617205056570043</cx:pt>
          <cx:pt idx="627">0.0037445581407996326</cx:pt>
          <cx:pt idx="628">-0.016871840642700069</cx:pt>
          <cx:pt idx="629">-0.00084156630605253463</cx:pt>
          <cx:pt idx="630">0.0092118333849883043</cx:pt>
          <cx:pt idx="631">-0.011897091534842127</cx:pt>
          <cx:pt idx="632">-0.018341212232552744</cx:pt>
          <cx:pt idx="633">0.006002861155956456</cx:pt>
          <cx:pt idx="634">-0.0075084483655612098</cx:pt>
          <cx:pt idx="635">-0.0018088931664227152</cx:pt>
          <cx:pt idx="636">0.014482357676063005</cx:pt>
          <cx:pt idx="637">0.00061122504953776014</cx:pt>
          <cx:pt idx="638">0.010074578583272235</cx:pt>
          <cx:pt idx="639">0.0030743969832488761</cx:pt>
          <cx:pt idx="640">0.0047626615949114808</cx:pt>
          <cx:pt idx="641">0.0024677913773360626</cx:pt>
          <cx:pt idx="642">-0.0020760536745793143</cx:pt>
          <cx:pt idx="643">0.0012691545229890312</cx:pt>
          <cx:pt idx="644">0.0017156821622446084</cx:pt>
          <cx:pt idx="645">-0.00022215637746395494</cx:pt>
          <cx:pt idx="646">0.0072428983073260069</cx:pt>
          <cx:pt idx="647">-0.0066281213551954953</cx:pt>
          <cx:pt idx="648">-0.00032444113357243606</cx:pt>
          <cx:pt idx="649">-0.0011726312384086723</cx:pt>
          <cx:pt idx="650">0.00066946500281904193</cx:pt>
          <cx:pt idx="651">-0.0012791735088050918</cx:pt>
          <cx:pt idx="652">-0.00077788975734851304</cx:pt>
          <cx:pt idx="653">-0.0013743039173854106</cx:pt>
          <cx:pt idx="654">-0.00047583665832189579</cx:pt>
          <cx:pt idx="655">-0.0054883043105532934</cx:pt>
          <cx:pt idx="656">0.00078078922718843478</cx:pt>
          <cx:pt idx="657">-0.013406512948949395</cx:pt>
          <cx:pt idx="658">-0.0041912009704642237</cx:pt>
          <cx:pt idx="659">0.019072735184907184</cx:pt>
          <cx:pt idx="660">-0.0015657825289688506</cx:pt>
          <cx:pt idx="661">0.0055004897512471165</cx:pt>
          <cx:pt idx="662">-0.010281309365240817</cx:pt>
          <cx:pt idx="663">-0.0041823155438423174</cx:pt>
          <cx:pt idx="664">0.013861311368540978</cx:pt>
          <cx:pt idx="665">-0.0027774704899936023</cx:pt>
          <cx:pt idx="666">0.010108343397854809</cx:pt>
          <cx:pt idx="667">-0.0010287419064932183</cx:pt>
          <cx:pt idx="668">0.0034529749008637423</cx:pt>
          <cx:pt idx="669">-0.0040884338093688088</cx:pt>
          <cx:pt idx="670">0.00025105318399299662</cx:pt>
          <cx:pt idx="671">0.0053885934005030028</cx:pt>
          <cx:pt idx="672">0.0079715899665720614</cx:pt>
          <cx:pt idx="673">0.0027160056703887537</cx:pt>
          <cx:pt idx="674">0.00087946665211691599</cx:pt>
          <cx:pt idx="675">-0.0033157159963785226</cx:pt>
          <cx:pt idx="676">0.0093979581644873071</cx:pt>
          <cx:pt idx="677">0.0024964000725083767</cx:pt>
          <cx:pt idx="678">0.010348084688141522</cx:pt>
          <cx:pt idx="679">-0.0095068277744797119</cx:pt>
          <cx:pt idx="680">-0.0031107400696006229</cx:pt>
          <cx:pt idx="681">0.0060890171261568874</cx:pt>
          <cx:pt idx="682">0.0019693710609556409</cx:pt>
          <cx:pt idx="683">-0.0048997437309567255</cx:pt>
          <cx:pt idx="684">-0.0081909855771695461</cx:pt>
          <cx:pt idx="685">-0.003169701735191354</cx:pt>
          <cx:pt idx="686">-0.0049155553107871775</cx:pt>
          <cx:pt idx="687">-0.011322293248191451</cx:pt>
          <cx:pt idx="688">0.0045504236489182399</cx:pt>
          <cx:pt idx="689">0.001069026782695139</cx:pt>
          <cx:pt idx="690">-0.011718139928990486</cx:pt>
          <cx:pt idx="691">0.0070886641792047393</cx:pt>
          <cx:pt idx="692">-0.00090833887347843885</cx:pt>
          <cx:pt idx="693">-0.0049080152906557546</cx:pt>
          <cx:pt idx="694">-0.0011497407645285054</cx:pt>
          <cx:pt idx="695">0.0030603086417650728</cx:pt>
          <cx:pt idx="696">0.002235144982715865</cx:pt>
          <cx:pt idx="697">-0.001712383611346696</cx:pt>
          <cx:pt idx="698">0.00037007916605302614</cx:pt>
          <cx:pt idx="699">0.00082467999754557775</cx:pt>
          <cx:pt idx="700">0.0025201440359053856</cx:pt>
          <cx:pt idx="701">0.0050126679215930225</cx:pt>
          <cx:pt idx="702">0.003243109247008416</cx:pt>
          <cx:pt idx="703">-0.0026371657222773667</cx:pt>
          <cx:pt idx="704">0.00030596126380446768</cx:pt>
          <cx:pt idx="705">0.00047360296179928274</cx:pt>
          <cx:pt idx="706">-0.0013886944187324239</cx:pt>
          <cx:pt idx="707">-0.0011036168040714413</cx:pt>
          <cx:pt idx="708">-0.0064332755678829989</cx:pt>
          <cx:pt idx="709">-0.006787859792572991</cx:pt>
          <cx:pt idx="710">-0.0048654057572959167</cx:pt>
          <cx:pt idx="711">-0.00477376218929441</cx:pt>
          <cx:pt idx="712">0.005147620328348629</cx:pt>
          <cx:pt idx="713">0.0054715187253692819</cx:pt>
          <cx:pt idx="714">-0.0016851292302496198</cx:pt>
          <cx:pt idx="715">0.00047442200988624585</cx:pt>
          <cx:pt idx="716">0.012683605095663549</cx:pt>
          <cx:pt idx="717">0.0019209537471760517</cx:pt>
          <cx:pt idx="718">0.011035677400868443</cx:pt>
          <cx:pt idx="719">0.0070260380298797316</cx:pt>
          <cx:pt idx="720">0.0033809971144767507</cx:pt>
          <cx:pt idx="721">-0.00088483773585354333</cx:pt>
          <cx:pt idx="722">0.0010798735696149985</cx:pt>
          <cx:pt idx="723">0.0048118170845193381</cx:pt>
          <cx:pt idx="724">-0.0011945863664635016</cx:pt>
          <cx:pt idx="725">-0.0087010551468312547</cx:pt>
          <cx:pt idx="726">0.0057510044533027578</cx:pt>
          <cx:pt idx="727">-0.0046395491046751077</cx:pt>
          <cx:pt idx="728">-0.0026577493186196719</cx:pt>
          <cx:pt idx="729">0.0049454233443215114</cx:pt>
          <cx:pt idx="730">-0.0050618501665594829</cx:pt>
          <cx:pt idx="731">0.0046331134815543679</cx:pt>
          <cx:pt idx="732">-0.0047339760094340846</cx:pt>
          <cx:pt idx="733">-0.0021856244806184532</cx:pt>
          <cx:pt idx="734">-0.0012862241949046207</cx:pt>
          <cx:pt idx="735">0.0011834768332362709</cx:pt>
          <cx:pt idx="736">0.0041493557462810166</cx:pt>
          <cx:pt idx="737">-0.015804436191485933</cx:pt>
          <cx:pt idx="738">-0.0030425610623801944</cx:pt>
          <cx:pt idx="739">0.0017615091337923284</cx:pt>
          <cx:pt idx="740">0.0067633391726126847</cx:pt>
          <cx:pt idx="741">0.00063031533757586949</cx:pt>
          <cx:pt idx="742">-0.0015303513049612655</cx:pt>
          <cx:pt idx="743">0.0053122599182365265</cx:pt>
          <cx:pt idx="744">0.0016885718890936427</cx:pt>
          <cx:pt idx="745">-0.0021904621291905396</cx:pt>
          <cx:pt idx="746">0.0061732425321909777</cx:pt>
          <cx:pt idx="747">0.0050829356779557621</cx:pt>
          <cx:pt idx="748">-0.026309350394694588</cx:pt>
          <cx:pt idx="749">-0.012615512102886514</cx:pt>
          <cx:pt idx="750">-0.0041300651943995386</cx:pt>
          <cx:pt idx="751">0.0073584651583935359</cx:pt>
          <cx:pt idx="752">0.0036196237932187326</cx:pt>
          <cx:pt idx="753">0.0042235094368376323</cx:pt>
          <cx:pt idx="754">0.0064050636976529058</cx:pt>
          <cx:pt idx="755">-0.0034846498901595071</cx:pt>
          <cx:pt idx="756">-0.0029542860442989894</cx:pt>
          <cx:pt idx="757">0.0022882983379486112</cx:pt>
          <cx:pt idx="758">-0.018457165785981253</cx:pt>
          <cx:pt idx="759">0.00057588536261447994</cx:pt>
          <cx:pt idx="760">0.0074592778336664087</cx:pt>
          <cx:pt idx="761">-0.011682373053081327</cx:pt>
          <cx:pt idx="762">-0.017546332964267584</cx:pt>
          <cx:pt idx="763">-0.003497494255968596</cx:pt>
          <cx:pt idx="764">-0.010186122424120684</cx:pt>
          <cx:pt idx="765">0.0036521134813379949</cx:pt>
          <cx:pt idx="766">0.0085709739464391137</cx:pt>
          <cx:pt idx="767">-0.011490671955111862</cx:pt>
          <cx:pt idx="768">0.0059368850217604375</cx:pt>
          <cx:pt idx="769">0.0078902299925441427</cx:pt>
          <cx:pt idx="770">0.016811265005930359</cx:pt>
          <cx:pt idx="771">-0.0039477877223905635</cx:pt>
          <cx:pt idx="772">0.0034029642809249704</cx:pt>
          <cx:pt idx="773">0.00074130870432627936</cx:pt>
          <cx:pt idx="774">-0.011399074423440658</cx:pt>
          <cx:pt idx="775">-0.0082718372759189741</cx:pt>
          <cx:pt idx="776">0.020935922692128014</cx:pt>
          <cx:pt idx="777">-0.021186853256447254</cx:pt>
          <cx:pt idx="778">-0.007854567816292863</cx:pt>
          <cx:pt idx="779">-0.030046582770817846</cx:pt>
          <cx:pt idx="780">0.0026423800882624162</cx:pt>
          <cx:pt idx="781">-0.007699024689800325</cx:pt>
          <cx:pt idx="782">-0.031438615057295456</cx:pt>
          <cx:pt idx="783">0.0218072100101998</cx:pt>
          <cx:pt idx="784">-0.0022436923309377579</cx:pt>
          <cx:pt idx="785">0.0086592110823529821</cx:pt>
          <cx:pt idx="786">-0.0089108063381662939</cx:pt>
          <cx:pt idx="787">0.011032245963366662</cx:pt>
          <cx:pt idx="788">0.0084354822242060576</cx:pt>
          <cx:pt idx="789">-0.013000308636197947</cx:pt>
          <cx:pt idx="790">-0.016660476756503027</cx:pt>
          <cx:pt idx="791">0.0085495292180446311</cx:pt>
          <cx:pt idx="792">0.018240453424869733</cx:pt>
          <cx:pt idx="793">0.005144554449617934</cx:pt>
          <cx:pt idx="794">-0.021434720631540297</cx:pt>
          <cx:pt idx="795">-0.0023455055971330729</cx:pt>
          <cx:pt idx="796">0.0011817519308410939</cx:pt>
          <cx:pt idx="797">-0.001843602916714471</cx:pt>
          <cx:pt idx="798">0.016722380832846863</cx:pt>
          <cx:pt idx="799">0.00074225646241829382</cx:pt>
          <cx:pt idx="800">0.0074620794570453806</cx:pt>
          <cx:pt idx="801">0.00065441878329529899</cx:pt>
          <cx:pt idx="802">0.0037383793428724505</cx:pt>
          <cx:pt idx="803">0.0077933004944126562</cx:pt>
          <cx:pt idx="804">-0.00033449336999673155</cx:pt>
          <cx:pt idx="805">-0.0032145537169784399</cx:pt>
          <cx:pt idx="806">-0.0005661525269468194</cx:pt>
          <cx:pt idx="807">0.0061198794007052415</cx:pt>
          <cx:pt idx="808">-0.010311253848944758</cx:pt>
          <cx:pt idx="809">0.0001904313842471942</cx:pt>
          <cx:pt idx="810">-0.011778492595558177</cx:pt>
          <cx:pt idx="811">-0.0025229433526631384</cx:pt>
          <cx:pt idx="812">-0.017063323032982809</cx:pt>
          <cx:pt idx="813">0.013138499967291332</cx:pt>
          <cx:pt idx="814">0.0065514094235437611</cx:pt>
          <cx:pt idx="815">0.018846083402380708</cx:pt>
          <cx:pt idx="816">-0.001866609834930364</cx:pt>
          <cx:pt idx="817">-0.012596574501730275</cx:pt>
          <cx:pt idx="818">0.001822507232556108</cx:pt>
          <cx:pt idx="819">0.013878480308081207</cx:pt>
          <cx:pt idx="820">-0.001479483692624381</cx:pt>
          <cx:pt idx="821">-0.0061680601662458326</cx:pt>
          <cx:pt idx="822">-0.0013934727768684493</cx:pt>
          <cx:pt idx="823">-0.0055841740589262206</cx:pt>
          <cx:pt idx="824">-0.00030145210829822413</cx:pt>
          <cx:pt idx="825">-0.014508193724508515</cx:pt>
          <cx:pt idx="826">0.0037956998727079194</cx:pt>
          <cx:pt idx="827">0.0046252603376191227</cx:pt>
          <cx:pt idx="828">0.015703170036805832</cx:pt>
          <cx:pt idx="829">-0.0034599980250533792</cx:pt>
          <cx:pt idx="830">-0.014360832975742928</cx:pt>
          <cx:pt idx="831">-0.010285054075876586</cx:pt>
          <cx:pt idx="832">-0.0019954679314719065</cx:pt>
          <cx:pt idx="833">0.0025935375186362554</cx:pt>
          <cx:pt idx="834">-0.0078445526375939718</cx:pt>
          <cx:pt idx="835">0.0088064912753714805</cx:pt>
          <cx:pt idx="836">0.032379789746044524</cx:pt>
          <cx:pt idx="837">-0.0056940590615170809</cx:pt>
          <cx:pt idx="838">0.01108097351175227</cx:pt>
          <cx:pt idx="839">0.0012131757733414405</cx:pt>
          <cx:pt idx="840">0.00086997010246744964</cx:pt>
          <cx:pt idx="841">0.011145561635851719</cx:pt>
          <cx:pt idx="842">-0.00087632617284529295</cx:pt>
          <cx:pt idx="843">-0.0066752259406867897</cx:pt>
          <cx:pt idx="844">0.0053996003927376428</cx:pt>
          <cx:pt idx="845">0.011599757570918835</cx:pt>
          <cx:pt idx="846">-0.0037105934795939209</cx:pt>
          <cx:pt idx="847">-0.0063224294435017432</cx:pt>
          <cx:pt idx="848">-0.01405295663674419</cx:pt>
          <cx:pt idx="849">-0.0019883866616881764</cx:pt>
          <cx:pt idx="850">-0.0061310430186047133</cx:pt>
          <cx:pt idx="851">0.0013477694748026323</cx:pt>
          <cx:pt idx="852">0.011217946724346461</cx:pt>
          <cx:pt idx="853">0.0023723467221828448</cx:pt>
          <cx:pt idx="854">0.010671727947605153</cx:pt>
          <cx:pt idx="855">-0.0053235937247152355</cx:pt>
          <cx:pt idx="856">0.0042221393290785862</cx:pt>
          <cx:pt idx="857">0.0011081863335770793</cx:pt>
          <cx:pt idx="858">0.010484787058958918</cx:pt>
          <cx:pt idx="859">-0.0051923399258994637</cx:pt>
          <cx:pt idx="860">0.003661964069683327</cx:pt>
          <cx:pt idx="861">0.0081453523836330383</cx:pt>
          <cx:pt idx="862">-0.0034132067347681389</cx:pt>
          <cx:pt idx="863">0.0029473998122469015</cx:pt>
          <cx:pt idx="864">-0.00032034211827219932</cx:pt>
          <cx:pt idx="865">0.0055217206715827945</cx:pt>
          <cx:pt idx="866">0.0006249360966376692</cx:pt>
          <cx:pt idx="867">0.0039964148768919829</cx:pt>
          <cx:pt idx="868">-0.025348410595286166</cx:pt>
          <cx:pt idx="869">0.010935915152015033</cx:pt>
          <cx:pt idx="870">-0.00094162206397821609</cx:pt>
          <cx:pt idx="871">-0.0020066151385019744</cx:pt>
          <cx:pt idx="872">0.00035056805692492267</cx:pt>
          <cx:pt idx="873">0.013434583136092543</cx:pt>
          <cx:pt idx="874">0.0039051267999192013</cx:pt>
          <cx:pt idx="875">0.0077989038984274464</cx:pt>
          <cx:pt idx="876">-0.0030210342852611707</cx:pt>
          <cx:pt idx="877">0.0027554995526390524</cx:pt>
          <cx:pt idx="878">0.00210205411644152</cx:pt>
          <cx:pt idx="879">0.013242803787519668</cx:pt>
          <cx:pt idx="880">0.00052722056691042085</cx:pt>
          <cx:pt idx="881">-0.0054513449477702029</cx:pt>
          <cx:pt idx="882">0.0079710137812219785</cx:pt>
          <cx:pt idx="883">0.01507165449922708</cx:pt>
          <cx:pt idx="884">0.0053915290476692149</cx:pt>
          <cx:pt idx="885">-0.009750954264328187</cx:pt>
          <cx:pt idx="886">0.0048374096921656468</cx:pt>
          <cx:pt idx="887">-0.0065782593585759202</cx:pt>
          <cx:pt idx="888">0.003069328018825178</cx:pt>
          <cx:pt idx="889">-0.0020629931943552818</cx:pt>
          <cx:pt idx="890">-0.0049890130334289597</cx:pt>
          <cx:pt idx="891">-0.0048573754709948028</cx:pt>
          <cx:pt idx="892">-0.0035362272661753087</cx:pt>
          <cx:pt idx="893">0.0097968592012504848</cx:pt>
          <cx:pt idx="894">-0.0053473721266795414</cx:pt>
          <cx:pt idx="895">-0.00056690183996250588</cx:pt>
          <cx:pt idx="896">-0.0035416333965105967</cx:pt>
          <cx:pt idx="897">0.011342011454535148</cx:pt>
          <cx:pt idx="898">0.004195994693360244</cx:pt>
          <cx:pt idx="899">-0.012615537706047215</cx:pt>
          <cx:pt idx="900">-0.00097164702722123261</cx:pt>
          <cx:pt idx="901">0.016724772383947734</cx:pt>
          <cx:pt idx="902">0.0064882266665581348</cx:pt>
          <cx:pt idx="903">-0.0040985005631136587</cx:pt>
          <cx:pt idx="904">0.015937532482849376</cx:pt>
          <cx:pt idx="905">-0.0040503937315088867</cx:pt>
          <cx:pt idx="906">-0.0011197605977785186</cx:pt>
          <cx:pt idx="907">-0.0065441507265313822</cx:pt>
          <cx:pt idx="908">-0.00071389169234032952</cx:pt>
          <cx:pt idx="909">-0.011480740559712634</cx:pt>
          <cx:pt idx="910">-0.00096362144278763404</cx:pt>
          <cx:pt idx="911">0.0045512991156828799</cx:pt>
          <cx:pt idx="912">0.0096081406195433743</cx:pt>
          <cx:pt idx="913">0.0069409558041385174</cx:pt>
          <cx:pt idx="914">0.01408305508588923</cx:pt>
          <cx:pt idx="915">0.00027405737884597409</cx:pt>
          <cx:pt idx="916">-0.0071612455789506705</cx:pt>
          <cx:pt idx="917">-0.0057000106418854469</cx:pt>
          <cx:pt idx="918">-0.0026477299746903767</cx:pt>
          <cx:pt idx="919">0.0043275174909723725</cx:pt>
          <cx:pt idx="920">-0.00016631378755101894</cx:pt>
          <cx:pt idx="921">0.01360912550683999</cx:pt>
          <cx:pt idx="922">-0.0026093563124917002</cx:pt>
          <cx:pt idx="923">-0.0034744990737375281</cx:pt>
          <cx:pt idx="924">0.0055290646118987688</cx:pt>
          <cx:pt idx="925">-0.010447278114644912</cx:pt>
          <cx:pt idx="926">0.0065344542718356125</cx:pt>
          <cx:pt idx="927">0.0021384245489655535</cx:pt>
          <cx:pt idx="928">-0.016335239315938721</cx:pt>
          <cx:pt idx="929">0.0069245528209636222</cx:pt>
          <cx:pt idx="930">-0.00039525365332380167</cx:pt>
          <cx:pt idx="931">5.5287176239669019e-06</cx:pt>
          <cx:pt idx="932">0.0055662060943036419</cx:pt>
          <cx:pt idx="933">-0.008745800365444225</cx:pt>
          <cx:pt idx="934">0.0027167820505991937</cx:pt>
          <cx:pt idx="935">-0.0077006946908881151</cx:pt>
          <cx:pt idx="936">-0.010432448017502687</cx:pt>
          <cx:pt idx="937">0.0079366183930786247</cx:pt>
          <cx:pt idx="938">-0.0039258468475901536</cx:pt>
          <cx:pt idx="939">-0.019435510731520146</cx:pt>
          <cx:pt idx="940">-0.0022182064075261607</cx:pt>
          <cx:pt idx="941">-0.011886505171218075</cx:pt>
          <cx:pt idx="942">0.0023152798521322232</cx:pt>
          <cx:pt idx="943">0.011586884685642295</cx:pt>
          <cx:pt idx="944">-0.006488037828217089</cx:pt>
          <cx:pt idx="945">-0.0042830916130001152</cx:pt>
          <cx:pt idx="946">-0.0086077700123877842</cx:pt>
          <cx:pt idx="947">-0.0054991685669719091</cx:pt>
          <cx:pt idx="948">-0.0010161006665224785</cx:pt>
          <cx:pt idx="949">0.012793842681320776</cx:pt>
          <cx:pt idx="950">0.0055315910124605497</cx:pt>
          <cx:pt idx="951">-0.012126518016426842</cx:pt>
          <cx:pt idx="952">-0.02881083963035927</cx:pt>
          <cx:pt idx="953">-1.9419610599158595e-05</cx:pt>
          <cx:pt idx="954">0.0066117689840573179</cx:pt>
          <cx:pt idx="955">0.019899372677535412</cx:pt>
          <cx:pt idx="956">-0.0018502880908484605</cx:pt>
          <cx:pt idx="957">0.00047270908446694568</cx:pt>
          <cx:pt idx="958">0.011249881381265266</cx:pt>
          <cx:pt idx="959">-0.012698930252761869</cx:pt>
          <cx:pt idx="960">0.010165430548251411</cx:pt>
          <cx:pt idx="961">0.014252377667665957</cx:pt>
          <cx:pt idx="962">0.011259643458236133</cx:pt>
          <cx:pt idx="963">-0.019216971436334992</cx:pt>
          <cx:pt idx="964">0.013164713133825673</cx:pt>
          <cx:pt idx="965">0.024313710161567314</cx:pt>
          <cx:pt idx="966">-0.020120009562266956</cx:pt>
          <cx:pt idx="967">0.0098525925842940319</cx:pt>
          <cx:pt idx="968">-0.012609910465208108</cx:pt>
          <cx:pt idx="969">0.019916435372493248</cx:pt>
          <cx:pt idx="970">0.0099329223280040495</cx:pt>
          <cx:pt idx="971">0.010990358128372374</cx:pt>
          <cx:pt idx="972">0.00044524584175717382</cx:pt>
          <cx:pt idx="973">0.0037794633490654656</cx:pt>
          <cx:pt idx="974">0.0024797126097033917</cx:pt>
          <cx:pt idx="975">0.00038146598681987613</cx:pt>
          <cx:pt idx="976">0.0027806788912759662</cx:pt>
          <cx:pt idx="977">-0.0075807776623626876</cx:pt>
          <cx:pt idx="978">0.012524515894042104</cx:pt>
          <cx:pt idx="979">0.0046002396748563738</cx:pt>
          <cx:pt idx="980">-0.01352503515477496</cx:pt>
          <cx:pt idx="981">-0.0032634063551804987</cx:pt>
          <cx:pt idx="982">0.0012937400653346303</cx:pt>
          <cx:pt idx="983">0.0001755347785414238</cx:pt>
          <cx:pt idx="984">0.0052357925364345812</cx:pt>
          <cx:pt idx="985">0.0077054207099406828</cx:pt>
          <cx:pt idx="986">0.001075030068248624</cx:pt>
          <cx:pt idx="987">0.0093600603620801904</cx:pt>
          <cx:pt idx="988">0.0063670599895400606</cx:pt>
          <cx:pt idx="989">-0.015532410580853161</cx:pt>
          <cx:pt idx="990">0.028983144720928847</cx:pt>
          <cx:pt idx="991">-0.013063148345541134</cx:pt>
          <cx:pt idx="992">-0.0066344761258595834</cx:pt>
          <cx:pt idx="993">0.0028971320840056112</cx:pt>
          <cx:pt idx="994">-0.018988499788339094</cx:pt>
          <cx:pt idx="995">0.005581707655095268</cx:pt>
          <cx:pt idx="996">-0.0021838736607052</cx:pt>
          <cx:pt idx="997">-0.036342469627140828</cx:pt>
          <cx:pt idx="998">0.015103561874540962</cx:pt>
          <cx:pt idx="999">-0.0092459181391461049</cx:pt>
          <cx:pt idx="1000">-0.011791102505648346</cx:pt>
          <cx:pt idx="1001">-0.014925828611873913</cx:pt>
          <cx:pt idx="1002">-0.041382435245651779</cx:pt>
          <cx:pt idx="1003">0.036036134035400826</cx:pt>
          <cx:pt idx="1004">0.0033314831160679839</cx:pt>
          <cx:pt idx="1005">0.0032355267979306893</cx:pt>
          <cx:pt idx="1006">-0.0016506591837493613</cx:pt>
          <cx:pt idx="1007">-0.021339458760799828</cx:pt>
          <cx:pt idx="1008">-0.00018715499547825379</cx:pt>
          <cx:pt idx="1009">0.010655476008413361</cx:pt>
          <cx:pt idx="1010">0.0088571973926501631</cx:pt>
          <cx:pt idx="1011">0.019902018881361824</cx:pt>
          <cx:pt idx="1012">-0.0047812856141016182</cx:pt>
          <cx:pt idx="1013">0.016529693980259108</cx:pt>
          <cx:pt idx="1014">0.0042438303060624502</cx:pt>
          <cx:pt idx="1015">-0.0025062674578430707</cx:pt>
          <cx:pt idx="1016">0.011062070237423579</cx:pt>
          <cx:pt idx="1017">0.0034202310314983986</cx:pt>
          <cx:pt idx="1018">0.0040565948443492114</cx:pt>
          <cx:pt idx="1019">0.0054315498457730999</cx:pt>
          <cx:pt idx="1020">-0.00057240314322765595</cx:pt>
          <cx:pt idx="1021">0.00065343238853078807</cx:pt>
          <cx:pt idx="1022">0.0025707956079599782</cx:pt>
          <cx:pt idx="1023">0.011164894888672441</cx:pt>
          <cx:pt idx="1024">0.0085052098847975977</cx:pt>
          <cx:pt idx="1025">0.0073377479519403759</cx:pt>
          <cx:pt idx="1026">0.0095604339490499585</cx:pt>
          <cx:pt idx="1027">0.011457769265117258</cx:pt>
          <cx:pt idx="1028">-0.0084477498850716384</cx:pt>
          <cx:pt idx="1029">0.0074199479194758311</cx:pt>
          <cx:pt idx="1030">0.0068379833396121845</cx:pt>
          <cx:pt idx="1031">-0.0077684203881517259</cx:pt>
          <cx:pt idx="1032">0.0086476288622176802</cx:pt>
          <cx:pt idx="1033">0.0023132114383720426</cx:pt>
          <cx:pt idx="1034">0.0027098700460889782</cx:pt>
          <cx:pt idx="1035">-0.0041186369881653501</cx:pt>
          <cx:pt idx="1036">0.0080820144525573755</cx:pt>
          <cx:pt idx="1037">0.0063179254265789287</cx:pt>
          <cx:pt idx="1038">0.0055590785719897128</cx:pt>
          <cx:pt idx="1039">-0.0017735395313774132</cx:pt>
          <cx:pt idx="1040">-0.01079942643245258</cx:pt>
          <cx:pt idx="1041">0.0021255641365058916</cx:pt>
          <cx:pt idx="1042">0.0069523343606943417</cx:pt>
          <cx:pt idx="1043">-0.0083458796399688631</cx:pt>
          <cx:pt idx="1044">-0.003554601965941386</cx:pt>
          <cx:pt idx="1045">-0.0044995561875857447</cx:pt>
          <cx:pt idx="1046">0.0010976503157020345</cx:pt>
          <cx:pt idx="1047">-0.0027661534573794324</cx:pt>
          <cx:pt idx="1048">0.0051130599358076454</cx:pt>
          <cx:pt idx="1049">0.0023839053355337201</cx:pt>
          <cx:pt idx="1050">-0.0059852342454866439</cx:pt>
          <cx:pt idx="1051">0.00097799277264005178</cx:pt>
          <cx:pt idx="1052">0.0012442295789784072</cx:pt>
          <cx:pt idx="1053">0.016112657557812052</cx:pt>
          <cx:pt idx="1054">0.0037750979883638671</cx:pt>
          <cx:pt idx="1055">0.005715981285001415</cx:pt>
          <cx:pt idx="1056">0.0012415443664972443</cx:pt>
          <cx:pt idx="1057">-0.0051357227551481581</cx:pt>
          <cx:pt idx="1058">-0.0077001286600226065</cx:pt>
          <cx:pt idx="1059">-0.0049866102563027159</cx:pt>
          <cx:pt idx="1060">0.0036454568307619909</cx:pt>
          <cx:pt idx="1061">0.021827368226995769</cx:pt>
          <cx:pt idx="1062">-0.005251699572371895</cx:pt>
          <cx:pt idx="1063">0.0036985305463147107</cx:pt>
          <cx:pt idx="1064">0.0081757062945377254</cx:pt>
          <cx:pt idx="1065">-0.006714790552397364</cx:pt>
          <cx:pt idx="1066">0.0080193602621827318</cx:pt>
          <cx:pt idx="1067">-0.0044614176934298626</cx:pt>
          <cx:pt idx="1068">-0.0024154764851518924</cx:pt>
          <cx:pt idx="1069">0.0069187341826756335</cx:pt>
          <cx:pt idx="1070">-0.0030558320700914748</cx:pt>
          <cx:pt idx="1071">-0.0036789232159476848</cx:pt>
          <cx:pt idx="1072">0.0071899311532666512</cx:pt>
          <cx:pt idx="1073">-0.0070585849618347843</cx:pt>
          <cx:pt idx="1074">-0.004117643934407415</cx:pt>
          <cx:pt idx="1075">0.0089961891886459616</cx:pt>
          <cx:pt idx="1076">-0.0019195654478586679</cx:pt>
          <cx:pt idx="1077">0.0064036559760551493</cx:pt>
          <cx:pt idx="1078">-0.0056420303186788066</cx:pt>
          <cx:pt idx="1079">-0.025618601071095749</cx:pt>
          <cx:pt idx="1080">-0.011486939563204993</cx:pt>
          <cx:pt idx="1081">0.010647801962137823</cx:pt>
          <cx:pt idx="1082">-0.012682586075389322</cx:pt>
          <cx:pt idx="1083">0.012012842279454969</cx:pt>
          <cx:pt idx="1084">0.01085457420814216</cx:pt>
          <cx:pt idx="1085">-0.00064096504253880447</cx:pt>
          <cx:pt idx="1086">0.0073759359743521217</cx:pt>
          <cx:pt idx="1087">-0.010800809791283507</cx:pt>
          <cx:pt idx="1088">0.012871656793576281</cx:pt>
          <cx:pt idx="1089">0.0019364081797869884</cx:pt>
          <cx:pt idx="1090">0.0018444565473114372</cx:pt>
          <cx:pt idx="1091">0.0089627674554312552</cx:pt>
          <cx:pt idx="1092">-0.0055884360157048198</cx:pt>
          <cx:pt idx="1093">-0.021323122287004677</cx:pt>
          <cx:pt idx="1094">1.9778235582709833e-05</cx:pt>
          <cx:pt idx="1095">0.0034416848335921029</cx:pt>
          <cx:pt idx="1096">0.01168920221215004</cx:pt>
          <cx:pt idx="1097">0.00095857343043882098</cx:pt>
          <cx:pt idx="1098">0.0029862423257997041</cx:pt>
          <cx:pt idx="1099">0.0072548255248018646</cx:pt>
          <cx:pt idx="1100">0.0050210441547064557</cx:pt>
          <cx:pt idx="1101">-0.00011191857489642541</cx:pt>
          <cx:pt idx="1102">-0.01421156727626389</cx:pt>
          <cx:pt idx="1103">0.0092148630682704555</cx:pt>
          <cx:pt idx="1104">0.0039433727165646007</cx:pt>
          <cx:pt idx="1105">0.006873711786784629</cx:pt>
          <cx:pt idx="1106">0.001392490947930983</cx:pt>
          <cx:pt idx="1107">-0.011356928519386864</cx:pt>
          <cx:pt idx="1108">-0.013221979253965836</cx:pt>
          <cx:pt idx="1109">0.0025746414002766134</cx:pt>
          <cx:pt idx="1110">0.0040543349932179963</cx:pt>
          <cx:pt idx="1111">0.0067288825949349367</cx:pt>
          <cx:pt idx="1112">-0.0095306517466265048</cx:pt>
          <cx:pt idx="1113">0.023704356181968637</cx:pt>
          <cx:pt idx="1114">0.0032615983964699139</cx:pt>
          <cx:pt idx="1115">0.0059504639577293347</cx:pt>
          <cx:pt idx="1116">-0.0037202520653487163</cx:pt>
          <cx:pt idx="1117">0.0020082043231447982</cx:pt>
          <cx:pt idx="1118">0.0023934009044693271</cx:pt>
          <cx:pt idx="1119">0.0042103440482922899</cx:pt>
          <cx:pt idx="1120">0.0049387430325400529</cx:pt>
          <cx:pt idx="1121">0.014005728046367523</cx:pt>
          <cx:pt idx="1122">-0.0024387476199407001</cx:pt>
          <cx:pt idx="1123">0.0088026036744309286</cx:pt>
          <cx:pt idx="1124">0.0091205314419942497</cx:pt>
          <cx:pt idx="1125">-0.0093669384759259566</cx:pt>
          <cx:pt idx="1126">-0.0044687146327496881</cx:pt>
          <cx:pt idx="1127">-0.012101851760328604</cx:pt>
          <cx:pt idx="1128">-0.019665028019404961</cx:pt>
          <cx:pt idx="1129">0.011008636352069681</cx:pt>
          <cx:pt idx="1130">-0.0010300187507412623</cx:pt>
          <cx:pt idx="1131">-0.0025431157485645011</cx:pt>
          <cx:pt idx="1132">0.017961656800896206</cx:pt>
          <cx:pt idx="1133">0.01702975828235135</cx:pt>
          <cx:pt idx="1134">-0.0071908544656900473</cx:pt>
          <cx:pt idx="1135">0.0010562839323149001</cx:pt>
          <cx:pt idx="1136">0.0067371560552685434</cx:pt>
          <cx:pt idx="1137">0.0036879366629478821</cx:pt>
          <cx:pt idx="1138">-0.012635097489642406</cx:pt>
          <cx:pt idx="1139">-0.0032292300201051437</cx:pt>
          <cx:pt idx="1140">-0.0016041097154659888</cx:pt>
          <cx:pt idx="1141">1.876067006849661e-06</cx:pt>
          <cx:pt idx="1142">-0.0017880617485263814</cx:pt>
          <cx:pt idx="1143">0.003328513919488062</cx:pt>
          <cx:pt idx="1144">-0.018406154505872727</cx:pt>
          <cx:pt idx="1145">0.0011495873481101578</cx:pt>
          <cx:pt idx="1146">0.010219502038696511</cx:pt>
          <cx:pt idx="1147">-0.0023196228848916881</cx:pt>
          <cx:pt idx="1148">-0.008149090460338463</cx:pt>
          <cx:pt idx="1149">0.0011824187475831562</cx:pt>
          <cx:pt idx="1150">0.0058973597072410604</cx:pt>
          <cx:pt idx="1151">0.0040181855526932233</cx:pt>
          <cx:pt idx="1152">-0.0033711254970071177</cx:pt>
          <cx:pt idx="1153">0.0053501917932764374</cx:pt>
          <cx:pt idx="1154">0.0071130590336549327</cx:pt>
          <cx:pt idx="1155">-0.018506163774005078</cx:pt>
          <cx:pt idx="1156">0.011318103704662278</cx:pt>
          <cx:pt idx="1157">0.013462352708646765</cx:pt>
          <cx:pt idx="1158">0.015292447611748741</cx:pt>
          <cx:pt idx="1159">0.0015950755229212636</cx:pt>
          <cx:pt idx="1160">-0.0032594131685801187</cx:pt>
          <cx:pt idx="1161">0.00018711877736379205</cx:pt>
          <cx:pt idx="1162">-0.016831389833956531</cx:pt>
          <cx:pt idx="1163">0.012026394967730256</cx:pt>
          <cx:pt idx="1164">0.0085961250077627657</cx:pt>
          <cx:pt idx="1165">0.0089834821772426382</cx:pt>
          <cx:pt idx="1166">-0.0095940953561954052</cx:pt>
          <cx:pt idx="1167">0.0054441110745728528</cx:pt>
          <cx:pt idx="1168">0.0013131981290046089</cx:pt>
          <cx:pt idx="1169">-0.017882411815834838</cx:pt>
          <cx:pt idx="1170">0.00948090787325407</cx:pt>
          <cx:pt idx="1171">-0.0025460543262534581</cx:pt>
          <cx:pt idx="1172">0.0046976648338744901</cx:pt>
          <cx:pt idx="1173">0.011343600358477503</cx:pt>
          <cx:pt idx="1174">0.00097175703658891404</cx:pt>
          <cx:pt idx="1175">0.014097753762620589</cx:pt>
          <cx:pt idx="1176">0.0089772542363218029</cx:pt>
          <cx:pt idx="1177">-0.0087742467719000745</cx:pt>
          <cx:pt idx="1178">0.004974083879914026</cx:pt>
          <cx:pt idx="1179">-0.0039202682397796972</cx:pt>
          <cx:pt idx="1180">-0.015077416107469623</cx:pt>
          <cx:pt idx="1181">-0.0080501170305124926</cx:pt>
          <cx:pt idx="1182">0.0038404198861317239</cx:pt>
          <cx:pt idx="1183">-0.014016991528078903</cx:pt>
          <cx:pt idx="1184">0.011555094406136343</cx:pt>
          <cx:pt idx="1185">0.016789478333508034</cx:pt>
          <cx:pt idx="1186">-0.0035945560132714096</cx:pt>
          <cx:pt idx="1187">0.0012324151998305852</cx:pt>
          <cx:pt idx="1188">-0.0029505883659845153</cx:pt>
          <cx:pt idx="1189">0.0013439315099429818</cx:pt>
          <cx:pt idx="1190">-0.0021409795094118863</cx:pt>
          <cx:pt idx="1191">0.0031393175438627712</cx:pt>
          <cx:pt idx="1192">0.009898747909851657</cx:pt>
          <cx:pt idx="1193">-0.003523276617979812</cx:pt>
          <cx:pt idx="1194">-0.0019796210851855908</cx:pt>
          <cx:pt idx="1195">-0.011905030420839926</cx:pt>
          <cx:pt idx="1196">-0.0059248931379584022</cx:pt>
          <cx:pt idx="1197">0.012942377019731239</cx:pt>
          <cx:pt idx="1198">0.007717791056089586</cx:pt>
          <cx:pt idx="1199">-0.0058554439296342039</cx:pt>
          <cx:pt idx="1200">-0.0056862969660436379</cx:pt>
          <cx:pt idx="1201">0.0055319362755344584</cx:pt>
          <cx:pt idx="1202">0.0010639711804853237</cx:pt>
          <cx:pt idx="1203">-0.0017997432087897567</cx:pt>
          <cx:pt idx="1204">0.0041513491599483483</cx:pt>
          <cx:pt idx="1205">0.0042034196239339582</cx:pt>
          <cx:pt idx="1206">-0.0023257529690980574</cx:pt>
          <cx:pt idx="1207">0.0031317994085802666</cx:pt>
          <cx:pt idx="1208">0.0082648462432932807</cx:pt>
          <cx:pt idx="1209">0.0062992338830790279</cx:pt>
          <cx:pt idx="1210">-0.0050745650888559648</cx:pt>
          <cx:pt idx="1211">0.0052657714550666448</cx:pt>
          <cx:pt idx="1212">-0.0028198340549112117</cx:pt>
          <cx:pt idx="1213">-0.024735334021322351</cx:pt>
          <cx:pt idx="1214">-0.016608473633537679</cx:pt>
          <cx:pt idx="1215">0.0063627866721315297</cx:pt>
          <cx:pt idx="1216">0.0052332520314915584</cx:pt>
          <cx:pt idx="1217">-0.00085495996204057825</cx:pt>
          <cx:pt idx="1218">-0.0024963454167198649</cx:pt>
          <cx:pt idx="1219">-0.011902010461468028</cx:pt>
          <cx:pt idx="1220">-0.016650758212548862</cx:pt>
          <cx:pt idx="1221">-0.0025657812069442439</cx:pt>
          <cx:pt idx="1222">-0.005616832212513299</cx:pt>
          <cx:pt idx="1223">-0.0047548588462200687</cx:pt>
          <cx:pt idx="1224">0.0022956927091349194</cx:pt>
          <cx:pt idx="1225">-0.0075558569472591952</cx:pt>
          <cx:pt idx="1226">0.0090830791272773354</cx:pt>
          <cx:pt idx="1227">0.0051629433470623742</cx:pt>
          <cx:pt idx="1228">0.0042666640212076961</cx:pt>
          <cx:pt idx="1229">0.0047253141240677313</cx:pt>
          <cx:pt idx="1230">0.0022302113243094115</cx:pt>
          <cx:pt idx="1231">-0.0010928315816156632</cx:pt>
          <cx:pt idx="1232">-0.014414427416977819</cx:pt>
          <cx:pt idx="1233">-0.0021677073672926924</cx:pt>
          <cx:pt idx="1234">0.0028711602812979574</cx:pt>
          <cx:pt idx="1235">0.017859182563852844</cx:pt>
          <cx:pt idx="1236">0.0036100303783361083</cx:pt>
          <cx:pt idx="1237">-0.0077267591480897208</cx:pt>
          <cx:pt idx="1238">-0.014394674668168603</cx:pt>
          <cx:pt idx="1239">0.0030856947496687771</cx:pt>
          <cx:pt idx="1240">0.0053474000621195157</cx:pt>
          <cx:pt idx="1241">0.00033339238309522574</cx:pt>
          <cx:pt idx="1242">-4.5465300087737387e-05</cx:pt>
          <cx:pt idx="1243">-0.00031068371565052248</cx:pt>
          <cx:pt idx="1244">-0.0061929984478249159</cx:pt>
          <cx:pt idx="1245">-0.0092348748284598204</cx:pt>
          <cx:pt idx="1246">-0.013887674254629482</cx:pt>
          <cx:pt idx="1247">-0.00090250680743785027</cx:pt>
          <cx:pt idx="1248">0.0085358122672784392</cx:pt>
          <cx:pt idx="1249">-0.011702361447201239</cx:pt>
          <cx:pt idx="1250">0.010941335591653039</cx:pt>
          <cx:pt idx="1251">0.0083436724692680132</cx:pt>
          <cx:pt idx="1252">0.009623258725238712</cx:pt>
          <cx:pt idx="1253">-0.0052763184149181783</cx:pt>
          <cx:pt idx="1254">0.0024390649592471981</cx:pt>
          <cx:pt idx="1255">0.0067253910202262441</cx:pt>
          <cx:pt idx="1256">0.0033693963498126478</cx:pt>
          <cx:pt idx="1257">0.00075681837787688856</cx:pt>
          <cx:pt idx="1258">0.004663986330545376</cx:pt>
          <cx:pt idx="1259">-0.013512455328871185</cx:pt>
          <cx:pt idx="1260">0.0087871444566892613</cx:pt>
          <cx:pt idx="1261">0.0032688791853797074</cx:pt>
          <cx:pt idx="1262">-0.0077484073463286798</cx:pt>
          <cx:pt idx="1263">0.0020562894089459884</cx:pt>
          <cx:pt idx="1264">-0.0016262474815323101</cx:pt>
          <cx:pt idx="1265">0.0064915186587889617</cx:pt>
          <cx:pt idx="1266">0.013478661337837938</cx:pt>
          <cx:pt idx="1267">-0.0043670233698406375</cx:pt>
          <cx:pt idx="1268">0.0088725832572477143</cx:pt>
          <cx:pt idx="1269">0.0095038811345409414</cx:pt>
          <cx:pt idx="1270">0.0025813110974310534</cx:pt>
          <cx:pt idx="1271">0.011646025267906812</cx:pt>
          <cx:pt idx="1272">-0.012925580616621201</cx:pt>
          <cx:pt idx="1273">0.0089291641211154144</cx:pt>
          <cx:pt idx="1274">-0.00037020682681785082</cx:pt>
          <cx:pt idx="1275">-0.004985707493325638</cx:pt>
          <cx:pt idx="1276">0.0028475838312520445</cx:pt>
          <cx:pt idx="1277">-0.0039914197566990103</cx:pt>
          <cx:pt idx="1278">-0.0017403646100647104</cx:pt>
          <cx:pt idx="1279">-0.014654202497415393</cx:pt>
          <cx:pt idx="1280">0.00097842916275644792</cx:pt>
          <cx:pt idx="1281">0.013022512180274112</cx:pt>
          <cx:pt idx="1282">-0.00015097024827403084</cx:pt>
          <cx:pt idx="1283">0.0048218456483558741</cx:pt>
          <cx:pt idx="1284">0.00061296743888098913</cx:pt>
          <cx:pt idx="1285">0.011058616638360374</cx:pt>
          <cx:pt idx="1286">0.00090698829852957005</cx:pt>
          <cx:pt idx="1287">0.0041528919431194468</cx:pt>
          <cx:pt idx="1288">0.0041432867365823554</cx:pt>
          <cx:pt idx="1289">0.012378965016430935</cx:pt>
          <cx:pt idx="1290">0.00048905846289649848</cx:pt>
          <cx:pt idx="1291">-0.012873264623156373</cx:pt>
          <cx:pt idx="1292">0.018911518607805357</cx:pt>
          <cx:pt idx="1293">0.0019082067014422703</cx:pt>
          <cx:pt idx="1294">-0.014278969526052772</cx:pt>
          <cx:pt idx="1295">-0.032080047965755226</cx:pt>
          <cx:pt idx="1296">-0.012981779481597587</cx:pt>
          <cx:pt idx="1297">-0.054467971643711643</cx:pt>
          <cx:pt idx="1298">-0.018997727577304637</cx:pt>
          <cx:pt idx="1299">0.030822686075510978</cx:pt>
          <cx:pt idx="1300">-0.00022545414714201042</cx:pt>
          <cx:pt idx="1301">0.036082511445724171</cx:pt>
          <cx:pt idx="1302">-0.032923834961747708</cx:pt>
          <cx:pt idx="1303">-0.025145693528219583</cx:pt>
          <cx:pt idx="1304">-0.088477481100645183</cx:pt>
          <cx:pt idx="1305">0.037313084198715679</cx:pt>
          <cx:pt idx="1306">-0.078544955084372176</cx:pt>
          <cx:pt idx="1307">-0.13065083430772209</cx:pt>
          <cx:pt idx="1308">0.10843313228590679</cx:pt>
          <cx:pt idx="1309">-0.20820048557801821</cx:pt>
          <cx:pt idx="1310">0.0040922420534224855</cx:pt>
          <cx:pt idx="1311">-0.11223059391089124</cx:pt>
          <cx:pt idx="1312">0.090540841654322968</cx:pt>
          <cx:pt idx="1313">-0.02848524205503928</cx:pt>
          <cx:pt idx="1314">-0.022306828730841239</cx:pt>
          <cx:pt idx="1315">0.10004103753213112</cx:pt>
          <cx:pt idx="1316">0.059895396087936439</cx:pt>
          <cx:pt idx="1317">0.071651115131704135</cx:pt>
          <cx:pt idx="1318">-0.0039593523361659997</cx:pt>
          <cx:pt idx="1319">0.0008859702522077675</cx:pt>
          <cx:pt idx="1320">-0.045815948451833802</cx:pt>
          <cx:pt idx="1321">-0.088585755225598931</cx:pt>
          <cx:pt idx="1322">0.0025966706098675069</cx:pt>
          <cx:pt idx="1323">-0.013098266979642375</cx:pt>
          <cx:pt idx="1324">0.10661792332045945</cx:pt>
          <cx:pt idx="1325">0.031821773719734006</cx:pt>
          <cx:pt idx="1326">0.085975818844116883</cx:pt>
          <cx:pt idx="1327">0.067193924077640604</cx:pt>
          <cx:pt idx="1328">-0.049764921247368379</cx:pt>
          <cx:pt idx="1329">0.026245043635686461</cx:pt>
          <cx:pt idx="1330">-0.057602501325241633</cx:pt>
          <cx:pt idx="1331">-0.019666825798528895</cx:pt>
          <cx:pt idx="1332">0.038218572119358502</cx:pt>
          <cx:pt idx="1333">-0.046429164862944405</cx:pt>
          <cx:pt idx="1334">-0.019200696207747073</cx:pt>
          <cx:pt idx="1335">0.0050894934384839337</cx:pt>
          <cx:pt idx="1336">-0.0069808156095413423</cx:pt>
          <cx:pt idx="1337">0.0017139837785992654</cx:pt>
          <cx:pt idx="1338">0.038881327710945005</cx:pt>
          <cx:pt idx="1339">0.020873495467085199</cx:pt>
          <cx:pt idx="1340">0.04451595026546893</cx:pt>
          <cx:pt idx="1341">-0.014692728803460967</cx:pt>
          <cx:pt idx="1342">-0.047762179485269139</cx:pt>
          <cx:pt idx="1343">-0.00024555940341834323</cx:pt>
          <cx:pt idx="1344">0.0018755624473189778</cx:pt>
          <cx:pt idx="1345">-0.030364456386141846</cx:pt>
          <cx:pt idx="1346">-0.0023253436818703108</cx:pt>
          <cx:pt idx="1347">0.035781657189458117</cx:pt>
          <cx:pt idx="1348">-0.024978447089608384</cx:pt>
          <cx:pt idx="1349">-0.047705574414550665</cx:pt>
          <cx:pt idx="1350">-0.0302802445828412</cx:pt>
          <cx:pt idx="1351">0.020298210316123791</cx:pt>
          <cx:pt idx="1352">-0.001735933308133172</cx:pt>
          <cx:pt idx="1353">0.078278208066708752</cx:pt>
          <cx:pt idx="1354">-0.010533761312346084</cx:pt>
          <cx:pt idx="1355">0.0098208484658954109</cx:pt>
          <cx:pt idx="1356">0.0031404390290352734</cx:pt>
          <cx:pt idx="1357">0.018434264153174042</cx:pt>
          <cx:pt idx="1358">0.049911929859972545</cx:pt>
          <cx:pt idx="1359">0.028618948228796667</cx:pt>
          <cx:pt idx="1360">-0.0023602384461038949</cx:pt>
          <cx:pt idx="1361">-0.017128620228288302</cx:pt>
          <cx:pt idx="1362">0.025567362757107838</cx:pt>
          <cx:pt idx="1363">0.024050661100459968</cx:pt>
          <cx:pt idx="1364">0.056284248526343859</cx:pt>
          <cx:pt idx="1365">-0.0040638752786180121</cx:pt>
          <cx:pt idx="1366">0.050999424464077611</cx:pt>
          <cx:pt idx="1367">0.027308705595445175</cx:pt>
          <cx:pt idx="1368">-0.027718896563514991</cx:pt>
          <cx:pt idx="1369">-0.030896399025573538</cx:pt>
          <cx:pt idx="1370">-0.078268424022506805</cx:pt>
          <cx:pt idx="1371">0.045571631447633314</cx:pt>
          <cx:pt idx="1372">0.010894393436129024</cx:pt>
          <cx:pt idx="1373">0.018282837941453557</cx:pt>
          <cx:pt idx="1374">-0.015467627605692109</cx:pt>
          <cx:pt idx="1375">-0.0095965709852725775</cx:pt>
          <cx:pt idx="1376">-0.039786757629972781</cx:pt>
          <cx:pt idx="1377">0.002967097502983582</cx:pt>
          <cx:pt idx="1378">-0.0024898420942651282</cx:pt>
          <cx:pt idx="1379">-0.036581805667832479</cx:pt>
          <cx:pt idx="1380">0.014586525836614916</cx:pt>
          <cx:pt idx="1381">-0.016549281623281106</cx:pt>
          <cx:pt idx="1382">0.030079269974341787</cx:pt>
          <cx:pt idx="1383">0.01078816244310893</cx:pt>
          <cx:pt idx="1384">0.026829048897381337</cx:pt>
          <cx:pt idx="1385">-0.0065020108364876195</cx:pt>
          <cx:pt idx="1386">0.00020196540181485366</cx:pt>
          <cx:pt idx="1387">-0.027996329373905629</cx:pt>
          <cx:pt idx="1388">0.00074335623472381127</cx:pt>
          <cx:pt idx="1389">-0.015645674758443247</cx:pt>
          <cx:pt idx="1390">0.012435263278622056</cx:pt>
          <cx:pt idx="1391">-0.017461366950228301</cx:pt>
          <cx:pt idx="1392">0.003401209884639495</cx:pt>
          <cx:pt idx="1393">0.019425379800723324</cx:pt>
          <cx:pt idx="1394">-0.019845012346466236</cx:pt>
          <cx:pt idx="1395">0.017609327107898212</cx:pt>
          <cx:pt idx="1396">-0.020487250797729169</cx:pt>
          <cx:pt idx="1397">0.0076821365016984224</cx:pt>
          <cx:pt idx="1398">0.021112755453468232</cx:pt>
          <cx:pt idx="1399">-0.0052589799132376543</cx:pt>
          <cx:pt idx="1400">-0.00533187822130839</cx:pt>
          <cx:pt idx="1401">0.0072075359171468343</cx:pt>
          <cx:pt idx="1402">0.024577485250329739</cx:pt>
          <cx:pt idx="1403">0.027797269608310957</cx:pt>
          <cx:pt idx="1404">-0.009251902151477134</cx:pt>
          <cx:pt idx="1405">-0.0034712572600822727</cx:pt>
          <cx:pt idx="1406">-0.017631082039333546</cx:pt>
          <cx:pt idx="1407">0.014823778796719717</cx:pt>
          <cx:pt idx="1408">-0.000355330504598096</cx:pt>
          <cx:pt idx="1409">0.0086315116716598524</cx:pt>
          <cx:pt idx="1410">0.019524541059052027</cx:pt>
          <cx:pt idx="1411">0.0091060565914895843</cx:pt>
          <cx:pt idx="1412">-0.010545832465563301</cx:pt>
          <cx:pt idx="1413">0.0083816027546605928</cx:pt>
          <cx:pt idx="1414">-0.016711052896746556</cx:pt>
          <cx:pt idx="1415">0.0070852579522285731</cx:pt>
          <cx:pt idx="1416">0.0039576591870474657</cx:pt>
          <cx:pt idx="1417">-0.0094239081404785176</cx:pt>
          <cx:pt idx="1418">-0.017890931805290632</cx:pt>
          <cx:pt idx="1419">0.013436896081146468</cx:pt>
          <cx:pt idx="1420">0.0080026784686527026</cx:pt>
          <cx:pt idx="1421">0.014801238604905374</cx:pt>
          <cx:pt idx="1422">7.7473988358606975e-05</cx:pt>
          <cx:pt idx="1423">-0.014759458541898921</cx:pt>
          <cx:pt idx="1424">0.016446512167899299</cx:pt>
          <cx:pt idx="1425">0.015722908410852054</cx:pt>
          <cx:pt idx="1426">-0.017905753921460321</cx:pt>
          <cx:pt idx="1427">0.0039168567236234509</cx:pt>
          <cx:pt idx="1428">0.02783955652628655</cx:pt>
          <cx:pt idx="1429">-0.0077825495017532498</cx:pt>
          <cx:pt idx="1430">0.0012126239687316994</cx:pt>
          <cx:pt idx="1431">-0.012327368843261948</cx:pt>
          <cx:pt idx="1432">0.013155358447928544</cx:pt>
          <cx:pt idx="1433">-0.016381332169349856</cx:pt>
          <cx:pt idx="1434">-0.0052121974164957632</cx:pt>
          <cx:pt idx="1435">0.027573509893766057</cx:pt>
          <cx:pt idx="1436">0.014804102512315637</cx:pt>
          <cx:pt idx="1437">0.0027914496589921114</cx:pt>
          <cx:pt idx="1438">-0.024323141827237237</cx:pt>
          <cx:pt idx="1439">-0.020622005637946621</cx:pt>
          <cx:pt idx="1440">-0.038202486033952252</cx:pt>
          <cx:pt idx="1441">0.010850277480641967</cx:pt>
          <cx:pt idx="1442">-0.036090365269972551</cx:pt>
          <cx:pt idx="1443">0.0066071970600122404</cx:pt>
          <cx:pt idx="1444">0.019813503596510653</cx:pt>
          <cx:pt idx="1445">0.022655745364492556</cx:pt>
          <cx:pt idx="1446">-0.0058771241909906678</cx:pt>
          <cx:pt idx="1447">0.0024615428745116061</cx:pt>
          <cx:pt idx="1448">0.019175233734910143</cx:pt>
          <cx:pt idx="1449">0.019961618684568132</cx:pt>
          <cx:pt idx="1450">0.0012251799827579779</cx:pt>
          <cx:pt idx="1451">-0.0023685413710317674</cx:pt>
          <cx:pt idx="1452">0.0022457682635559999</cx:pt>
          <cx:pt idx="1453">0.016719908575738088</cx:pt>
          <cx:pt idx="1454">-0.0085535273696334384</cx:pt>
          <cx:pt idx="1455">0.0023315942210789544</cx:pt>
          <cx:pt idx="1456">-0.019285080427781931</cx:pt>
          <cx:pt idx="1457">-0.0084280587651539094</cx:pt>
          <cx:pt idx="1458">0.0019988585506401282</cx:pt>
          <cx:pt idx="1459">-0.0056693993227317227</cx:pt>
          <cx:pt idx="1460">-0.021179224287935599</cx:pt>
          <cx:pt idx="1461">0.010880739124354126</cx:pt>
          <cx:pt idx="1462">-0.0070478942570977952</cx:pt>
          <cx:pt idx="1463">0.0096689918212521687</cx:pt>
          <cx:pt idx="1464">0.0038201269975475134</cx:pt>
          <cx:pt idx="1465">-0.01820847107777027</cx:pt>
          <cx:pt idx="1466">-0.019226377571438448</cx:pt>
          <cx:pt idx="1467">-0.021920581404878604</cx:pt>
          <cx:pt idx="1468">0.039158899075309894</cx:pt>
          <cx:pt idx="1469">-0.012716529122049579</cx:pt>
          <cx:pt idx="1470">0.032583310551269923</cx:pt>
          <cx:pt idx="1471">0.016911024653345999</cx:pt>
          <cx:pt idx="1472">-0.00962674085299778</cx:pt>
          <cx:pt idx="1473">0.0014293457366376301</cx:pt>
          <cx:pt idx="1474">-0.013050851628081431</cx:pt>
          <cx:pt idx="1475">0.087412396268670117</cx:pt>
          <cx:pt idx="1476">0.0071429256397299631</cx:pt>
          <cx:pt idx="1477">-0.0038069662975034305</cx:pt>
          <cx:pt idx="1478">-0.016518839773584412</cx:pt>
          <cx:pt idx="1479">0.032804743114015114</cx:pt>
          <cx:pt idx="1480">0.012979689042153176</cx:pt>
          <cx:pt idx="1481">-0.0024422640564997198</cx:pt>
          <cx:pt idx="1482">-0.027884012955797004</cx:pt>
          <cx:pt idx="1483">0.0081642804738085752</cx:pt>
          <cx:pt idx="1484">-0.0054148973493418247</cx:pt>
          <cx:pt idx="1485">0.0018611116684016586</cx:pt>
          <cx:pt idx="1486">0.012859263931272864</cx:pt>
          <cx:pt idx="1487">-8.1529464770720606e-05</cx:pt>
          <cx:pt idx="1488">-0.006631979401355962</cx:pt>
          <cx:pt idx="1489">-0.011988139089842786</cx:pt>
          <cx:pt idx="1490">0.009467934878088103</cx:pt>
          <cx:pt idx="1491">-0.0096008495885088838</cx:pt>
          <cx:pt idx="1492">0.010956128736589476</cx:pt>
          <cx:pt idx="1493">0.017741702345930574</cx:pt>
          <cx:pt idx="1494">-0.0070076719570946267</cx:pt>
          <cx:pt idx="1495">-0.0031472255737809195</cx:pt>
          <cx:pt idx="1496">-0.0037773314020978412</cx:pt>
          <cx:pt idx="1497">-0.0045906480147435164</cx:pt>
          <cx:pt idx="1498">0.00040155544505850936</cx:pt>
          <cx:pt idx="1499">-0.011006479017529722</cx:pt>
          <cx:pt idx="1500">0.024596145633695936</cx:pt>
          <cx:pt idx="1501">0.0030603286287893927</cx:pt>
          <cx:pt idx="1502">0.0056071237368238687</cx:pt>
          <cx:pt idx="1503">-0.019716084354925181</cx:pt>
          <cx:pt idx="1504">-0.014775734657712508</cx:pt>
          <cx:pt idx="1505">0.0071203318666101341</cx:pt>
          <cx:pt idx="1506">-0.0078619075495033157</cx:pt>
          <cx:pt idx="1507">0.0085231030614591301</cx:pt>
          <cx:pt idx="1508">0.0052984928549455789</cx:pt>
          <cx:pt idx="1509">-0.007478071656856107</cx:pt>
          <cx:pt idx="1510">0.004308307401129927</cx:pt>
          <cx:pt idx="1511">0.010800559983297537</cx:pt>
          <cx:pt idx="1512">-0.038202527390621854</cx:pt>
          <cx:pt idx="1513">0.0029555323501367489</cx:pt>
          <cx:pt idx="1514">0.0041397866178207801</cx:pt>
          <cx:pt idx="1515">-4.3219894586099365e-06</cx:pt>
          <cx:pt idx="1516">0.0086608860847278198</cx:pt>
          <cx:pt idx="1517">-0.020172150704233113</cx:pt>
          <cx:pt idx="1518">0.0030568516538783961</cx:pt>
          <cx:pt idx="1519">0.016490262911518904</cx:pt>
          <cx:pt idx="1520">0.0071979406321943541</cx:pt>
          <cx:pt idx="1521">0.013584436806487294</cx:pt>
          <cx:pt idx="1522">-0.012869480501932864</cx:pt>
          <cx:pt idx="1523">0.021393788102977415</cx:pt>
          <cx:pt idx="1524">-0.0023469309475496426</cx:pt>
          <cx:pt idx="1525">0.010688584368092412</cx:pt>
          <cx:pt idx="1526">0.0018186666310801491</cx:pt>
          <cx:pt idx="1527">0.0041820442299214874</cx:pt>
          <cx:pt idx="1528">-0.016797713714190306</cx:pt>
          <cx:pt idx="1529">0.01121454157174968</cx:pt>
          <cx:pt idx="1530">-0.020449553060672487</cx:pt>
          <cx:pt idx="1531">0.027806234781155681</cx:pt>
          <cx:pt idx="1532">0.0031144408373938205</cx:pt>
          <cx:pt idx="1533">-0.0012696147896123268</cx:pt>
          <cx:pt idx="1534">0.012081503706573597</cx:pt>
          <cx:pt idx="1535">0.0030828297705789548</cx:pt>
          <cx:pt idx="1536">0.00069326156738596853</cx:pt>
          <cx:pt idx="1537">0.0057388346150348546</cx:pt>
          <cx:pt idx="1538">0.013859911036577204</cx:pt>
          <cx:pt idx="1539">0.0099963846503963207</cx:pt>
          <cx:pt idx="1540">0.00036709990333189742</cx:pt>
          <cx:pt idx="1541">-0.0087051222414580506</cx:pt>
          <cx:pt idx="1542">-0.00069544886410540701</cx:pt>
          <cx:pt idx="1543">0.0026858654712385989</cx:pt>
          <cx:pt idx="1544">0.0080220934121063136</cx:pt>
          <cx:pt idx="1545">0.015798185083281201</cx:pt>
          <cx:pt idx="1546">0.0080402604371035934</cx:pt>
          <cx:pt idx="1547">0.0093027036643596496</cx:pt>
          <cx:pt idx="1548">-0.023456069067495072</cx:pt>
          <cx:pt idx="1549">-0.018714997171097241</cx:pt>
          <cx:pt idx="1550">0.0030071163271301413</cx:pt>
          <cx:pt idx="1551">-0.004452159843143599</cx:pt>
          <cx:pt idx="1552">-0.0081426812378185883</cx:pt>
          <cx:pt idx="1553">-0.0058409824105301487</cx:pt>
          <cx:pt idx="1554">0.013188605938555496</cx:pt>
          <cx:pt idx="1555">0.0059882357688722616</cx:pt>
          <cx:pt idx="1556">0.0064098644668794755</cx:pt>
          <cx:pt idx="1557">0.012037283634631267</cx:pt>
          <cx:pt idx="1558">0.0095063289213310666</cx:pt>
          <cx:pt idx="1559">0.011279246790517575</cx:pt>
          <cx:pt idx="1560">0.011791465222181302</cx:pt>
          <cx:pt idx="1561">-0.0064009692249007138</cx:pt>
          <cx:pt idx="1562">0.0026213664056428361</cx:pt>
          <cx:pt idx="1563">-0.013910879000022764</cx:pt>
          <cx:pt idx="1564">-0.012673760310652194</cx:pt>
          <cx:pt idx="1565">0.0068524875020116588</cx:pt>
          <cx:pt idx="1566">0.0021194004939218197</cx:pt>
          <cx:pt idx="1567">-0.0060424163757779297</cx:pt>
          <cx:pt idx="1568">0.0088047369139941118</cx:pt>
          <cx:pt idx="1569">0.025957707258475151</cx:pt>
          <cx:pt idx="1570">-0.0059981151345087609</cx:pt>
          <cx:pt idx="1571">0.0038481599236348976</cx:pt>
          <cx:pt idx="1572">-0.0090363337807301686</cx:pt>
          <cx:pt idx="1573">0.017153934857176936</cx:pt>
          <cx:pt idx="1574">0.0023736095151691986</cx:pt>
          <cx:pt idx="1575">0.0048639151515323222</cx:pt>
          <cx:pt idx="1576">0.0013628569709665773</cx:pt>
          <cx:pt idx="1577">-0.0034513692422450492</cx:pt>
          <cx:pt idx="1578">0.0030272307329041325</cx:pt>
          <cx:pt idx="1579">0.0044724510349931296</cx:pt>
          <cx:pt idx="1580">0.0020404823804608808</cx:pt>
          <cx:pt idx="1581">-0.0049355667875368263</cx:pt>
          <cx:pt idx="1582">0.018928554311931887</cx:pt>
          <cx:pt idx="1583">0.00061497716539857846</cx:pt>
          <cx:pt idx="1584">-0.0015485442001851172</cx:pt>
          <cx:pt idx="1585">0.010271285197272341</cx:pt>
          <cx:pt idx="1586">0.0046149854768440185</cx:pt>
          <cx:pt idx="1587">-0.0050918605633260387</cx:pt>
          <cx:pt idx="1588">0.0029038105691836322</cx:pt>
          <cx:pt idx="1589">0.0069198645636561985</cx:pt>
          <cx:pt idx="1590">0.00060411592688593716</cx:pt>
          <cx:pt idx="1591">-0.0044850862712719113</cx:pt>
          <cx:pt idx="1592">0.0094828213293974804</cx:pt>
          <cx:pt idx="1593">0.00071136826112679769</cx:pt>
          <cx:pt idx="1594">0.0014610692756943289</cx:pt>
          <cx:pt idx="1595">-0.0070149308687831547</cx:pt>
          <cx:pt idx="1596">-0.019879844965977628</cx:pt>
          <cx:pt idx="1597">0.0068197362906327651</cx:pt>
          <cx:pt idx="1598">0.013932362365516442</cx:pt>
          <cx:pt idx="1599">0.00092397430894434291</cx:pt>
          <cx:pt idx="1600">-0.016083900233271886</cx:pt>
          <cx:pt idx="1601">-0.02374347811970591</cx:pt>
          <cx:pt idx="1602">0.01359732842775541</cx:pt>
          <cx:pt idx="1603">0.012719833204609149</cx:pt>
          <cx:pt idx="1604">-0.0018556283149671975</cx:pt>
          <cx:pt idx="1605">0.00012450777391896173</cx:pt>
          <cx:pt idx="1606">-0.00072563493307261392</cx:pt>
          <cx:pt idx="1607">0.014121201552035053</cx:pt>
          <cx:pt idx="1608">-0.0030409704701617433</cx:pt>
          <cx:pt idx="1609">0.014205644686717929</cx:pt>
          <cx:pt idx="1610">0.0022746882024352586</cx:pt>
          <cx:pt idx="1611">0.0025044176056393604</cx:pt>
          <cx:pt idx="1612">-0.0052091700918327453</cx:pt>
          <cx:pt idx="1613">0.0056274636616817772</cx:pt>
          <cx:pt idx="1614">0.021625199484785911</cx:pt>
          <cx:pt idx="1615">0.014451240469470397</cx:pt>
          <cx:pt idx="1616">-0.0073421507090686115</cx:pt>
          <cx:pt idx="1617">-0.0011306117554043742</cx:pt>
          <cx:pt idx="1618">0.0063754375934591666</cx:pt>
          <cx:pt idx="1619">0.0082401435658993535</cx:pt>
          <cx:pt idx="1620">0.0028006101882258978</cx:pt>
          <cx:pt idx="1621">0.0053731698729994389</cx:pt>
          <cx:pt idx="1622">-0.0020305724945994474</cx:pt>
          <cx:pt idx="1623">0.0066205151531670697</cx:pt>
          <cx:pt idx="1624">-0.0081615211510532495</cx:pt>
          <cx:pt idx="1625">-0.010726590665923514</cx:pt>
          <cx:pt idx="1626">0.0003602900800901398</cx:pt>
          <cx:pt idx="1627">-0.018503300329584638</cx:pt>
          <cx:pt idx="1628">0.022591507586831885</cx:pt>
          <cx:pt idx="1629">0.0012140526154411349</cx:pt>
          <cx:pt idx="1630">-0.0005279407024666124</cx:pt>
          <cx:pt idx="1631">-0.0053744619247261477</cx:pt>
          <cx:pt idx="1632">0.0065245176793737375</cx:pt>
          <cx:pt idx="1633">-0.0018215106154836176</cx:pt>
          <cx:pt idx="1634">0.00036569535307554111</cx:pt>
          <cx:pt idx="1635">-0.0096904313090717085</cx:pt>
          <cx:pt idx="1636">0.0047690082922199999</cx:pt>
          <cx:pt idx="1637">0.0027784798448886928</cx:pt>
          <cx:pt idx="1638">0.0051879411461756243</cx:pt>
          <cx:pt idx="1639">0.00067098044746925658</cx:pt>
          <cx:pt idx="1640">-0.0022399596212319874</cx:pt>
          <cx:pt idx="1641">0.016381271921075934</cx:pt>
          <cx:pt idx="1642">0.0094247998972743045</cx:pt>
          <cx:pt idx="1643">-0.013780838067814712</cx:pt>
          <cx:pt idx="1644">0.0088015679526866186</cx:pt>
          <cx:pt idx="1645">0.00048090181875747132</cx:pt>
          <cx:pt idx="1646">0.0016172193460238548</cx:pt>
          <cx:pt idx="1647">-0.02619373414801739</cx:pt>
          <cx:pt idx="1648">0.029890750055381769</cx:pt>
          <cx:pt idx="1649">0.0011697538819610042</cx:pt>
          <cx:pt idx="1650">-0.0025453760977455307</cx:pt>
          <cx:pt idx="1651">0.004999340976533477</cx:pt>
          <cx:pt idx="1652">0.0031959870010396631</cx:pt>
          <cx:pt idx="1653">0.0076435455127299799</cx:pt>
          <cx:pt idx="1654">-0.0080412458198180874</cx:pt>
          <cx:pt idx="1655">0.0031452331952575409</cx:pt>
          <cx:pt idx="1656">0.0033535546493699856</cx:pt>
          <cx:pt idx="1657">-0.0030538327120749015</cx:pt>
          <cx:pt idx="1658">0.0075741201027948509</cx:pt>
          <cx:pt idx="1659">-0.0063098713296286853</cx:pt>
          <cx:pt idx="1660">0.013955190542404104</cx:pt>
          <cx:pt idx="1661">-0.0081822479090426677</cx:pt>
          <cx:pt idx="1662">-0.00505039973304134</cx:pt>
          <cx:pt idx="1663">-0.0081655336016402662</cx:pt>
          <cx:pt idx="1664">0.00175376201858447</cx:pt>
          <cx:pt idx="1665">0.0018367830657435042</cx:pt>
          <cx:pt idx="1666">0.0089309795500280981</cx:pt>
          <cx:pt idx="1667">-4.1252595728940005e-05</cx:pt>
          <cx:pt idx="1668">-0.0022828958709595702</cx:pt>
          <cx:pt idx="1669">-0.011099181896665233</cx:pt>
          <cx:pt idx="1670">0.0026855249999940198</cx:pt>
          <cx:pt idx="1671">0.0043216023332895426</cx:pt>
          <cx:pt idx="1672">-0.0034975847355676005</cx:pt>
          <cx:pt idx="1673">-0.0027730887908233863</cx:pt>
          <cx:pt idx="1674">0.0019347987749586714</cx:pt>
          <cx:pt idx="1675">-0.0031674252139154363</cx:pt>
          <cx:pt idx="1676">0.011303428791843137</cx:pt>
          <cx:pt idx="1677">0.0086080554435950408</cx:pt>
          <cx:pt idx="1678">0.0079349112842457027</cx:pt>
          <cx:pt idx="1679">0.013609619959538872</cx:pt>
          <cx:pt idx="1680">0.0038310926960311072</cx:pt>
          <cx:pt idx="1681">-0.0017375605829462537</cx:pt>
          <cx:pt idx="1682">-0.010541338193166834</cx:pt>
          <cx:pt idx="1683">0.005019248452318755</cx:pt>
          <cx:pt idx="1684">-0.015102388086222805</cx:pt>
          <cx:pt idx="1685">-0.0087379899149831099</cx:pt>
          <cx:pt idx="1686">0.0099806254134848574</cx:pt>
          <cx:pt idx="1687">-0.0055090533645848075</cx:pt>
          <cx:pt idx="1688">0.0032063224056713864</cx:pt>
          <cx:pt idx="1689">0.0033682028816079818</cx:pt>
          <cx:pt idx="1690">-0.012712711758362858</cx:pt>
          <cx:pt idx="1691">-0.0074537094963001843</cx:pt>
          <cx:pt idx="1692">-0.0010238125074217307</cx:pt>
          <cx:pt idx="1693">0.0074950344495536177</cx:pt>
          <cx:pt idx="1694">-0.0034407654751714848</cx:pt>
          <cx:pt idx="1695">-0.014259217377288256</cx:pt>
          <cx:pt idx="1696">-0.0093610533542664541</cx:pt>
          <cx:pt idx="1697">-0.0052163226886934137</cx:pt>
          <cx:pt idx="1698">0.0099227872525763164</cx:pt>
          <cx:pt idx="1699">-0.016855234225208921</cx:pt>
          <cx:pt idx="1700">0.014446047855060984</cx:pt>
          <cx:pt idx="1701">-0.00089029124118166761</cx:pt>
          <cx:pt idx="1702">-0.012437643422802071</cx:pt>
          <cx:pt idx="1703">0.0081700406339564654</cx:pt>
          <cx:pt idx="1704">0.0040099849865230155</cx:pt>
          <cx:pt idx="1705">-0.009576574697352392</cx:pt>
          <cx:pt idx="1706">0.0024673705885967425</cx:pt>
          <cx:pt idx="1707">0.012354147786289094</cx:pt>
          <cx:pt idx="1708">0.0063096424399205781</cx:pt>
          <cx:pt idx="1709">0.016069869292792652</cx:pt>
          <cx:pt idx="1710">0.0029092631338269765</cx:pt>
          <cx:pt idx="1711">0.0050733404608421795</cx:pt>
          <cx:pt idx="1712">0.0025777984294961401</cx:pt>
          <cx:pt idx="1713">0.015336352419090373</cx:pt>
          <cx:pt idx="1714">-0.0010722251001625395</cx:pt>
          <cx:pt idx="1715">-0.00073835968574355792</cx:pt>
          <cx:pt idx="1716">0.0049417758123275176</cx:pt>
          <cx:pt idx="1717">0.00097454023244577755</cx:pt>
          <cx:pt idx="1718">-0.0030512041579142781</cx:pt>
          <cx:pt idx="1719">0.012192510574337003</cx:pt>
          <cx:pt idx="1720">-0.018358651915003393</cx:pt>
          <cx:pt idx="1721">0.006213936655259978</cx:pt>
          <cx:pt idx="1722">0.0099922446767933999</cx:pt>
          <cx:pt idx="1723">0.0098996670873436037</cx:pt>
          <cx:pt idx="1724">-0.013583403867758788</cx:pt>
          <cx:pt idx="1725">0.01206858673242236</cx:pt>
          <cx:pt idx="1726">-0.0046443630173993245</cx:pt>
          <cx:pt idx="1727">0.0032286897704063345</cx:pt>
          <cx:pt idx="1728">0.0027829508057961466</cx:pt>
          <cx:pt idx="1729">-0.00099737566679882709</cx:pt>
          <cx:pt idx="1730">0.00029216776968859468</cx:pt>
          <cx:pt idx="1731">-0.0023704729690667194</cx:pt>
          <cx:pt idx="1732">-0.004563966105922611</cx:pt>
          <cx:pt idx="1733">0.0043164646898932527</cx:pt>
          <cx:pt idx="1734">-0.0024000702965322846</cx:pt>
          <cx:pt idx="1735">-0.010274626126595521</cx:pt>
          <cx:pt idx="1736">-0.0061044682668310096</cx:pt>
          <cx:pt idx="1737">0.014871793018660786</cx:pt>
          <cx:pt idx="1738">0.0095947698435229368</cx:pt>
          <cx:pt idx="1739">-0.034575043359393487</cx:pt>
          <cx:pt idx="1740">0.0071395132582268333</cx:pt>
          <cx:pt idx="1741">-0.026662171455567263</cx:pt>
          <cx:pt idx="1742">-0.014055542804696874</cx:pt>
          <cx:pt idx="1743">0.028155964283010423</cx:pt>
          <cx:pt idx="1744">-0.0057695136901040412</cx:pt>
          <cx:pt idx="1745">0.019418462413721384</cx:pt>
          <cx:pt idx="1746">0.017143733215364668</cx:pt>
          <cx:pt idx="1747">0.0072950311859183818</cx:pt>
          <cx:pt idx="1748">-0.015560938982286223</cx:pt>
          <cx:pt idx="1749">-0.0033195262938740867</cx:pt>
          <cx:pt idx="1750">0.0087538154514051475</cx:pt>
          <cx:pt idx="1751">-0.012245138726807622</cx:pt>
          <cx:pt idx="1752">0.014113444446683727</cx:pt>
          <cx:pt idx="1753">0.0066929816660008783</cx:pt>
          <cx:pt idx="1754">-0.0060500518817221067</cx:pt>
          <cx:pt idx="1755">-0.015821454448420452</cx:pt>
          <cx:pt idx="1756">0.018038156736106904</cx:pt>
          <cx:pt idx="1757">0.0079710937097661611</cx:pt>
          <cx:pt idx="1758">-0.0017701951562839257</cx:pt>
          <cx:pt idx="1759">0.020009994461933269</cx:pt>
          <cx:pt idx="1760">0.0038250617169446311</cx:pt>
          <cx:pt idx="1761">0.0069728521410279652</cx:pt>
          <cx:pt idx="1762">0.005766192322188511</cx:pt>
          <cx:pt idx="1763">-0.0002158908437690267</cx:pt>
          <cx:pt idx="1764">-0.0052547996970453772</cx:pt>
          <cx:pt idx="1765">0.0054042495936873595</cx:pt>
          <cx:pt idx="1766">-0.023559467728578649</cx:pt>
          <cx:pt idx="1767">0.0012553587166736098</cx:pt>
          <cx:pt idx="1768">-0.0036673726214776752</cx:pt>
          <cx:pt idx="1769">-0.00568970601055452</cx:pt>
          <cx:pt idx="1770">-0.0041983263343361782</cx:pt>
          <cx:pt idx="1771">0.0012187401855914466</cx:pt>
          <cx:pt idx="1772">0.0019553244473202534</cx:pt>
          <cx:pt idx="1773">-0.010382959731161377</cx:pt>
          <cx:pt idx="1774">-0.0083934727260915904</cx:pt>
          <cx:pt idx="1775">-0.016657084172936699</cx:pt>
          <cx:pt idx="1776">-0.0002242775356482811</cx:pt>
          <cx:pt idx="1777">0.008969987539803638</cx:pt>
          <cx:pt idx="1778">-0.0059254132428202839</cx:pt>
          <cx:pt idx="1779">-0.0035905310323242016</cx:pt>
          <cx:pt idx="1780">-0.015067704821327896</cx:pt>
          <cx:pt idx="1781">-0.012302243789921606</cx:pt>
          <cx:pt idx="1782">0.025871576705192658</cx:pt>
          <cx:pt idx="1783">0.01767507242069747</cx:pt>
          <cx:pt idx="1784">-0.010317749677841218</cx:pt>
          <cx:pt idx="1785">0.010998692289266195</cx:pt>
          <cx:pt idx="1786">-0.014857743795998399</cx:pt>
          <cx:pt idx="1787">-0.016138371717742659</cx:pt>
          <cx:pt idx="1788">0.0042984607062976164</cx:pt>
          <cx:pt idx="1789">-0.0079168822220474448</cx:pt>
          <cx:pt idx="1790">0.022147144512249341</cx:pt>
          <cx:pt idx="1791">-0.022143402094557375</cx:pt>
          <cx:pt idx="1792">-0.013970011468650945</cx:pt>
          <cx:pt idx="1793">-0.011479859813030954</cx:pt>
          <cx:pt idx="1794">0.008431932350858002</cx:pt>
          <cx:pt idx="1795">0.011133552780840191</cx:pt>
          <cx:pt idx="1796">-0.0086200171499761363</cx:pt>
          <cx:pt idx="1797">-0.00043097788564332238</cx:pt>
          <cx:pt idx="1798">-0.003990478666671066</cx:pt>
          <cx:pt idx="1799">-0.018797156613588634</cx:pt>
          <cx:pt idx="1800">0.012196414962184914</cx:pt>
          <cx:pt idx="1801">0.029698497525938058</cx:pt>
          <cx:pt idx="1802">-0.015983999531081997</cx:pt>
          <cx:pt idx="1803">-0.0064332129146883457</cx:pt>
          <cx:pt idx="1804">0.022047026018816692</cx:pt>
          <cx:pt idx="1805">0.0070515482089337396</cx:pt>
          <cx:pt idx="1806">-0.0026747011729136884</cx:pt>
          <cx:pt idx="1807">-0.020881757311147268</cx:pt>
          <cx:pt idx="1808">0.0016562659131744285</cx:pt>
          <cx:pt idx="1809">0.014086678362058472</cx:pt>
          <cx:pt idx="1810">0.0057468402595627199</cx:pt>
          <cx:pt idx="1811">-0.0043377948029166714</cx:pt>
          <cx:pt idx="1812">-0.0052729026734089027</cx:pt>
          <cx:pt idx="1813">0.0058393966266733783</cx:pt>
          <cx:pt idx="1814">0.013842298110046839</cx:pt>
          <cx:pt idx="1815">0.012712371272578314</cx:pt>
          <cx:pt idx="1816">0.0039146688578394883</cx:pt>
          <cx:pt idx="1817">-0.0048350135970272844</cx:pt>
          <cx:pt idx="1818">0.0074043257349634501</cx:pt>
          <cx:pt idx="1819">-0.011103330568491285</cx:pt>
          <cx:pt idx="1820">0.0072532995619459702</cx:pt>
          <cx:pt idx="1821">0.012516992994860178</cx:pt>
          <cx:pt idx="1822">0.0085311851906186668</cx:pt>
          <cx:pt idx="1823">0.028727040181994658</cx:pt>
          <cx:pt idx="1824">-0.0070932675450597216</cx:pt>
          <cx:pt idx="1825">-0.014674295513603839</cx:pt>
          <cx:pt idx="1826">0.018662167140118598</cx:pt>
          <cx:pt idx="1827">-0.00028485919491845469</cx:pt>
          <cx:pt idx="1828">-0.0057315966092123232</cx:pt>
          <cx:pt idx="1829">0.0088114895683237757</cx:pt>
          <cx:pt idx="1830">-0.010880641640071272</cx:pt>
          <cx:pt idx="1831">0.0032046392766202454</cx:pt>
          <cx:pt idx="1832">-0.0095471056791481806</cx:pt>
          <cx:pt idx="1833">-0.0036641181744997472</cx:pt>
          <cx:pt idx="1834">0.0042377673025522531</cx:pt>
          <cx:pt idx="1835">-0.0071094855104023406</cx:pt>
          <cx:pt idx="1836">0.0002764745512882977</cx:pt>
          <cx:pt idx="1837">0.017607921159467271</cx:pt>
          <cx:pt idx="1838">0.013890523873352646</cx:pt>
          <cx:pt idx="1839">-0.0092667182557507784</cx:pt>
          <cx:pt idx="1840">-0.020656011871609273</cx:pt>
          <cx:pt idx="1841">-0.0017540543215877078</cx:pt>
          <cx:pt idx="1842">-0.012472582738526338</cx:pt>
          <cx:pt idx="1843">-0.0069385070050395547</cx:pt>
          <cx:pt idx="1844">0.017980237933828594</cx:pt>
          <cx:pt idx="1845">-0.046588343611053872</cx:pt>
          <cx:pt idx="1846">-0.017749661301793729</cx:pt>
          <cx:pt idx="1847">0.014614873063926313</cx:pt>
          <cx:pt idx="1848">0.0092598053225938486</cx:pt>
          <cx:pt idx="1849">-0.023358558027328155</cx:pt>
          <cx:pt idx="1850">-0.0099266322982803565</cx:pt>
          <cx:pt idx="1851">-0.036620079410739526</cx:pt>
          <cx:pt idx="1852">-0.028361578326425635</cx:pt>
          <cx:pt idx="1853">-0.0042842894473137834</cx:pt>
          <cx:pt idx="1854">0.0081963702291187081</cx:pt>
          <cx:pt idx="1855">0.026782092637655748</cx:pt>
          <cx:pt idx="1856">-0.0046254020866013431</cx:pt>
          <cx:pt idx="1857">0.014521508601251029</cx:pt>
          <cx:pt idx="1858">-0.027460219362336714</cx:pt>
          <cx:pt idx="1859">-0.0014313555478826713</cx:pt>
          <cx:pt idx="1860">0.0090859694058717053</cx:pt>
          <cx:pt idx="1861">0.0032624590087255703</cx:pt>
          <cx:pt idx="1862">0.0076682597342434423</cx:pt>
          <cx:pt idx="1863">0.0091309345947852318</cx:pt>
          <cx:pt idx="1864">0.00060652164984791252</cx:pt>
          <cx:pt idx="1865">0.024736364183378386</cx:pt>
          <cx:pt idx="1866">-0.009351864900279807</cx:pt>
          <cx:pt idx="1867">-0.014456279890904917</cx:pt>
          <cx:pt idx="1868">0.017300606075377662</cx:pt>
          <cx:pt idx="1869">-0.012499982121770718</cx:pt>
          <cx:pt idx="1870">-0.0024530047897750604</cx:pt>
          <cx:pt idx="1871">0.013600533494343914</cx:pt>
          <cx:pt idx="1872">-0.029413022525916169</cx:pt>
          <cx:pt idx="1873">-0.024211137743439869</cx:pt>
          <cx:pt idx="1874">-0.021563779557578724</cx:pt>
          <cx:pt idx="1875">-0.052242061582081098</cx:pt>
          <cx:pt idx="1876">-0.0038120785807444053</cx:pt>
          <cx:pt idx="1877">0.026616612384171595</cx:pt>
          <cx:pt idx="1878">-0.025487318110390039</cx:pt>
          <cx:pt idx="1879">0.0058861417896082999</cx:pt>
          <cx:pt idx="1880">0.013014362086097377</cx:pt>
          <cx:pt idx="1881">0.016552262045874875</cx:pt>
          <cx:pt idx="1882">0.017767306491501812</cx:pt>
          <cx:pt idx="1883">0.023101890101551142</cx:pt>
          <cx:pt idx="1884">-0.0021775369431737074</cx:pt>
          <cx:pt idx="1885">-0.010342642264735628</cx:pt>
          <cx:pt idx="1886">-0.0037930037390319039</cx:pt>
          <cx:pt idx="1887">-0.004159004231192762</cx:pt>
          <cx:pt idx="1888">0.018613429433773664</cx:pt>
          <cx:pt idx="1889">-0.003452887862537544</cx:pt>
          <cx:pt idx="1890">-0.0048899199127232515</cx:pt>
          <cx:pt idx="1891">0.0013136704087484347</cx:pt>
          <cx:pt idx="1892">-0.0029491772445594576</cx:pt>
          <cx:pt idx="1893">0.0017021241608770614</cx:pt>
          <cx:pt idx="1894">-0.0011772767402694266</cx:pt>
          <cx:pt idx="1895">-0.011061030622906122</cx:pt>
          <cx:pt idx="1896">-0.010430034154578185</cx:pt>
          <cx:pt idx="1897">0.019683640776135471</cx:pt>
          <cx:pt idx="1898">-0.0080403591845359564</cx:pt>
          <cx:pt idx="1899">0.027787755246732763</cx:pt>
          <cx:pt idx="1900">-0.0030925461876583279</cx:pt>
          <cx:pt idx="1901">0.0076716461125894012</cx:pt>
          <cx:pt idx="1902">0.010670384710547345</cx:pt>
          <cx:pt idx="1903">0.0055760684654001611</cx:pt>
          <cx:pt idx="1904">0.0011447868538602042</cx:pt>
          <cx:pt idx="1905">0.0012022288598959262</cx:pt>
          <cx:pt idx="1906">0.031483683359287237</cx:pt>
          <cx:pt idx="1907">0.0027791096781816845</cx:pt>
          <cx:pt idx="1908">-0.0078309452977365947</cx:pt>
          <cx:pt idx="1909">-0.018340624840179492</cx:pt>
          <cx:pt idx="1910">0.0018146955485784321</cx:pt>
          <cx:pt idx="1911">-0.0053066107998447753</cx:pt>
          <cx:pt idx="1912">-0.0020027631327444039</cx:pt>
          <cx:pt idx="1913">0.0076972205857816474</cx:pt>
          <cx:pt idx="1914">0.0076269334908820249</cx:pt>
          <cx:pt idx="1915">0.014673602601614003</cx:pt>
          <cx:pt idx="1916">-0.0053430904139423734</cx:pt>
          <cx:pt idx="1917">0.01794184591672781</cx:pt>
          <cx:pt idx="1918">-0.0038079336809836101</cx:pt>
          <cx:pt idx="1919">-0.0059481184893598708</cx:pt>
          <cx:pt idx="1920">-0.0024686125355359865</cx:pt>
          <cx:pt idx="1921">-0.010426772326101074</cx:pt>
          <cx:pt idx="1922">-0.0091576185264345897</cx:pt>
          <cx:pt idx="1923">-0.018965753052914307</cx:pt>
          <cx:pt idx="1924">-0.014454476017705215</cx:pt>
          <cx:pt idx="1925">0.00454078569853897</cx:pt>
          <cx:pt idx="1926">0.01621725397067757</cx:pt>
          <cx:pt idx="1927">-0.024768381387864181</cx:pt>
          <cx:pt idx="1928">-0.0062646429961731439</cx:pt>
          <cx:pt idx="1929">-0.012311321390300665</cx:pt>
          <cx:pt idx="1930">-0.0017263463172756601</cx:pt>
          <cx:pt idx="1931">-0.00027736235907737912</cx:pt>
          <cx:pt idx="1932">-0.01579860636209544</cx:pt>
          <cx:pt idx="1933">0.00866950257578512</cx:pt>
          <cx:pt idx="1934">0.020593691148002528</cx:pt>
          <cx:pt idx="1935">-0.0043114568168811434</cx:pt>
          <cx:pt idx="1936">0.012809315890863981</cx:pt>
          <cx:pt idx="1937">0.010981828966933832</cx:pt>
          <cx:pt idx="1938">-0.037534478090400676</cx:pt>
          <cx:pt idx="1939">-0.014775734708672196</cx:pt>
          <cx:pt idx="1940">-0.022219131530998536</cx:pt>
          <cx:pt idx="1941">-0.0017580532558172401</cx:pt>
          <cx:pt idx="1942">-0.0044729082429129409</cx:pt>
          <cx:pt idx="1943">-0.021947588989146827</cx:pt>
          <cx:pt idx="1944">-0.01665768023846894</cx:pt>
          <cx:pt idx="1945">-0.011992384154437118</cx:pt>
          <cx:pt idx="1946">-0.017947943309549394</cx:pt>
          <cx:pt idx="1947">-0.028209489874136785</cx:pt>
          <cx:pt idx="1948">-0.015029005013133411</cx:pt>
          <cx:pt idx="1949">0.01870728508461024</cx:pt>
          <cx:pt idx="1950">-0.03297242421096358</cx:pt>
          <cx:pt idx="1951">0.0083807778938770217</cx:pt>
          <cx:pt idx="1952">0.018714532996132613</cx:pt>
          <cx:pt idx="1953">0.016616273080326267</cx:pt>
          <cx:pt idx="1954">-0.017017783135959742</cx:pt>
          <cx:pt idx="1955">-0.032185175488173484</cx:pt>
          <cx:pt idx="1956">-0.021534677477623162</cx:pt>
          <cx:pt idx="1957">-0.015954819093711454</cx:pt>
          <cx:pt idx="1958">0.0097286839118271833</cx:pt>
          <cx:pt idx="1959">-0.011067817880537765</cx:pt>
          <cx:pt idx="1960">0.019876338154690167</cx:pt>
          <cx:pt idx="1961">-0.024644856606789913</cx:pt>
          <cx:pt idx="1962">0.040531526529826785</cx:pt>
          <cx:pt idx="1963">0.012486379010092729</cx:pt>
          <cx:pt idx="1964">-0.024946634142401392</cx:pt>
          <cx:pt idx="1965">-0.00082171353927294809</cx:pt>
          <cx:pt idx="1966">0.0036663240009716853</cx:pt>
          <cx:pt idx="1967">0.0026700826778723835</cx:pt>
          <cx:pt idx="1968">0.04324513937150766</cx:pt>
          <cx:pt idx="1969">0.0015101823063874754</cx:pt>
          <cx:pt idx="1970">-0.00056608892789620276</cx:pt>
          <cx:pt idx="1971">0.022104835790611177</cx:pt>
          <cx:pt idx="1972">-0.0056092115257246325</cx:pt>
          <cx:pt idx="1973">-0.0033109203710866156</cx:pt>
          <cx:pt idx="1974">-0.023982963649367247</cx:pt>
          <cx:pt idx="1975">-0.001216060598091381</cx:pt>
          <cx:pt idx="1976">0.028259469731739224</cx:pt>
          <cx:pt idx="1977">0.0080706238822046434</cx:pt>
          <cx:pt idx="1978">0.020845442911429504</cx:pt>
          <cx:pt idx="1979">-0.0093981085273950587</cx:pt>
          <cx:pt idx="1980">0.076554713761003562</cx:pt>
          <cx:pt idx="1981">0.0061012454013839338</cx:pt>
          <cx:pt idx="1982">-0.02563513589932356</cx:pt>
          <cx:pt idx="1983">0.0089930002834928933</cx:pt>
          <cx:pt idx="1984">-0.012770326835756208</cx:pt>
          <cx:pt idx="1985">-0.0094166354966441022</cx:pt>
          <cx:pt idx="1986">0.01269190786955832</cx:pt>
          <cx:pt idx="1987">0.0046860069935070123</cx:pt>
          <cx:pt idx="1988">0.0064087280759990064</cx:pt>
          <cx:pt idx="1989">0.0030189275638276974</cx:pt>
          <cx:pt idx="1990">0.0070871811315032004</cx:pt>
          <cx:pt idx="1991">-0.035789628835967618</cx:pt>
          <cx:pt idx="1992">0.020620556983550906</cx:pt>
          <cx:pt idx="1993">0.026395459106352777</cx:pt>
          <cx:pt idx="1994">-0.0026598060137054198</cx:pt>
          <cx:pt idx="1995">-0.0021494689436092297</cx:pt>
          <cx:pt idx="1996">-0.016435614426750095</cx:pt>
          <cx:pt idx="1997">-0.0073051554680431535</cx:pt>
          <cx:pt idx="1998">-0.0073807087307611145</cx:pt>
          <cx:pt idx="1999">0.0078173361900320728</cx:pt>
          <cx:pt idx="2000">0.0010981363749591681</cx:pt>
          <cx:pt idx="2001">0.0071223298574028468</cx:pt>
          <cx:pt idx="2002">0.020045295170851272</cx:pt>
          <cx:pt idx="2003">-0.0031550669566345084</cx:pt>
          <cx:pt idx="2004">-0.010768318432532602</cx:pt>
          <cx:pt idx="2005">-0.032015807535956085</cx:pt>
          <cx:pt idx="2006">-0.0075251365668212045</cx:pt>
          <cx:pt idx="2007">-0.0020239139464835907</cx:pt>
          <cx:pt idx="2008">0.011971804525540452</cx:pt>
          <cx:pt idx="2009">-0.0021635181550511791</cx:pt>
          <cx:pt idx="2010">0.0088025558804190451</cx:pt>
          <cx:pt idx="2011">0.00076033359060795553</cx:pt>
          <cx:pt idx="2012">-0.016902088236199084</cx:pt>
          <cx:pt idx="2013">0.021483670783338144</cx:pt>
          <cx:pt idx="2014">-0.0091197654929926347</cx:pt>
          <cx:pt idx="2015">0.0094350311401613686</cx:pt>
          <cx:pt idx="2016">0.025955384851141221</cx:pt>
          <cx:pt idx="2017">-0.024318682354357985</cx:pt>
          <cx:pt idx="2018">0.026363578921888009</cx:pt>
          <cx:pt idx="2019">0.00094619186324869777</cx:pt>
          <cx:pt idx="2020">0.0012561362558853495</cx:pt>
          <cx:pt idx="2021">0.033267818161705764</cx:pt>
          <cx:pt idx="2022">0.013797174742149285</cx:pt>
          <cx:pt idx="2023">-0.0059045584588371886</cx:pt>
          <cx:pt idx="2024">-0.00094312809145265632</cx:pt>
          <cx:pt idx="2025">-0.0092583053068548971</cx:pt>
          <cx:pt idx="2026">-0.0066242852251019238</cx:pt>
          <cx:pt idx="2027">0.013186421720273067</cx:pt>
          <cx:pt idx="2028">0.011695660374827279</cx:pt>
          <cx:pt idx="2029">0.00079627196864332731</cx:pt>
          <cx:pt idx="2030">-0.0017025199353125082</cx:pt>
          <cx:pt idx="2031">0.009951095243018503</cx:pt>
          <cx:pt idx="2032">0.01067080824517277</cx:pt>
          <cx:pt idx="2033">-0.010486066128692208</cx:pt>
          <cx:pt idx="2034">0.014695018949190291</cx:pt>
          <cx:pt idx="2035">0.0040538960077538492</cx:pt>
          <cx:pt idx="2036">0.020687197710529726</cx:pt>
          <cx:pt idx="2037">-0.01496260574873849</cx:pt>
          <cx:pt idx="2038">-0.0091083797369294305</cx:pt>
          <cx:pt idx="2039">-0.0040997647744154403</cx:pt>
          <cx:pt idx="2040">-0.0043614143521639916</cx:pt>
          <cx:pt idx="2041">-0.0082783316833972345</cx:pt>
          <cx:pt idx="2042">0.0052803616393087326</cx:pt>
          <cx:pt idx="2043">0.0086114811979122931</cx:pt>
          <cx:pt idx="2044">-0.0075015253481832992</cx:pt>
          <cx:pt idx="2045">0.0017265349179639545</cx:pt>
          <cx:pt idx="2046">-0.0020776826018179383</cx:pt>
          <cx:pt idx="2047">-0.0058809547509938061</cx:pt>
          <cx:pt idx="2048">-0.017208778398557636</cx:pt>
          <cx:pt idx="2049">-0.0081884427113113681</cx:pt>
          <cx:pt idx="2050">0.011714374195560009</cx:pt>
          <cx:pt idx="2051">-0.01917818194321079</cx:pt>
          <cx:pt idx="2052">0.00029746559429107275</cx:pt>
          <cx:pt idx="2053">-0.0018458520599496872</cx:pt>
          <cx:pt idx="2054">-0.015279916206900154</cx:pt>
          <cx:pt idx="2055">0.014004028841009129</cx:pt>
          <cx:pt idx="2056">0.016316472530441169</cx:pt>
          <cx:pt idx="2057">-0.003010580842525461</cx:pt>
          <cx:pt idx="2058">-0.022694544897959856</cx:pt>
          <cx:pt idx="2059">0.011105137367798699</cx:pt>
          <cx:pt idx="2060">-0.026240772349665521</cx:pt>
          <cx:pt idx="2061">-0.036888276424480414</cx:pt>
          <cx:pt idx="2062">0.010124894361288493</cx:pt>
          <cx:pt idx="2063">0.015194570647611831</cx:pt>
          <cx:pt idx="2064">-0.0040479832818560704</cx:pt>
          <cx:pt idx="2065">0.0015267871070750319</cx:pt>
          <cx:pt idx="2066">-0.028014135211039043</cx:pt>
          <cx:pt idx="2067">0.010324329138662195</cx:pt>
          <cx:pt idx="2068">-0.0045075945967270603</cx:pt>
          <cx:pt idx="2069">-0.041455867164274129</cx:pt>
          <cx:pt idx="2070">-0.0068760860604595757</cx:pt>
          <cx:pt idx="2071">0.02076164621144581</cx:pt>
          <cx:pt idx="2072">-0.00070967952556544919</cx:pt>
          <cx:pt idx="2073">-0.00055510803589506363</cx:pt>
          <cx:pt idx="2074">0.021104166534948732</cx:pt>
          <cx:pt idx="2075">0.01355724224755177</cx:pt>
          <cx:pt idx="2076">0.015687065759041437</cx:pt>
          <cx:pt idx="2077">-0.0084458695551207965</cx:pt>
          <cx:pt idx="2078">-0.0065274799156247142</cx:pt>
          <cx:pt idx="2079">-0.006868182235556939</cx:pt>
          <cx:pt idx="2080">0.0073712182629832434</cx:pt>
          <cx:pt idx="2081">0.0095978930048240211</cx:pt>
          <cx:pt idx="2082">0.0058989149494047717</cx:pt>
          <cx:pt idx="2083">-0.0012842062057637181</cx:pt>
          <cx:pt idx="2084">-0.0047780621260311747</cx:pt>
          <cx:pt idx="2085">-0.012623702573117993</cx:pt>
          <cx:pt idx="2086">0.023249166470134114</cx:pt>
          <cx:pt idx="2087">-0.00062624062951277548</cx:pt>
          <cx:pt idx="2088">0.0060931654044269895</cx:pt>
          <cx:pt idx="2089">-0.0072137760487723263</cx:pt>
          <cx:pt idx="2090">0.0029818553332904884</cx:pt>
          <cx:pt idx="2091">-0.0013468907413292342</cx:pt>
          <cx:pt idx="2092">-0.001521456843579524</cx:pt>
          <cx:pt idx="2093">-0.0081990621174552279</cx:pt>
          <cx:pt idx="2094">0.031935675376686345</cx:pt>
          <cx:pt idx="2095">0.011710326297168491</cx:pt>
          <cx:pt idx="2096">-0.012041456812936191</cx:pt>
          <cx:pt idx="2097">-0.012287412419590894</cx:pt>
          <cx:pt idx="2098">-0.0054456061609531089</cx:pt>
          <cx:pt idx="2099">0.0058869103269021976</cx:pt>
          <cx:pt idx="2100">0.014034697190112678</cx:pt>
          <cx:pt idx="2101">-0.010848545192560963</cx:pt>
          <cx:pt idx="2102">-0.0023364280537757826</cx:pt>
          <cx:pt idx="2103">0.010121455875912328</cx:pt>
          <cx:pt idx="2104">-0.0076590123378340053</cx:pt>
          <cx:pt idx="2105">0.00079966207877568284</cx:pt>
          <cx:pt idx="2106">0.0037075486748470317</cx:pt>
          <cx:pt idx="2107">-0.028107484019496216</cx:pt>
          <cx:pt idx="2108">0.012019085550000391</cx:pt>
          <cx:pt idx="2109">-0.0077580769661055385</cx:pt>
          <cx:pt idx="2110">-0.0019689322497254301</cx:pt>
          <cx:pt idx="2111">0.0046431218423686749</cx:pt>
          <cx:pt idx="2112">-0.010766127347344924</cx:pt>
          <cx:pt idx="2113">-0.025249156903235002</cx:pt>
          <cx:pt idx="2114">0.0030049121966633265</cx:pt>
          <cx:pt idx="2115">0.011198065697179941</cx:pt>
          <cx:pt idx="2116">0.0014320789720844111</cx:pt>
          <cx:pt idx="2117">0.0077407155270227861</cx:pt>
          <cx:pt idx="2118">0.00035902769133579074</cx:pt>
          <cx:pt idx="2119">0.022005158138696586</cx:pt>
          <cx:pt idx="2120">-0.0055627899154553368</cx:pt>
          <cx:pt idx="2121">0.013182633930624616</cx:pt>
          <cx:pt idx="2122">0.019416177596924954</cx:pt>
          <cx:pt idx="2123">-0.015096727644771388</cx:pt>
          <cx:pt idx="2124">0.00022631326477028844</cx:pt>
          <cx:pt idx="2125">0.00073533232087616104</cx:pt>
          <cx:pt idx="2126">0.005627440800412678</cx:pt>
          <cx:pt idx="2127">0.0027679700638491146</cx:pt>
          <cx:pt idx="2128">-0.0020323566679309245</cx:pt>
          <cx:pt idx="2129">0.0011150318875057606</cx:pt>
          <cx:pt idx="2130">-0.013452762245770456</cx:pt>
          <cx:pt idx="2131">-0.0045830691993263449</cx:pt>
          <cx:pt idx="2132">-0.010230344835591211</cx:pt>
          <cx:pt idx="2133">-0.01115131410578768</cx:pt>
          <cx:pt idx="2134">0.02354648115566281</cx:pt>
          <cx:pt idx="2135">0.014992265249270021</cx:pt>
          <cx:pt idx="2136">0.0003801455003862534</cx:pt>
          <cx:pt idx="2137">0.0117777242649608</cx:pt>
          <cx:pt idx="2138">0.0039943004924807238</cx:pt>
          <cx:pt idx="2139">0.010814877647616405</cx:pt>
          <cx:pt idx="2140">0.0054487307291350238</cx:pt>
          <cx:pt idx="2141">-0.0075239598941128838</cx:pt>
          <cx:pt idx="2142">-0.0054724374662140389</cx:pt>
          <cx:pt idx="2143">0.0022267098844303565</cx:pt>
          <cx:pt idx="2144">0.014117656318689224</cx:pt>
          <cx:pt idx="2145">0.0031526548948490273</cx:pt>
          <cx:pt idx="2146">0.0096985914358535819</cx:pt>
          <cx:pt idx="2147">-0.0055908969789222321</cx:pt>
          <cx:pt idx="2148">-0.0036761306737033532</cx:pt>
          <cx:pt idx="2149">-0.0090855473596749732</cx:pt>
          <cx:pt idx="2150">0.011331513144349657</cx:pt>
          <cx:pt idx="2151">0.0050966274899742203</cx:pt>
          <cx:pt idx="2152">0.0029261383863146894</cx:pt>
          <cx:pt idx="2153">0.0099768817891066116</cx:pt>
          <cx:pt idx="2154">-0.0043986173001428928</cx:pt>
          <cx:pt idx="2155">0.0047951078571736479</cx:pt>
          <cx:pt idx="2156">-0.022381288754103675</cx:pt>
          <cx:pt idx="2157">-0.0024835978588305177</cx:pt>
          <cx:pt idx="2158">0.0073592950494770597</cx:pt>
          <cx:pt idx="2159">0.0032562617458617672</cx:pt>
          <cx:pt idx="2160">-0.0042827403853761539</cx:pt>
          <cx:pt idx="2161">-0.011872919213339161</cx:pt>
          <cx:pt idx="2162">-0.016607777205978717</cx:pt>
          <cx:pt idx="2163">0.014463387120394692</cx:pt>
          <cx:pt idx="2164">-0.00319187199132608</cx:pt>
          <cx:pt idx="2165">-0.0025659725062806968</cx:pt>
          <cx:pt idx="2166">-0.0053334758594182959</cx:pt>
          <cx:pt idx="2167">-0.0019351825059561573</cx:pt>
          <cx:pt idx="2168">-0.00092182629386279536</cx:pt>
          <cx:pt idx="2169">-0.010722300268933588</cx:pt>
          <cx:pt idx="2170">-0.012369319553545899</cx:pt>
          <cx:pt idx="2171">-0.0060395141886709271</cx:pt>
          <cx:pt idx="2172">0.0016344740256669164</cx:pt>
          <cx:pt idx="2173">-0.010465340948589532</cx:pt>
          <cx:pt idx="2174">0.0013317294390939533</cx:pt>
          <cx:pt idx="2175">0.017632529721463466</cx:pt>
          <cx:pt idx="2176">-0.0041077841604480886</cx:pt>
          <cx:pt idx="2177">-0.00021146878349102686</cx:pt>
          <cx:pt idx="2178">0.0090789995213185742</cx:pt>
          <cx:pt idx="2179">0.01242369178336953</cx:pt>
          <cx:pt idx="2180">0.0019887826179052154</cx:pt>
          <cx:pt idx="2181">-0.0047870904342677441</cx:pt>
          <cx:pt idx="2182">0.00028064992697290144</cx:pt>
          <cx:pt idx="2183">-0.012873705489150613</cx:pt>
          <cx:pt idx="2184">0.00060043221251626655</cx:pt>
          <cx:pt idx="2185">0.0058305049129885825</cx:pt>
          <cx:pt idx="2186">-0.0027506853393109453</cx:pt>
          <cx:pt idx="2187">0.0044994000362349532</cx:pt>
          <cx:pt idx="2188">-0.0010135809331948736</cx:pt>
          <cx:pt idx="2189">-0.015439308536312552</cx:pt>
          <cx:pt idx="2190">0.020215947081937642</cx:pt>
          <cx:pt idx="2191">-0.0062552594086868873</cx:pt>
          <cx:pt idx="2192">-0.0063834409931120524</cx:pt>
          <cx:pt idx="2193">-0.0067232395413403551</cx:pt>
          <cx:pt idx="2194">0.0030612131069107824</cx:pt>
          <cx:pt idx="2195">-0.032741589226246787</cx:pt>
          <cx:pt idx="2196">-0.0068661096077109757</cx:pt>
          <cx:pt idx="2197">-0.0016697837589815831</cx:pt>
          <cx:pt idx="2198">-0.019686123712964517</cx:pt>
          <cx:pt idx="2199">-0.0089761857446663314</cx:pt>
          <cx:pt idx="2200">0.0081431879384705683</cx:pt>
          <cx:pt idx="2201">0.0059744421272143362</cx:pt>
          <cx:pt idx="2202">-0.017391917133110293</cx:pt>
          <cx:pt idx="2203">-0.020923430249711449</cx:pt>
          <cx:pt idx="2204">0.011536807664264286</cx:pt>
          <cx:pt idx="2205">0.007683230623117281</cx:pt>
          <cx:pt idx="2206">-0.0051268414945471515</cx:pt>
          <cx:pt idx="2207">0.01154190554434757</cx:pt>
          <cx:pt idx="2208">0.0080166872099841704</cx:pt>
          <cx:pt idx="2209">0.023653209086641341</cx:pt>
          <cx:pt idx="2210">-0.012730846524072742</cx:pt>
          <cx:pt idx="2211">0.0027159598125111434</cx:pt>
          <cx:pt idx="2212">0.0090954618394689345</cx:pt>
          <cx:pt idx="2213">-0.0040395432195152545</cx:pt>
          <cx:pt idx="2214">-0.019826936449744592</cx:pt>
          <cx:pt idx="2215">-0.022668454251817863</cx:pt>
          <cx:pt idx="2216">-0.0024028265223627792</cx:pt>
          <cx:pt idx="2217">-0.0086524225872648408</cx:pt>
          <cx:pt idx="2218">0.012378881238983799</cx:pt>
          <cx:pt idx="2219">-0.018259163883034921</cx:pt>
          <cx:pt idx="2220">0.021498353588497825</cx:pt>
          <cx:pt idx="2221">-0.013779599645827569</cx:pt>
          <cx:pt idx="2222">0.0011082114195570484</cx:pt>
          <cx:pt idx="2223">0.024576808536604929</cx:pt>
          <cx:pt idx="2224">0.012545389196746373</cx:pt>
          <cx:pt idx="2225">0.029814158323103548</cx:pt>
          <cx:pt idx="2226">0.020411237474358364</cx:pt>
          <cx:pt idx="2227">-0.0096716275234856822</cx:pt>
          <cx:pt idx="2228">-0.010716703692484311</cx:pt>
          <cx:pt idx="2229">0.0039617509928630418</cx:pt>
          <cx:pt idx="2230">-0.02147776179084682</cx:pt>
          <cx:pt idx="2231">0.011253278448976133</cx:pt>
          <cx:pt idx="2232">-0.0042209937377350563</cx:pt>
          <cx:pt idx="2233">0.047696680180429267</cx:pt>
          <cx:pt idx="2234">0.0028042494485308574</cx:pt>
          <cx:pt idx="2235">0.003399200630858325</cx:pt>
          <cx:pt idx="2236">-0.0001639688724487416</cx:pt>
          <cx:pt idx="2237">0.0080298826854662345</cx:pt>
          <cx:pt idx="2238">-0.0033456651419482395</cx:pt>
          <cx:pt idx="2239">0.0026340971846529155</cx:pt>
          <cx:pt idx="2240">0.0055142672734691429</cx:pt>
          <cx:pt idx="2241">0.0040733360800346424</cx:pt>
          <cx:pt idx="2242">0.00071890120142094891</cx:pt>
          <cx:pt idx="2243">0.0026061416729717137</cx:pt>
          <cx:pt idx="2244">0.009283383826775498</cx:pt>
          <cx:pt idx="2245">0.018203428349511296</cx:pt>
          <cx:pt idx="2246">0.0080749164416774964</cx:pt>
          <cx:pt idx="2247">-0.0042969024368379721</cx:pt>
          <cx:pt idx="2248">-0.006960107502310818</cx:pt>
          <cx:pt idx="2249">0.0018195658755280457</cx:pt>
          <cx:pt idx="2250">0.00066030753401654795</cx:pt>
          <cx:pt idx="2251">0.0055242673664299144</cx:pt>
          <cx:pt idx="2252">-0.00013777853985073006</cx:pt>
          <cx:pt idx="2253">0.036524025191923465</cx:pt>
          <cx:pt idx="2254">0.031900146979312011</cx:pt>
          <cx:pt idx="2255">-0.011480859623234104</cx:pt>
          <cx:pt idx="2256">-0.0054972250021124323</cx:pt>
          <cx:pt idx="2257">0.0059732830139960624</cx:pt>
          <cx:pt idx="2258">-0.014660945378208074</cx:pt>
          <cx:pt idx="2259">0.01086190021322947</cx:pt>
          <cx:pt idx="2260">0.004415983055008431</cx:pt>
          <cx:pt idx="2261">0.0083908297539047813</cx:pt>
          <cx:pt idx="2262">0.0053348500332927404</cx:pt>
          <cx:pt idx="2263">0.0043795810603797797</cx:pt>
          <cx:pt idx="2264">-0.013042581345475843</cx:pt>
          <cx:pt idx="2265">0.0091471555763313998</cx:pt>
          <cx:pt idx="2266">-0.022550897031825945</cx:pt>
          <cx:pt idx="2267">-0.004497465995561209</cx:pt>
          <cx:pt idx="2268">-0.0030850528960556208</cx:pt>
          <cx:pt idx="2269">0.013446489426320134</cx:pt>
          <cx:pt idx="2270">-0.0071445760210382334</cx:pt>
          <cx:pt idx="2271">0.0047112475263471404</cx:pt>
          <cx:pt idx="2272">-0.010829257252936497</cx:pt>
          <cx:pt idx="2273">0.012031600257700231</cx:pt>
          <cx:pt idx="2274">-0.0035202194894521969</cx:pt>
          <cx:pt idx="2275">-0.02098218331593938</cx:pt>
          <cx:pt idx="2276">-0.0058149957410144589</cx:pt>
          <cx:pt idx="2277">0.00922443119627794</cx:pt>
          <cx:pt idx="2278">0.0028534066028249702</cx:pt>
          <cx:pt idx="2279">-0.0068621630839560514</cx:pt>
          <cx:pt idx="2280">-0.012437357260082629</cx:pt>
          <cx:pt idx="2281">0.0083868863013186312</cx:pt>
          <cx:pt idx="2282">-0.0027277317011506113</cx:pt>
          <cx:pt idx="2283">0.0079142367840360616</cx:pt>
          <cx:pt idx="2284">-0.011352531236140259</cx:pt>
          <cx:pt idx="2285">-0.0068156008908612864</cx:pt>
          <cx:pt idx="2286">0.016216908597216171</cx:pt>
          <cx:pt idx="2287">-0.012716634997823901</cx:pt>
          <cx:pt idx="2288">-0.019833614198576481</cx:pt>
          <cx:pt idx="2289">0.015438152997102524</cx:pt>
          <cx:pt idx="2290">-0.00011109853442453575</cx:pt>
          <cx:pt idx="2291">0.0091218800841314264</cx:pt>
          <cx:pt idx="2292">0.0045403609517715255</cx:pt>
          <cx:pt idx="2293">-0.0036436258968903382</cx:pt>
          <cx:pt idx="2294">-0.016091459871480127</cx:pt>
          <cx:pt idx="2295">0.01575403514428934</cx:pt>
          <cx:pt idx="2296">0.018318723209134493</cx:pt>
          <cx:pt idx="2297">-0.0087351810820566946</cx:pt>
          <cx:pt idx="2298">-0.0055844594095782393</cx:pt>
          <cx:pt idx="2299">0.0077790252517249614</cx:pt>
          <cx:pt idx="2300">0.0029512764433539699</cx:pt>
          <cx:pt idx="2301">-0.0019472687099665491</cx:pt>
          <cx:pt idx="2302">-0.011171627876408279</cx:pt>
          <cx:pt idx="2303">-0.00054824181325381573</cx:pt>
          <cx:pt idx="2304">0.0076189743140625482</cx:pt>
          <cx:pt idx="2305">0.0036985635829519066</cx:pt>
          <cx:pt idx="2306">0.015335727390184243</cx:pt>
          <cx:pt idx="2307">0.0057144122834017702</cx:pt>
          <cx:pt idx="2308">-0.013960855413107648</cx:pt>
          <cx:pt idx="2309">0.006321640339344097</cx:pt>
          <cx:pt idx="2310">-0.00081277502671754252</cx:pt>
          <cx:pt idx="2311">0.01152552254714175</cx:pt>
          <cx:pt idx="2312">-0.0035732123563573873</cx:pt>
          <cx:pt idx="2313">-0.0032847146281358959</cx:pt>
          <cx:pt idx="2314">-0.0055224466367183788</cx:pt>
          <cx:pt idx="2315">-0.014375922744205719</cx:pt>
          <cx:pt idx="2316">-0.0039249459677515542</cx:pt>
          <cx:pt idx="2317">0.0022034346859384954</cx:pt>
          <cx:pt idx="2318">0.0053661269622876035</cx:pt>
          <cx:pt idx="2319">0.003486909690484959</cx:pt>
          <cx:pt idx="2320">0.0045024244920569964</cx:pt>
          <cx:pt idx="2321">-0.012041214521442557</cx:pt>
          <cx:pt idx="2322">-0.0063769660700097198</cx:pt>
          <cx:pt idx="2323">-0.0033851847747259278</cx:pt>
          <cx:pt idx="2324">0.023812479910899367</cx:pt>
          <cx:pt idx="2325">0.0055911608636465028</cx:pt>
          <cx:pt idx="2326">-0.017951825023432389</cx:pt>
          <cx:pt idx="2327">-0.010802690803993036</cx:pt>
          <cx:pt idx="2328">0.0035245346871752665</cx:pt>
          <cx:pt idx="2329">-0.0081820737861771995</cx:pt>
          <cx:pt idx="2330">0.0080353872028864261</cx:pt>
          <cx:pt idx="2331">0.0048622807399998974</cx:pt>
          <cx:pt idx="2332">0.0081627411603825226</cx:pt>
          <cx:pt idx="2333">-0.039484005412896414</cx:pt>
          <cx:pt idx="2334">0.0013245991684034232</cx:pt>
          <cx:pt idx="2335">-0.0078369610613576585</cx:pt>
          <cx:pt idx="2336">-0.016600596278191233</cx:pt>
          <cx:pt idx="2337">-0.014935351421433856</cx:pt>
          <cx:pt idx="2338">-0.0068496683677291481</cx:pt>
          <cx:pt idx="2339">0.0013749977080147963</cx:pt>
          <cx:pt idx="2340">0.0030755138095197657</cx:pt>
          <cx:pt idx="2341">0.0054869706158064179</cx:pt>
          <cx:pt idx="2342">0.0099206117492171217</cx:pt>
          <cx:pt idx="2343">-0.0016691376850832165</cx:pt>
          <cx:pt idx="2344">-0.00084914268655624826</cx:pt>
          <cx:pt idx="2345">0.0032002020223655496</cx:pt>
          <cx:pt idx="2346">0.012123017937878022</cx:pt>
          <cx:pt idx="2347">-0.016883073693261294</cx:pt>
          <cx:pt idx="2348">-0.0009758554594092644</cx:pt>
          <cx:pt idx="2349">0.022019012794185281</cx:pt>
          <cx:pt idx="2350">0.0093060042832807232</cx:pt>
          <cx:pt idx="2351">-0.0014518443178883815</cx:pt>
          <cx:pt idx="2352">0.011087640496314052</cx:pt>
          <cx:pt idx="2353">-0.0036778756518112176</cx:pt>
          <cx:pt idx="2354">0.015390250964240109</cx:pt>
          <cx:pt idx="2355">-0.0005391932865564282</cx:pt>
          <cx:pt idx="2356">2.1206522253216543e-05</cx:pt>
          <cx:pt idx="2357">0.0050405427944155657</cx:pt>
          <cx:pt idx="2358">0.019256152780633338</cx:pt>
          <cx:pt idx="2359">0.0014629019909402493</cx:pt>
          <cx:pt idx="2360">0.00071261722634341344</cx:pt>
          <cx:pt idx="2361">-0.0059497486222273724</cx:pt>
          <cx:pt idx="2362">2.527228666291141e-05</cx:pt>
          <cx:pt idx="2363">-0.0076435760909293665</cx:pt>
          <cx:pt idx="2364">-0.022851824178864735</cx:pt>
          <cx:pt idx="2365">0.002246858759844466</cx:pt>
          <cx:pt idx="2366">-0.0036304965436257343</cx:pt>
          <cx:pt idx="2367">-0.0030263899208689692</cx:pt>
          <cx:pt idx="2368">0.019348396634284306</cx:pt>
          <cx:pt idx="2369">0.020676934989917486</cx:pt>
          <cx:pt idx="2370">-0.0063135003721242989</cx:pt>
          <cx:pt idx="2371">0.0077825845988200104</cx:pt>
          <cx:pt idx="2372">-6.8531281582724082e-05</cx:pt>
          <cx:pt idx="2373">0.0023808562158369223</cx:pt>
          <cx:pt idx="2374">-0.0087287040696836619</cx:pt>
          <cx:pt idx="2375">0.0049095358382347251</cx:pt>
          <cx:pt idx="2376">-0.0034071450185607401</cx:pt>
          <cx:pt idx="2377">0.0059138853012516944</cx:pt>
          <cx:pt idx="2378">0.0055137920922439009</cx:pt>
          <cx:pt idx="2379">-0.0038179944539950784</cx:pt>
          <cx:pt idx="2380">-0.0060045643000246054</cx:pt>
          <cx:pt idx="2381">0.0023710705788338054</cx:pt>
          <cx:pt idx="2382">-0.0019248470205954454</cx:pt>
          <cx:pt idx="2383">0.0014447733139338267</cx:pt>
          <cx:pt idx="2384">0.007431291757031111</cx:pt>
          <cx:pt idx="2385">-0.015173716113480722</cx:pt>
          <cx:pt idx="2386">0.0011340693194732069</cx:pt>
          <cx:pt idx="2387">0.010455087901227501</cx:pt>
          <cx:pt idx="2388">0.0077413467894153713</cx:pt>
          <cx:pt idx="2389">-0.01082300277881796</cx:pt>
          <cx:pt idx="2390">0.0090884022054467592</cx:pt>
          <cx:pt idx="2391">0.0011788987023169553</cx:pt>
          <cx:pt idx="2392">0.005508996807011975</cx:pt>
          <cx:pt idx="2393">-0.0011563091150775862</cx:pt>
          <cx:pt idx="2394">0.0019565787089312085</cx:pt>
          <cx:pt idx="2395">0.0071471869415113218</cx:pt>
          <cx:pt idx="2396">0.023608999478895769</cx:pt>
          <cx:pt idx="2397">0.004181300453221232</cx:pt>
          <cx:pt idx="2398">0.0049419499922072809</cx:pt>
          <cx:pt idx="2399">0.008262918223335523</cx:pt>
          <cx:pt idx="2400">0.0095168184419874343</cx:pt>
          <cx:pt idx="2401">-0.0075333237297351609</cx:pt>
          <cx:pt idx="2402">0.003887287607039202</cx:pt>
          <cx:pt idx="2403">0.010686365283151244</cx:pt>
          <cx:pt idx="2404">-0.00070835552984234223</cx:pt>
          <cx:pt idx="2405">-0.011366410086190135</cx:pt>
          <cx:pt idx="2406">0.0022151132741065008</cx:pt>
          <cx:pt idx="2407">0.015116963790802674</cx:pt>
          <cx:pt idx="2408">0.0074409351776398422</cx:pt>
          <cx:pt idx="2409">0.011957901848815903</cx:pt>
          <cx:pt idx="2410">-0.0040967764012766576</cx:pt>
          <cx:pt idx="2411">0.012972066922969105</cx:pt>
          <cx:pt idx="2412">0.001778060889675079</cx:pt>
          <cx:pt idx="2413">-0.025394917787833336</cx:pt>
          <cx:pt idx="2414">0.024899008183885327</cx:pt>
          <cx:pt idx="2415">-0.0054538031753059426</cx:pt>
          <cx:pt idx="2416">0.011785519928853893</cx:pt>
          <cx:pt idx="2417">0.0066270658832963186</cx:pt>
          <cx:pt idx="2418">-0.008831209271493964</cx:pt>
          <cx:pt idx="2419">0.0088083118187387323</cx:pt>
          <cx:pt idx="2420">0.0015354059338343463</cx:pt>
          <cx:pt idx="2421">-0.0049342501067526972</cx:pt>
          <cx:pt idx="2422">0.00015742415069431204</cx:pt>
          <cx:pt idx="2423">0.0059588658052543448</cx:pt>
          <cx:pt idx="2424">0.00082661002974741458</cx:pt>
          <cx:pt idx="2425">0.0018704402355257529</cx:pt>
          <cx:pt idx="2426">0.0067627095795962473</cx:pt>
          <cx:pt idx="2427">0.019370567271202125</cx:pt>
          <cx:pt idx="2428">5.8850081763879895e-05</cx:pt>
          <cx:pt idx="2429">0.0027640504728374052</cx:pt>
          <cx:pt idx="2430">-0.00083623200332795327</cx:pt>
          <cx:pt idx="2431">-0.0062180539068293281</cx:pt>
          <cx:pt idx="2432">0.010384031799551122</cx:pt>
          <cx:pt idx="2433">0.004298206820066177</cx:pt>
          <cx:pt idx="2434">0.0044163590151367685</cx:pt>
          <cx:pt idx="2435">-0.0023076469821920681</cx:pt>
          <cx:pt idx="2436">0.0012410980048177633</cx:pt>
          <cx:pt idx="2437">0.013675461783784025</cx:pt>
          <cx:pt idx="2438">0.015796528310957656</cx:pt>
          <cx:pt idx="2439">-0.0030731948001984106</cx:pt>
          <cx:pt idx="2440">-0.0010378611154921048</cx:pt>
          <cx:pt idx="2441">0.0028176322156730788</cx:pt>
          <cx:pt idx="2442">0.00098254653819454486</cx:pt>
          <cx:pt idx="2443">-0.0073583801523719339</cx:pt>
          <cx:pt idx="2444">-0.0022721318917912361</cx:pt>
          <cx:pt idx="2445">-0.0058401588962717892</cx:pt>
          <cx:pt idx="2446">-0.0017167464765158844</cx:pt>
          <cx:pt idx="2447">0.014496744369407408</cx:pt>
          <cx:pt idx="2448">0.0016929634261568971</cx:pt>
          <cx:pt idx="2449">0.00069685969489151941</cx:pt>
          <cx:pt idx="2450">-0.0092251484162625234</cx:pt>
          <cx:pt idx="2451">0.0012081813387334057</cx:pt>
          <cx:pt idx="2452">0.0077496989304392406</cx:pt>
          <cx:pt idx="2453">-0.0054331963218837284</cx:pt>
          <cx:pt idx="2454">-0.0037617017411311704</cx:pt>
          <cx:pt idx="2455">-0.010029364671514943</cx:pt>
          <cx:pt idx="2456">-0.0057147749330393113</cx:pt>
          <cx:pt idx="2457">-0.0080366202104531353</cx:pt>
          <cx:pt idx="2458">0.0016840941864378319</cx:pt>
          <cx:pt idx="2459">-0.00019711938176451089</cx:pt>
          <cx:pt idx="2460">-0.010046413835366756</cx:pt>
          <cx:pt idx="2461">0.014472447628980499</cx:pt>
          <cx:pt idx="2462">0.0083513448834855036</cx:pt>
          <cx:pt idx="2463">0.012601779602779063</cx:pt>
          <cx:pt idx="2464">0.012046615830676328</cx:pt>
          <cx:pt idx="2465">-0.0070360473683363954</cx:pt>
          <cx:pt idx="2466">0.0095054039893272615</cx:pt>
          <cx:pt idx="2467">-0.019769706461184807</cx:pt>
          <cx:pt idx="2468">0.0017880698242850523</cx:pt>
          <cx:pt idx="2469">0.011075014578031695</cx:pt>
          <cx:pt idx="2470">0.0074053397637412512</cx:pt>
          <cx:pt idx="2471">-0.009751914170053666</cx:pt>
          <cx:pt idx="2472">0.00085409561835397536</cx:pt>
          <cx:pt idx="2473">-0.0008311850325601884</cx:pt>
          <cx:pt idx="2474">0.0048568713779161624</cx:pt>
          <cx:pt idx="2475">-0.016246576627257696</cx:pt>
          <cx:pt idx="2476">-0.0096373910570961858</cx:pt>
          <cx:pt idx="2477">0.0086485244892059599</cx:pt>
          <cx:pt idx="2478">0.0084547617477730413</cx:pt>
          <cx:pt idx="2479">-0.026639840172397424</cx:pt>
          <cx:pt idx="2480">0.012740390889187516</cx:pt>
          <cx:pt idx="2481">0.016925586250302774</cx:pt>
          <cx:pt idx="2482">-0.0059684841391965966</cx:pt>
          <cx:pt idx="2483">-0.011888767959750754</cx:pt>
          <cx:pt idx="2484">0.006475657682901325</cx:pt>
          <cx:pt idx="2485">-0.010814057209941347</cx:pt>
          <cx:pt idx="2486">0.0022579405234924802</cx:pt>
          <cx:pt idx="2487">0.0093279170322676432</cx:pt>
          <cx:pt idx="2488">0.005992470319386811</cx:pt>
          <cx:pt idx="2489">-0.0037879976211994144</cx:pt>
          <cx:pt idx="2490">0.0034231259670807705</cx:pt>
          <cx:pt idx="2491">0.0058237748575943483</cx:pt>
          <cx:pt idx="2492">0.0070326997187408827</cx:pt>
          <cx:pt idx="2493">0.0081452945903370821</cx:pt>
          <cx:pt idx="2494">0.0058379380062552454</cx:pt>
          <cx:pt idx="2495">-0.0053370469497890788</cx:pt>
          <cx:pt idx="2496">-0.017323932907398636</cx:pt>
          <cx:pt idx="2497">-0.0026075003326526342</cx:pt>
          <cx:pt idx="2498">-0.0017219920308706388</cx:pt>
          <cx:pt idx="2499">-0.0027809070821136735</cx:pt>
          <cx:pt idx="2500">-0.0028092948708839513</cx:pt>
          <cx:pt idx="2501">-0.00015412450639798274</cx:pt>
          <cx:pt idx="2502">-0.013945948983297285</cx:pt>
          <cx:pt idx="2503">-0.003910872451949798</cx:pt>
          <cx:pt idx="2504">-0.0019747245452607668</cx:pt>
          <cx:pt idx="2505">-0.0021990791339780952</cx:pt>
          <cx:pt idx="2506">-0.0067404383917000566</cx:pt>
          <cx:pt idx="2507">-0.00083356171964327642</cx:pt>
          <cx:pt idx="2508">-0.03846227851235088</cx:pt>
          <cx:pt idx="2509">-0.019367474168845308</cx:pt>
          <cx:pt idx="2510">0.017705336846433096</cx:pt>
          <cx:pt idx="2511">0.0052013654690927528</cx:pt>
          <cx:pt idx="2512">0.0069842056220622787</cx:pt>
          <cx:pt idx="2513">0.0026485192483956758</cx:pt>
          <cx:pt idx="2514">-0.010515294686088725</cx:pt>
          <cx:pt idx="2515">-0.0031604235505922644</cx:pt>
          <cx:pt idx="2516">0.0080293320121645629</cx:pt>
          <cx:pt idx="2517">-0.0099386103035759669</cx:pt>
          <cx:pt idx="2518">0.011704191096847925</cx:pt>
          <cx:pt idx="2519">-0.0087251908056591183</cx:pt>
          <cx:pt idx="2520">-0.0047964799870700899</cx:pt>
          <cx:pt idx="2521">0.0072815362930900868</cx:pt>
          <cx:pt idx="2522">-0.024399161289205086</cx:pt>
          <cx:pt idx="2523">0.0099828385234179157</cx:pt>
          <cx:pt idx="2524">0.010362727809324075</cx:pt>
          <cx:pt idx="2525">0.005327269056469964</cx:pt>
          <cx:pt idx="2526">0.023214288873102396</cx:pt>
          <cx:pt idx="2527">0.0021570228414598824</cx:pt>
          <cx:pt idx="2528">0.027148468829617033</cx:pt>
          <cx:pt idx="2529">-0.020004498353639787</cx:pt>
          <cx:pt idx="2530">0.013087854192105432</cx:pt>
          <cx:pt idx="2531">0.0075894361795299861</cx:pt>
          <cx:pt idx="2532">0.012456785872808573</cx:pt>
          <cx:pt idx="2533">-0.011708933767917776</cx:pt>
          <cx:pt idx="2534">-0.012890330184581845</cx:pt>
          <cx:pt idx="2535">0.013003579525793757</cx:pt>
          <cx:pt idx="2536">-0.0031981914976205198</cx:pt>
          <cx:pt idx="2537">0.0017396631634688394</cx:pt>
          <cx:pt idx="2538">-0.0035383070386210305</cx:pt>
          <cx:pt idx="2539">0.016705255775451198</cx:pt>
          <cx:pt idx="2540">-0.00073708305005972972</cx:pt>
          <cx:pt idx="2541">-0.0038231212769328999</cx:pt>
          <cx:pt idx="2542">0.0026471313502611734</cx:pt>
          <cx:pt idx="2543">0.0061827590328836423</cx:pt>
          <cx:pt idx="2544">-0.0041962010813683913</cx:pt>
          <cx:pt idx="2545">0.024827833484203456</cx:pt>
          <cx:pt idx="2546">0.00090133560135709635</cx:pt>
          <cx:pt idx="2547">0.0043131638122227813</cx:pt>
          <cx:pt idx="2548">0.0013897174825805091</cx:pt>
          <cx:pt idx="2549">0.0035958055897815553</cx:pt>
          <cx:pt idx="2550">-0.011786976419768946</cx:pt>
          <cx:pt idx="2551">0.0063032079122148296</cx:pt>
          <cx:pt idx="2552">0.0099190341689792804</cx:pt>
          <cx:pt idx="2553">-0.0013735802763708918</cx:pt>
          <cx:pt idx="2554">0.0030558822451551247</cx:pt>
          <cx:pt idx="2555">0.009175233002543963</cx:pt>
          <cx:pt idx="2556">0.0090216550562324336</cx:pt>
          <cx:pt idx="2557">-0.010652752515031949</cx:pt>
          <cx:pt idx="2558">0.010330375371042351</cx:pt>
          <cx:pt idx="2559">-0.035166787825996394</cx:pt>
          <cx:pt idx="2560">-0.00075581143046103737</cx:pt>
          <cx:pt idx="2561">-0.013834365874847187</cx:pt>
          <cx:pt idx="2562">-0.0075523825187940302</cx:pt>
          <cx:pt idx="2563">-0.00048757175247159134</cx:pt>
          <cx:pt idx="2564">-0.021446327927560613</cx:pt>
          <cx:pt idx="2565">0.014819717561872236</cx:pt>
          <cx:pt idx="2566">0.021130854109882906</cx:pt>
          <cx:pt idx="2567">-0.0093608492748375322</cx:pt>
          <cx:pt idx="2568">-4.2753529796493109e-05</cx:pt>
          <cx:pt idx="2569">-0.00038129358503348715</cx:pt>
          <cx:pt idx="2570">-0.011809631098424769</cx:pt>
          <cx:pt idx="2571">0.016968097164442163</cx:pt>
          <cx:pt idx="2572">-0.010041386234455952</cx:pt>
          <cx:pt idx="2573">0.007365851318308774</cx:pt>
          <cx:pt idx="2574">-0.003595320252526066</cx:pt>
          <cx:pt idx="2575">0.0021033246250819733</cx:pt>
          <cx:pt idx="2576">0.0089178706374291993</cx:pt>
          <cx:pt idx="2577">0.0025652338179183087</cx:pt>
          <cx:pt idx="2578">0.005219070931178774</cx:pt>
          <cx:pt idx="2579">-0.031669621612295126</cx:pt>
          <cx:pt idx="2580">-0.044090519994647644</cx:pt>
          <cx:pt idx="2581">-0.025999939210601765</cx:pt>
          <cx:pt idx="2582">-0.025092654646824582</cx:pt>
          <cx:pt idx="2583">0.054760043796293817</cx:pt>
          <cx:pt idx="2584">-0.014765079435163515</cx:pt>
          <cx:pt idx="2585">0.01021052751595096</cx:pt>
          <cx:pt idx="2586">0.019543757550514584</cx:pt>
          <cx:pt idx="2587">0.0030645180360351154</cx:pt>
          <cx:pt idx="2588">0.00014052086055922294</cx:pt>
          <cx:pt idx="2589">0.013569819229041649</cx:pt>
          <cx:pt idx="2590">-0.021719119244157415</cx:pt>
          <cx:pt idx="2591">0.019311202060985074</cx:pt>
          <cx:pt idx="2592">0.0052411520235162426</cx:pt>
          <cx:pt idx="2593">0.0035447420386132524</cx:pt>
          <cx:pt idx="2594">-0.0026634953097339465</cx:pt>
          <cx:pt idx="2595">0.0076301156629015269</cx:pt>
          <cx:pt idx="2596">0.008756556800407678</cx:pt>
          <cx:pt idx="2597">0.0069492383255268598</cx:pt>
          <cx:pt idx="2598">-0.010325839210795131</cx:pt>
          <cx:pt idx="2599">0.011746178648460856</cx:pt>
          <cx:pt idx="2600">0.00018318611730189758</cx:pt>
          <cx:pt idx="2601">-0.0066241461316011796</cx:pt>
          <cx:pt idx="2602">0.0019560372622888372</cx:pt>
          <cx:pt idx="2603">-0.0041900166415436563</cx:pt>
          <cx:pt idx="2604">0.0074454053112159354</cx:pt>
          <cx:pt idx="2605">0.0023423664290489338</cx:pt>
          <cx:pt idx="2606">-0.014933291463806184</cx:pt>
          <cx:pt idx="2607">-0.0091567302317169703</cx:pt>
          <cx:pt idx="2608">0.018107089793169266</cx:pt>
          <cx:pt idx="2609">0.011938856214863534</cx:pt>
          <cx:pt idx="2610">0.0016270229680751154</cx:pt>
          <cx:pt idx="2611">-0.0066128711595883913</cx:pt>
          <cx:pt idx="2612">-0.026652470225929738</cx:pt>
          <cx:pt idx="2613">-0.0027119819998428574</cx:pt>
          <cx:pt idx="2614">0.0032835762103051351</cx:pt>
          <cx:pt idx="2615">0.017873171243980763</cx:pt>
          <cx:pt idx="2616">-0.0012351770264180907</cx:pt>
          <cx:pt idx="2617">0.0078320222907149843</cx:pt>
          <cx:pt idx="2618">0.0018105376473332201</cx:pt>
          <cx:pt idx="2619">0.00032049232754540629</cx:pt>
          <cx:pt idx="2620">-0.0064199775232757026</cx:pt>
          <cx:pt idx="2621">0.0026023507633169841</cx:pt>
          <cx:pt idx="2622">0.00045059480897648667</cx:pt>
          <cx:pt idx="2623">0.0042533066587913532</cx:pt>
          <cx:pt idx="2624">-0.0056246566879738112</cx:pt>
          <cx:pt idx="2625">0.009533256775740833</cx:pt>
          <cx:pt idx="2626">-0.002910006956354255</cx:pt>
          <cx:pt idx="2627">0.0052064696822035419</cx:pt>
          <cx:pt idx="2628">-0.0071765419813416302</cx:pt>
          <cx:pt idx="2629">-0.0034579378040583285</cx:pt>
          <cx:pt idx="2630">-0.0032877191603050641</cx:pt>
          <cx:pt idx="2631">0.0021883171778391032</cx:pt>
          <cx:pt idx="2632">-0.0012415380370742581</cx:pt>
          <cx:pt idx="2633">0.018304083840069083</cx:pt>
          <cx:pt idx="2634">0.0035134194816263094</cx:pt>
          <cx:pt idx="2635">-0.018558113127817216</cx:pt>
          <cx:pt idx="2636">-0.0016750930454488772</cx:pt>
          <cx:pt idx="2637">0.0026265640946736462</cx:pt>
          <cx:pt idx="2638">0.006647166076190778</cx:pt>
          <cx:pt idx="2639">0.0045779532576037153</cx:pt>
          <cx:pt idx="2640">0.0027282845907621589</cx:pt>
          <cx:pt idx="2641">0.0016450555127976081</cx:pt>
          <cx:pt idx="2642">-0.0047210784983058472</cx:pt>
          <cx:pt idx="2643">-0.0056597548443143896</cx:pt>
          <cx:pt idx="2644">-0.0012096819963928938</cx:pt>
          <cx:pt idx="2645">0.0053465730970588647</cx:pt>
          <cx:pt idx="2646">0.0043249504511385806</cx:pt>
          <cx:pt idx="2647">0.010642666085367965</cx:pt>
          <cx:pt idx="2648">-0.013342137056968264</cx:pt>
          <cx:pt idx="2649">0.0093609035263052757</cx:pt>
          <cx:pt idx="2650">-0.0040688413590694462</cx:pt>
          <cx:pt idx="2651">0.0051007517830357688</cx:pt>
          <cx:pt idx="2652">0.0074144502810148125</cx:pt>
          <cx:pt idx="2653">0.013985423240242914</cx:pt>
          <cx:pt idx="2654">0.0024181580153576315</cx:pt>
          <cx:pt idx="2655">-0.0014370677423614785</cx:pt>
          <cx:pt idx="2656">0.0020165072204900141</cx:pt>
          <cx:pt idx="2657">-0.017971876091398602</cx:pt>
          <cx:pt idx="2658">0.023225243758267816</cx:pt>
          <cx:pt idx="2659">-0.0097285379986280698</cx:pt>
          <cx:pt idx="2660">-0.0080489194370134201</cx:pt>
          <cx:pt idx="2661">-0.0022342738820165129</cx:pt>
          <cx:pt idx="2662">0.010665460082055392</cx:pt>
          <cx:pt idx="2663">0.0059918437589496672</cx:pt>
          <cx:pt idx="2664">-0.0067579167168217063</cx:pt>
          <cx:pt idx="2665">0.0021551106999881543</cx:pt>
          <cx:pt idx="2666">-0.004822993300616858</cx:pt>
          <cx:pt idx="2667">-0.0046429985864973496</cx:pt>
          <cx:pt idx="2668">0.0029553172931577549</cx:pt>
          <cx:pt idx="2669">0.0039869616461320704</cx:pt>
          <cx:pt idx="2670">-0.0055087627397520621</cx:pt>
          <cx:pt idx="2671">0.0067948214000551344</cx:pt>
          <cx:pt idx="2672">-0.0086545451311966989</cx:pt>
          <cx:pt idx="2673">0.018959856503858792</cx:pt>
          <cx:pt idx="2674">0.0070818454652768082</cx:pt>
          <cx:pt idx="2675">-0.0045360179154512823</cx:pt>
          <cx:pt idx="2676">0.0084728522530217523</cx:pt>
          <cx:pt idx="2677">-0.0029435642514752049</cx:pt>
          <cx:pt idx="2678">-0.0023153684295829742</cx:pt>
          <cx:pt idx="2679">0.0041727692379570983</cx:pt>
          <cx:pt idx="2680">-0.0027700304539911816</cx:pt>
          <cx:pt idx="2681">0.0062508998523768365</cx:pt>
          <cx:pt idx="2682">-0.013384407151957659</cx:pt>
          <cx:pt idx="2683">-0.0041485973049107464</cx:pt>
          <cx:pt idx="2684">0.0064897599229922359</cx:pt>
          <cx:pt idx="2685">0.0088953454631348038</cx:pt>
          <cx:pt idx="2686">-0.0032259502792925353</cx:pt>
          <cx:pt idx="2687">-0.0027228458994939054</cx:pt>
          <cx:pt idx="2688">0.0030322672560825058</cx:pt>
          <cx:pt idx="2689">0.015500382983924994</cx:pt>
          <cx:pt idx="2690">-0.0015588850966117888</cx:pt>
          <cx:pt idx="2691">-0.0015482558654154154</cx:pt>
          <cx:pt idx="2692">-0.010626814714159636</cx:pt>
          <cx:pt idx="2693">-0.00010614219729300186</cx:pt>
          <cx:pt idx="2694">0.00075279634366645317</cx:pt>
          <cx:pt idx="2695">-0.0059519808092607825</cx:pt>
          <cx:pt idx="2696">0.0026114624402477421</cx:pt>
          <cx:pt idx="2697">0.012168344443126276</cx:pt>
          <cx:pt idx="2698">-0.0097050848819212349</cx:pt>
          <cx:pt idx="2699">-0.00081437126777942942</cx:pt>
          <cx:pt idx="2700">0.010888852609854477</cx:pt>
          <cx:pt idx="2701">0.0025702174006909115</cx:pt>
          <cx:pt idx="2702">0.0037462577623455489</cx:pt>
          <cx:pt idx="2703">0.0022126796399474253</cx:pt>
          <cx:pt idx="2704">-0.0077250074591140375</cx:pt>
          <cx:pt idx="2705">0.0032358031354552379</cx:pt>
          <cx:pt idx="2706">-0.010237845990796909</cx:pt>
          <cx:pt idx="2707">-0.0040518141691643491</cx:pt>
          <cx:pt idx="2708">-0.0077914599420284385</cx:pt>
          <cx:pt idx="2709">-0.0036628282592909298</cx:pt>
          <cx:pt idx="2710">-0.011012729802094647</cx:pt>
          <cx:pt idx="2711">0.0051850186301378807</cx:pt>
          <cx:pt idx="2712">0.010910771568280686</cx:pt>
          <cx:pt idx="2713">0.02216224012310921</cx:pt>
          <cx:pt idx="2714">-0.0021147933006010686</cx:pt>
          <cx:pt idx="2715">0.011425306991602083</cx:pt>
          <cx:pt idx="2716">0.013391094437950828</cx:pt>
          <cx:pt idx="2717">-0.0078094661478287329</cx:pt>
          <cx:pt idx="2718">0.0042811396703972653</cx:pt>
          <cx:pt idx="2719">-0.0017491870021969821</cx:pt>
          <cx:pt idx="2720">0.0035222944932886101</cx:pt>
          <cx:pt idx="2721">0.0060042646382280004</cx:pt>
          <cx:pt idx="2722">-0.018770018781578607</cx:pt>
          <cx:pt idx="2723">-0.019573402327612399</cx:pt>
          <cx:pt idx="2724">0.015542966102882583</cx:pt>
          <cx:pt idx="2725">-0.00033156166030905669</cx:pt>
          <cx:pt idx="2726">-0.00018906324441687211</cx:pt>
          <cx:pt idx="2727">0.0044710654367101253</cx:pt>
          <cx:pt idx="2728">-0.0013179810082256682</cx:pt>
          <cx:pt idx="2729">0.00021103229023285971</cx:pt>
          <cx:pt idx="2730">0.01186189485725981</cx:pt>
          <cx:pt idx="2731">-0.0018253975287592778</cx:pt>
          <cx:pt idx="2732">0.011239815700565651</cx:pt>
          <cx:pt idx="2733">-0.0043889588313971136</cx:pt>
          <cx:pt idx="2734">-0.0074630587987883738</cx:pt>
          <cx:pt idx="2735">0.0039570542460689506</cx:pt>
          <cx:pt idx="2736">-0.0011911832820591434</cx:pt>
          <cx:pt idx="2737">0.0059978003617002108</cx:pt>
          <cx:pt idx="2738">-0.0052555041327904794</cx:pt>
          <cx:pt idx="2739">-0.001947521785167832</cx:pt>
          <cx:pt idx="2740">0.010909970679656373</cx:pt>
          <cx:pt idx="2741">0.0028252558436724345</cx:pt>
          <cx:pt idx="2742">0.0082228241364061122</cx:pt>
          <cx:pt idx="2743">0.0061376385977813253</cx:pt>
          <cx:pt idx="2744">0.0044314260316912109</cx:pt>
          <cx:pt idx="2745">-0.011271982606798275</cx:pt>
          <cx:pt idx="2746">-0.0028318898224828667</cx:pt>
          <cx:pt idx="2747">0.0045669016510175939</cx:pt>
          <cx:pt idx="2748">0.0029589830087077677</cx:pt>
          <cx:pt idx="2749">0.0013387567005047299</cx:pt>
          <cx:pt idx="2750">-0.0081842554702697395</cx:pt>
          <cx:pt idx="2751">-0.0072790208457890236</cx:pt>
          <cx:pt idx="2752">-0.005545650204830388</cx:pt>
          <cx:pt idx="2753">0.0015949575902314346</cx:pt>
          <cx:pt idx="2754">7.8071163601724919e-05</cx:pt>
          <cx:pt idx="2755">0.0060493092637488562</cx:pt>
          <cx:pt idx="2756">-0.0076627014426279977</cx:pt>
          <cx:pt idx="2757">0.00039140568225417183</cx:pt>
          <cx:pt idx="2758">-0.0043595258165744707</cx:pt>
          <cx:pt idx="2759">-0.0035658978362436353</cx:pt>
          <cx:pt idx="2760">0.0057028585738422635</cx:pt>
          <cx:pt idx="2761">0.00078875926148557103</cx:pt>
          <cx:pt idx="2762">0.0066880855739836131</cx:pt>
          <cx:pt idx="2763">0.00018146798688869136</cx:pt>
          <cx:pt idx="2764">0.00065879937688773495</cx:pt>
          <cx:pt idx="2765">-0.0015436399435536795</cx:pt>
          <cx:pt idx="2766">-0.011859178133646047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/>
            </a:pPr>
            <a:r>
              <a:rPr lang="en-US" sz="1200" b="0" i="0" u="none" strike="noStrike" baseline="0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</a:rPr>
              <a:t>Box and Whiskers - </a:t>
            </a:r>
            <a:r>
              <a:rPr lang="en-US" sz="1200" b="0" i="0" u="none" strike="noStrike" baseline="0" dirty="0" err="1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Aptos Narrow" panose="02110004020202020204"/>
              </a:rPr>
              <a:t>Inmobiliario</a:t>
            </a:r>
            <a:endParaRPr lang="en-US" sz="1200" b="0" i="0" u="none" strike="noStrike" baseline="0" dirty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endParaRPr>
          </a:p>
        </cx:rich>
      </cx:tx>
    </cx:title>
    <cx:plotArea>
      <cx:plotAreaRegion>
        <cx:series layoutId="boxWhisker" uniqueId="{BD8DAB91-194E-4B75-9E50-500F5C6D6897}">
          <cx:tx>
            <cx:txData>
              <cx:f>'[Datos Sectores Equity (Index review).xlsx]Inmobiliario'!$AS$7</cx:f>
              <cx:v>Index Return</cx:v>
            </cx:txData>
          </cx:tx>
          <cx:dataId val="0"/>
          <cx:layoutPr>
            <cx:visibility meanLine="0" meanMarker="1" nonoutliers="0" outliers="1"/>
            <cx:statistics quartileMethod="exclusive"/>
          </cx:layoutPr>
        </cx:series>
      </cx:plotAreaRegion>
      <cx:axis id="0" hidden="1">
        <cx:catScaling gapWidth="1"/>
        <cx:tickLabels/>
      </cx:axis>
      <cx:axis id="1">
        <cx:valScaling max="0.20000000000000001" min="-0.20000000000000001"/>
        <cx:majorGridlines/>
        <cx:tickLabels/>
      </cx:axis>
    </cx:plotArea>
  </cx:chart>
</cx:chartSpace>
</file>

<file path=ppt/charts/chartEx4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'[Datos Sectores Equity (Index review).xlsx]Tecnología'!$AS$8:$AS$2774</cx:f>
        <cx:lvl ptCount="2767" formatCode="General">
          <cx:pt idx="2">-0.022355722008766843</cx:pt>
          <cx:pt idx="3">-0.01170321608801499</cx:pt>
          <cx:pt idx="4">0.007168198834146506</cx:pt>
          <cx:pt idx="5">0.034908289546645682</cx:pt>
          <cx:pt idx="6">0.0018963789324952678</cx:pt>
          <cx:pt idx="7">-0.018733936269421724</cx:pt>
          <cx:pt idx="8">0.0020380405955803659</cx:pt>
          <cx:pt idx="9">-0.0026484665757735924</cx:pt>
          <cx:pt idx="10">-0.01861161913276143</cx:pt>
          <cx:pt idx="11">0.0029733520046291849</cx:pt>
          <cx:pt idx="12">0.014589103500023822</cx:pt>
          <cx:pt idx="13">0.0095222572255143582</cx:pt>
          <cx:pt idx="14">0.021104500912189138</cx:pt>
          <cx:pt idx="15">0.0028661341277568426</cx:pt>
          <cx:pt idx="16">-6.0620546993920047e-05</cx:pt>
          <cx:pt idx="17">-0.039218792599571714</cx:pt>
          <cx:pt idx="18">0.018698627572843074</cx:pt>
          <cx:pt idx="19">0.024524617221363825</cx:pt>
          <cx:pt idx="20">-0.022386919335903803</cx:pt>
          <cx:pt idx="21">0.014137710491834305</cx:pt>
          <cx:pt idx="22">0.0099114582776748967</cx:pt>
          <cx:pt idx="23">0.0046111442001244944</cx:pt>
          <cx:pt idx="24">0.012586207802313376</cx:pt>
          <cx:pt idx="25">-0.0077964389190845881</cx:pt>
          <cx:pt idx="26">0.0010606774633159051</cx:pt>
          <cx:pt idx="27">0.023792369000015832</cx:pt>
          <cx:pt idx="28">0.008005197505190461</cx:pt>
          <cx:pt idx="29">0.032522974735037291</cx:pt>
          <cx:pt idx="30">0.0040268894500393318</cx:pt>
          <cx:pt idx="31">0.003285229725274817</cx:pt>
          <cx:pt idx="32">0.00024220183293619538</cx:pt>
          <cx:pt idx="33">-0.00018536739024140915</cx:pt>
          <cx:pt idx="34">0.0074000031699026012</cx:pt>
          <cx:pt idx="35">0.010676580552513724</cx:pt>
          <cx:pt idx="36">-0.0010342031803146641</cx:pt>
          <cx:pt idx="37">-0.015520617138407756</cx:pt>
          <cx:pt idx="38">0.012031793005570385</cx:pt>
          <cx:pt idx="39">-0.010087791374470521</cx:pt>
          <cx:pt idx="40">0.012329827472621178</cx:pt>
          <cx:pt idx="41">-0.0097753351254097638</cx:pt>
          <cx:pt idx="42">-0.0017244304811365161</cx:pt>
          <cx:pt idx="43">-0.0030735844212317685</cx:pt>
          <cx:pt idx="44">-0.0078190146659837863</cx:pt>
          <cx:pt idx="45">0.004803843678784882</cx:pt>
          <cx:pt idx="46">-0.011488280151427688</cx:pt>
          <cx:pt idx="47">-0.011335974706678327</cx:pt>
          <cx:pt idx="48">0.0050323669215846618</cx:pt>
          <cx:pt idx="49">-0.0012932219437819827</cx:pt>
          <cx:pt idx="50">0.011563184589216232</cx:pt>
          <cx:pt idx="51">0.0090658791977060397</cx:pt>
          <cx:pt idx="52">0.0039590625783638388</cx:pt>
          <cx:pt idx="53">0.00047642305505534691</cx:pt>
          <cx:pt idx="54">-0.00022092589183788492</cx:pt>
          <cx:pt idx="55">-0.004061312324970567</cx:pt>
          <cx:pt idx="56">-0.0071994974667000259</cx:pt>
          <cx:pt idx="57">-0.038743552404040572</cx:pt>
          <cx:pt idx="58">0.0011567815938621354</cx:pt>
          <cx:pt idx="59">0.0025812857700858896</cx:pt>
          <cx:pt idx="60">0.015222053828601549</cx:pt>
          <cx:pt idx="61">-0.015811722521154262</cx:pt>
          <cx:pt idx="62">-0.00059685160579793517</cx:pt>
          <cx:pt idx="63">0.002979813032255274</cx:pt>
          <cx:pt idx="64">0.019006124518084203</cx:pt>
          <cx:pt idx="65">-0.0036023931149711313</cx:pt>
          <cx:pt idx="66">0.0019594369031953247</cx:pt>
          <cx:pt idx="67">0.011029457788788872</cx:pt>
          <cx:pt idx="68">0.0065003436428198664</cx:pt>
          <cx:pt idx="69">-0.0042932413032359786</cx:pt>
          <cx:pt idx="70">-0.006525686069031679</cx:pt>
          <cx:pt idx="71">0.0092248325767340603</cx:pt>
          <cx:pt idx="72">-0.0035718059464370853</cx:pt>
          <cx:pt idx="73">-0.014418121688360158</cx:pt>
          <cx:pt idx="74">0.013424613057501894</cx:pt>
          <cx:pt idx="75">-0.001708370530545245</cx:pt>
          <cx:pt idx="76">0.011787032639137196</cx:pt>
          <cx:pt idx="77">0.0024900318020938421</cx:pt>
          <cx:pt idx="78">0.0045705824483232762</cx:pt>
          <cx:pt idx="79">0.010603174894230865</cx:pt>
          <cx:pt idx="80">-0.0045753902844914967</cx:pt>
          <cx:pt idx="81">-0.0098692353249090932</cx:pt>
          <cx:pt idx="82">-0.015562506153023356</cx:pt>
          <cx:pt idx="83">0.0256171321270551</cx:pt>
          <cx:pt idx="84">-0.0037396899432150985</cx:pt>
          <cx:pt idx="85">-0.021989896828608854</cx:pt>
          <cx:pt idx="86">-0.0043130944435380084</cx:pt>
          <cx:pt idx="87">0.0069246653343993693</cx:pt>
          <cx:pt idx="88">-0.0068122175815165577</cx:pt>
          <cx:pt idx="89">-0.0068204003289955737</cx:pt>
          <cx:pt idx="90">-0.00058696958090762019</cx:pt>
          <cx:pt idx="91">0.0035199854154062192</cx:pt>
          <cx:pt idx="92">0.016876399419003537</cx:pt>
          <cx:pt idx="93">-0.00031836931880354328</cx:pt>
          <cx:pt idx="94">0.0064963311088551863</cx:pt>
          <cx:pt idx="95">-0.0048876389121937829</cx:pt>
          <cx:pt idx="96">0.00018743479829751164</cx:pt>
          <cx:pt idx="97">0.003099941999285601</cx:pt>
          <cx:pt idx="98">0.0037842172138621076</cx:pt>
          <cx:pt idx="99">-0.014645244008745758</cx:pt>
          <cx:pt idx="100">0.029963373130398336</cx:pt>
          <cx:pt idx="101">0.0024376294795511962</cx:pt>
          <cx:pt idx="102">-0.0060308500216732282</cx:pt>
          <cx:pt idx="103">0.0047788807691647424</cx:pt>
          <cx:pt idx="104">-0.0086730842787142211</cx:pt>
          <cx:pt idx="105">-0.0032379283148605562</cx:pt>
          <cx:pt idx="106">-0.00031835984101379782</cx:pt>
          <cx:pt idx="107">-0.00074125819352979826</cx:pt>
          <cx:pt idx="108">-0.013273569523562975</cx:pt>
          <cx:pt idx="109">-0.0011328079055450038</cx:pt>
          <cx:pt idx="110">0.0047666600905590792</cx:pt>
          <cx:pt idx="111">0.0014158900149492445</cx:pt>
          <cx:pt idx="112">-0.014025504277923768</cx:pt>
          <cx:pt idx="113">-0.0032103624893097126</cx:pt>
          <cx:pt idx="114">0.0077266182012036763</cx:pt>
          <cx:pt idx="115">0.0033887264025751988</cx:pt>
          <cx:pt idx="116">0.0077994578928014336</cx:pt>
          <cx:pt idx="117">-0.0074769735278145764</cx:pt>
          <cx:pt idx="118">0.0034481222770746103</cx:pt>
          <cx:pt idx="119">-0.0097311564681544262</cx:pt>
          <cx:pt idx="120">-0.00064689636278017124</cx:pt>
          <cx:pt idx="121">-0.0010419789961784828</cx:pt>
          <cx:pt idx="122">-0.017100845991922738</cx:pt>
          <cx:pt idx="123">-0.023434104326825377</cx:pt>
          <cx:pt idx="124">0.0039208074446891554</cx:pt>
          <cx:pt idx="125">0.0094149315003076404</cx:pt>
          <cx:pt idx="126">0.0018014955655760057</cx:pt>
          <cx:pt idx="127">-0.0084774245769424789</cx:pt>
          <cx:pt idx="128">-0.0095685449023105093</cx:pt>
          <cx:pt idx="129">-0.018700104621119526</cx:pt>
          <cx:pt idx="130">-0.014398774326857976</cx:pt>
          <cx:pt idx="131">0.020590520842241448</cx:pt>
          <cx:pt idx="132">0.014112517286217222</cx:pt>
          <cx:pt idx="133">0.0057368460566467831</cx:pt>
          <cx:pt idx="134">0.0006054669038142186</cx:pt>
          <cx:pt idx="135">0.013867058294485162</cx:pt>
          <cx:pt idx="136">0.001583115422984876</cx:pt>
          <cx:pt idx="137">0.0022707034975254494</cx:pt>
          <cx:pt idx="138">-0.0037131484812392376</cx:pt>
          <cx:pt idx="139">-0.031543712905498025</cx:pt>
          <cx:pt idx="140">0.0062269565621823897</cx:pt>
          <cx:pt idx="141">-0.0081365982003721669</cx:pt>
          <cx:pt idx="142">-0.011541260170869256</cx:pt>
          <cx:pt idx="143">0.015106109366019135</cx:pt>
          <cx:pt idx="144">0.0058743164830914029</cx:pt>
          <cx:pt idx="145">-0.0014925863447553967</cx:pt>
          <cx:pt idx="146">-0.0084212069638146085</cx:pt>
          <cx:pt idx="147">-0.0038571154388856075</cx:pt>
          <cx:pt idx="148">-0.016108932337400846</cx:pt>
          <cx:pt idx="149">0.0071171174551059114</cx:pt>
          <cx:pt idx="150">-0.0060732539547329063</cx:pt>
          <cx:pt idx="151">0.03273946528757754</cx:pt>
          <cx:pt idx="152">0.029825662448245253</cx:pt>
          <cx:pt idx="153">-0.032479808804520456</cx:pt>
          <cx:pt idx="154">0.0091747856323594577</cx:pt>
          <cx:pt idx="155">-0.0037921684975856236</cx:pt>
          <cx:pt idx="156">0.0029705922076806212</cx:pt>
          <cx:pt idx="157">0.0054738506593953766</cx:pt>
          <cx:pt idx="158">-0.010532055039710631</cx:pt>
          <cx:pt idx="159">-0.010313493462638665</cx:pt>
          <cx:pt idx="160">-0.028437457710186215</cx:pt>
          <cx:pt idx="161">-0.044200566830748807</cx:pt>
          <cx:pt idx="162">-0.028818166204821343</cx:pt>
          <cx:pt idx="163">-0.0080160434359294683</cx:pt>
          <cx:pt idx="164">0.058370083879704264</cx:pt>
          <cx:pt idx="165">0.033930721069563359</cx:pt>
          <cx:pt idx="166">0.004688797427497773</cx:pt>
          <cx:pt idx="167">-0.0059937248646955554</cx:pt>
          <cx:pt idx="168">-0.042063321594129795</cx:pt>
          <cx:pt idx="169">0.035794948716514528</cx:pt>
          <cx:pt idx="170">-0.0058350187589762759</cx:pt>
          <cx:pt idx="171">-0.014105183173438549</cx:pt>
          <cx:pt idx="172">0.034208729389718001</cx:pt>
          <cx:pt idx="173">-0.019355777728717348</cx:pt>
          <cx:pt idx="174">0.01717254706297484</cx:pt>
          <cx:pt idx="175">0.0092666445259525949</cx:pt>
          <cx:pt idx="176">0.0017977379704028282</cx:pt>
          <cx:pt idx="177">0.010660079872193478</cx:pt>
          <cx:pt idx="178">0.003614452326270438</cx:pt>
          <cx:pt idx="179">-0.011146824126833597</cx:pt>
          <cx:pt idx="180">-0.0075390648621187382</cx:pt>
          <cx:pt idx="181">0.010143078180012744</cx:pt>
          <cx:pt idx="182">-0.019550230566072361</cx:pt>
          <cx:pt idx="183">0.0026543766929586557</cx:pt>
          <cx:pt idx="184">0.0092184994092241058</cx:pt>
          <cx:pt idx="185">0.0013241165364271292</cx:pt>
          <cx:pt idx="186">-0.019588599213883954</cx:pt>
          <cx:pt idx="187">-0.0085266272469434259</cx:pt>
          <cx:pt idx="188">0.022796472828930613</cx:pt>
          <cx:pt idx="189">-0.0097488901352534903</cx:pt>
          <cx:pt idx="190">0.016717577441427375</cx:pt>
          <cx:pt idx="191">0.015228632392052327</cx:pt>
          <cx:pt idx="192">0.007263827561369284</cx:pt>
          <cx:pt idx="193">0.0029748328421110898</cx:pt>
          <cx:pt idx="194">-0.0014011780953463748</cx:pt>
          <cx:pt idx="195">0.0092884054022746073</cx:pt>
          <cx:pt idx="196">-0.00053229075075715787</cx:pt>
          <cx:pt idx="197">-0.00054240259576299134</cx:pt>
          <cx:pt idx="198">0.0053484115595462739</cx:pt>
          <cx:pt idx="199">0.01051086835542134</cx:pt>
          <cx:pt idx="200">0.0007485128359871042</cx:pt>
          <cx:pt idx="201">0.0033677512131434482</cx:pt>
          <cx:pt idx="202">0.0067114280210371661</cx:pt>
          <cx:pt idx="203">-0.0050535480085114022</cx:pt>
          <cx:pt idx="204">0.022868616278926918</cx:pt>
          <cx:pt idx="205">0.027153883608858287</cx:pt>
          <cx:pt idx="206">-0.018421552099160243</cx:pt>
          <cx:pt idx="207">-0.0040718571692807213</cx:pt>
          <cx:pt idx="208">0.025724522036593783</cx:pt>
          <cx:pt idx="209">-0.0082146438553125853</cx:pt>
          <cx:pt idx="210">0.0025349387155655231</cx:pt>
          <cx:pt idx="211">0.013056252632888232</cx:pt>
          <cx:pt idx="212">0.0067626216453006895</cx:pt>
          <cx:pt idx="213">-0.0070437741454400463</cx:pt>
          <cx:pt idx="214">-0.0099622734300945856</cx:pt>
          <cx:pt idx="215">0.038659972161250653</cx:pt>
          <cx:pt idx="216">-0.0074111948888789126</cx:pt>
          <cx:pt idx="217">-0.024454514873141826</cx:pt>
          <cx:pt idx="218">-0.0055581041787019572</cx:pt>
          <cx:pt idx="219">-0.004819763967233502</cx:pt>
          <cx:pt idx="220">-0.024514243935105748</cx:pt>
          <cx:pt idx="221">0.017624648216230353</cx:pt>
          <cx:pt idx="222">-0.0018181901527325284</cx:pt>
          <cx:pt idx="223">0.026056400157136273</cx:pt>
          <cx:pt idx="224">0.0081924388633105409</cx:pt>
          <cx:pt idx="225">0.0053980856469963649</cx:pt>
          <cx:pt idx="226">-0.011577564564808558</cx:pt>
          <cx:pt idx="227">0.0096543356554208842</cx:pt>
          <cx:pt idx="228">-0.0043468425756955842</cx:pt>
          <cx:pt idx="229">0.0017874661726768604</cx:pt>
          <cx:pt idx="230">0.006263360227690128</cx:pt>
          <cx:pt idx="231">0.0086622454878962796</cx:pt>
          <cx:pt idx="232">-0.009467757592619688</cx:pt>
          <cx:pt idx="233">-0.0065690569622836202</cx:pt>
          <cx:pt idx="234">0.031815221039118817</cx:pt>
          <cx:pt idx="235">-0.0088488995421200835</cx:pt>
          <cx:pt idx="236">0.0026636656343784365</cx:pt>
          <cx:pt idx="237">-0.020706522200045194</cx:pt>
          <cx:pt idx="238">0.0065905123462121021</cx:pt>
          <cx:pt idx="239">-0.022888234714618906</cx:pt>
          <cx:pt idx="240">-0.0020532240594620019</cx:pt>
          <cx:pt idx="241">-0.0015089734059805775</cx:pt>
          <cx:pt idx="242">0.0090537919768559679</cx:pt>
          <cx:pt idx="243">-0.017877252466282294</cx:pt>
          <cx:pt idx="244">-0.021406185679876247</cx:pt>
          <cx:pt idx="245">0.017042015718530975</cx:pt>
          <cx:pt idx="246">0.0028770130866411425</cx:pt>
          <cx:pt idx="247">0.0092659552615201538</cx:pt>
          <cx:pt idx="248">-0.00080514933485954982</cx:pt>
          <cx:pt idx="249">-0.0059456087122531035</cx:pt>
          <cx:pt idx="250">0.015612251834650282</cx:pt>
          <cx:pt idx="251">-0.010319701877485075</cx:pt>
          <cx:pt idx="252">-0.016027716521669646</cx:pt>
          <cx:pt idx="253">-0.0084859920127251867</cx:pt>
          <cx:pt idx="254">-0.0078074317767793241</cx:pt>
          <cx:pt idx="255">-0.027181102597047702</cx:pt>
          <cx:pt idx="256">-0.03940198215357734</cx:pt>
          <cx:pt idx="257">-0.0072564041710631898</cx:pt>
          <cx:pt idx="258">0.0091419226616580168</cx:pt>
          <cx:pt idx="259">0.013967278952819746</cx:pt>
          <cx:pt idx="260">-0.029756685470387078</cx:pt>
          <cx:pt idx="261">0.0093149942974285107</cx:pt>
          <cx:pt idx="262">-0.037910562122822532</cx:pt>
          <cx:pt idx="263">-0.0011955840445491066</cx:pt>
          <cx:pt idx="264">-0.0026615379245657762</cx:pt>
          <cx:pt idx="265">0.0062764093991293903</cx:pt>
          <cx:pt idx="266">0.035854601245998916</cx:pt>
          <cx:pt idx="267">-0.012319691516933892</cx:pt>
          <cx:pt idx="268">0.0080992046899492059</cx:pt>
          <cx:pt idx="269">-0.037601886373094168</cx:pt>
          <cx:pt idx="270">0.00042754857962910495</cx:pt>
          <cx:pt idx="271">0.042288322586763641</cx:pt>
          <cx:pt idx="272">-0.0050907815425908342</cx:pt>
          <cx:pt idx="273">-0.029299087663842677</cx:pt>
          <cx:pt idx="274">0.012008745690365242</cx:pt>
          <cx:pt idx="275">0.0058885602210665229</cx:pt>
          <cx:pt idx="276">-0.038009957617616365</cx:pt>
          <cx:pt idx="277">-0.013539572393772464</cx:pt>
          <cx:pt idx="278">-0.00035454073339129532</cx:pt>
          <cx:pt idx="279">-0.0050133150470007756</cx:pt>
          <cx:pt idx="280">-0.0015618875071554644</cx:pt>
          <cx:pt idx="281">0.011639334373009059</cx:pt>
          <cx:pt idx="282">0.03330069807931639</cx:pt>
          <cx:pt idx="283">0.02202292820142936</cx:pt>
          <cx:pt idx="284">0.011655403159744596</cx:pt>
          <cx:pt idx="285">0.0032930022250504754</cx:pt>
          <cx:pt idx="286">0.016163252844514864</cx:pt>
          <cx:pt idx="287">-0.016460298105818446</cx:pt>
          <cx:pt idx="288">0.011566144318560709</cx:pt>
          <cx:pt idx="289">0.0074447577485925254</cx:pt>
          <cx:pt idx="290">-0.0016725892665636099</cx:pt>
          <cx:pt idx="291">-0.0044263553638904211</cx:pt>
          <cx:pt idx="292">0.038597108762058643</cx:pt>
          <cx:pt idx="293">0.0055030522398280945</cx:pt>
          <cx:pt idx="294">0.0022397170457410134</cx:pt>
          <cx:pt idx="295">0.007140206471101123</cx:pt>
          <cx:pt idx="296">-0.0074578477629028122</cx:pt>
          <cx:pt idx="297">-0.013973395976875212</cx:pt>
          <cx:pt idx="298">0.0041754308338326461</cx:pt>
          <cx:pt idx="299">-0.00048030598829632302</cx:pt>
          <cx:pt idx="300">0.017730689461401473</cx:pt>
          <cx:pt idx="301">0.0021753260511643332</cx:pt>
          <cx:pt idx="302">0.0064255554919008823</cx:pt>
          <cx:pt idx="303">0.017546783084368606</cx:pt>
          <cx:pt idx="304">0.0011421095630461935</cx:pt>
          <cx:pt idx="305">0.0099958452078649576</cx:pt>
          <cx:pt idx="306">0.0016995052192073192</cx:pt>
          <cx:pt idx="307">0.003605376164849898</cx:pt>
          <cx:pt idx="308">-0.0037211574780367258</cx:pt>
          <cx:pt idx="309">-0.00092217128846670674</cx:pt>
          <cx:pt idx="310">-0.0010931989345131323</cx:pt>
          <cx:pt idx="311">0.01918928295165628</cx:pt>
          <cx:pt idx="312">0.013351053806778163</cx:pt>
          <cx:pt idx="313">-0.003616642175043378</cx:pt>
          <cx:pt idx="314">0.011703860907320481</cx:pt>
          <cx:pt idx="315">-5.3091687698143749e-05</cx:pt>
          <cx:pt idx="316">-0.010776264989685244</cx:pt>
          <cx:pt idx="317">0.0082714120429135674</cx:pt>
          <cx:pt idx="318">-0.01716414832988207</cx:pt>
          <cx:pt idx="319">0.0042319897023338684</cx:pt>
          <cx:pt idx="320">0.0022776120608925723</cx:pt>
          <cx:pt idx="321">0.0057938168539618373</cx:pt>
          <cx:pt idx="322">0.019714236618943923</cx:pt>
          <cx:pt idx="323">-0.0013688712140724462</cx:pt>
          <cx:pt idx="324">-0.0079100719042191642</cx:pt>
          <cx:pt idx="325">-0.0085011440666581239</cx:pt>
          <cx:pt idx="326">-0.0095912757189598845</cx:pt>
          <cx:pt idx="327">0.0023479846408237114</cx:pt>
          <cx:pt idx="328">-0.0075103166803995435</cx:pt>
          <cx:pt idx="329">0.002500292205594769</cx:pt>
          <cx:pt idx="330">-0.0041886659978954783</cx:pt>
          <cx:pt idx="331">0.0012003211166498433</cx:pt>
          <cx:pt idx="332">-0.02329352081428521</cx:pt>
          <cx:pt idx="333">-0.027403648971704098</cx:pt>
          <cx:pt idx="334">-0.015530019347098079</cx:pt>
          <cx:pt idx="335">0.0045369679681174562</cx:pt>
          <cx:pt idx="336">-0.00019936255797235557</cx:pt>
          <cx:pt idx="337">-0.013648107109702025</cx:pt>
          <cx:pt idx="338">-0.0030317723749417021</cx:pt>
          <cx:pt idx="339">0.0010199849530810564</cx:pt>
          <cx:pt idx="340">-0.00099321086464520332</cx:pt>
          <cx:pt idx="341">0.012527253211702708</cx:pt>
          <cx:pt idx="342">-0.004992376183877551</cx:pt>
          <cx:pt idx="343">-0.017004992212380325</cx:pt>
          <cx:pt idx="344">0.038665339226223498</cx:pt>
          <cx:pt idx="345">0.028970613975180994</cx:pt>
          <cx:pt idx="346">-0.0045637320250350765</cx:pt>
          <cx:pt idx="347">0.015008336019539959</cx:pt>
          <cx:pt idx="348">-0.00089542609949239019</cx:pt>
          <cx:pt idx="349">0.018203318865823232</cx:pt>
          <cx:pt idx="350">0.0078780811446807035</cx:pt>
          <cx:pt idx="351">0.019874810164509961</cx:pt>
          <cx:pt idx="352">0.010093805705780324</cx:pt>
          <cx:pt idx="353">0.0078673023515213707</cx:pt>
          <cx:pt idx="354">0.004847359029943355</cx:pt>
          <cx:pt idx="355">0.0045606505633516269</cx:pt>
          <cx:pt idx="356">-0.0060666080497907499</cx:pt>
          <cx:pt idx="357">-0.003781752046117799</cx:pt>
          <cx:pt idx="358">-0.00265582142642174</cx:pt>
          <cx:pt idx="359">0.0036973809123921489</cx:pt>
          <cx:pt idx="360">0.0033852497672248946</cx:pt>
          <cx:pt idx="361">-0.0024647397605530386</cx:pt>
          <cx:pt idx="362">0.0096931232718774334</cx:pt>
          <cx:pt idx="363">-0.013895777790206001</cx:pt>
          <cx:pt idx="364">-0.0062587614311070657</cx:pt>
          <cx:pt idx="365">0.00035695889433557168</cx:pt>
          <cx:pt idx="366">0.00036930426495297545</cx:pt>
          <cx:pt idx="367">0.0057837099316003296</cx:pt>
          <cx:pt idx="368">-0.012523837535287579</cx:pt>
          <cx:pt idx="369">0.0035363964518013644</cx:pt>
          <cx:pt idx="370">0.0065635679866435396</cx:pt>
          <cx:pt idx="371">-0.0037083122276002469</cx:pt>
          <cx:pt idx="372">0.017942903313757051</cx:pt>
          <cx:pt idx="373">-0.041428383968716113</cx:pt>
          <cx:pt idx="374">-0.018276095596820811</cx:pt>
          <cx:pt idx="375">0.020434560461507788</cx:pt>
          <cx:pt idx="376">0.01398156818526625</cx:pt>
          <cx:pt idx="377">0.012223924412862403</cx:pt>
          <cx:pt idx="378">-0.0042208376929938635</cx:pt>
          <cx:pt idx="379">-0.0048964043971380985</cx:pt>
          <cx:pt idx="380">0.0052989928849138078</cx:pt>
          <cx:pt idx="381">0.0103116583151524</cx:pt>
          <cx:pt idx="382">0.019648095466845233</cx:pt>
          <cx:pt idx="383">0.0085569343605677878</cx:pt>
          <cx:pt idx="384">0.010481667430991843</cx:pt>
          <cx:pt idx="385">-0.0020354552038942797</cx:pt>
          <cx:pt idx="386">0.013464235499887681</cx:pt>
          <cx:pt idx="387">-0.0030451137768331593</cx:pt>
          <cx:pt idx="388">0.0091840782164189332</cx:pt>
          <cx:pt idx="389">0.00032582932293884735</cx:pt>
          <cx:pt idx="390">0.01034356979885304</cx:pt>
          <cx:pt idx="391">-0.010350078007980136</cx:pt>
          <cx:pt idx="392">0.0065454352128391296</cx:pt>
          <cx:pt idx="393">0.0037196287273954039</cx:pt>
          <cx:pt idx="394">0.0047701108458624202</cx:pt>
          <cx:pt idx="395">0.026755837936387018</cx:pt>
          <cx:pt idx="396">0.0056562303913660454</cx:pt>
          <cx:pt idx="397">0.0026685957698183065</cx:pt>
          <cx:pt idx="398">0.006553856934574772</cx:pt>
          <cx:pt idx="399">-0.012728218307917269</cx:pt>
          <cx:pt idx="400">0.0082728827048861517</cx:pt>
          <cx:pt idx="401">0.0085349084315759806</cx:pt>
          <cx:pt idx="402">0.015520495671234889</cx:pt>
          <cx:pt idx="403">0.0059712877495429586</cx:pt>
          <cx:pt idx="404">0.0031000498708855266</cx:pt>
          <cx:pt idx="405">-0.007478147802593091</cx:pt>
          <cx:pt idx="406">0.0065648017987162697</cx:pt>
          <cx:pt idx="407">0.016678813940304411</cx:pt>
          <cx:pt idx="408">0.0095010591411114377</cx:pt>
          <cx:pt idx="409">-0.0043001533507275305</cx:pt>
          <cx:pt idx="410">-0.0072300093182915441</cx:pt>
          <cx:pt idx="411">0.0050297646540594107</cx:pt>
          <cx:pt idx="412">0.0064472042719755547</cx:pt>
          <cx:pt idx="413">-0.0027994971290704095</cx:pt>
          <cx:pt idx="414">0.0051618501058917875</cx:pt>
          <cx:pt idx="415">-0.0104139353729325</cx:pt>
          <cx:pt idx="416">-0.0012283814808927553</cx:pt>
          <cx:pt idx="417">0.00095548291123649458</cx:pt>
          <cx:pt idx="418">0.00061145203310234461</cx:pt>
          <cx:pt idx="419">-0.0064107609132786035</cx:pt>
          <cx:pt idx="420">-0.0022970990311692078</cx:pt>
          <cx:pt idx="421">0.011505010225852211</cx:pt>
          <cx:pt idx="422">0.0021998336764901478</cx:pt>
          <cx:pt idx="423">0.001981585311806879</cx:pt>
          <cx:pt idx="424">-0.0022431725057217109</cx:pt>
          <cx:pt idx="425">-0.013257935343219141</cx:pt>
          <cx:pt idx="426">-0.031061109510964705</cx:pt>
          <cx:pt idx="427">0.02081695538508015</cx:pt>
          <cx:pt idx="428">0.0043344288693189176</cx:pt>
          <cx:pt idx="429">0.021040174883206482</cx:pt>
          <cx:pt idx="430">0.030320598674743959</cx:pt>
          <cx:pt idx="431">-0.0046378562646593215</cx:pt>
          <cx:pt idx="432">-0.0028006706772152725</cx:pt>
          <cx:pt idx="433">-0.0029716322897332991</cx:pt>
          <cx:pt idx="434">0.011452888696061616</cx:pt>
          <cx:pt idx="435">0.0053622589380344348</cx:pt>
          <cx:pt idx="436">-0.010020809643598815</cx:pt>
          <cx:pt idx="437">-0.003998102140714819</cx:pt>
          <cx:pt idx="438">0.014752344471236353</cx:pt>
          <cx:pt idx="439">0.0039974433579728847</cx:pt>
          <cx:pt idx="440">-0.0054866257017311846</cx:pt>
          <cx:pt idx="441">0.010608209954112064</cx:pt>
          <cx:pt idx="442">-0.0038698963423942781</cx:pt>
          <cx:pt idx="443">0.00082779558592855577</cx:pt>
          <cx:pt idx="444">0.0015599676732338521</cx:pt>
          <cx:pt idx="445">0.0013479962300565064</cx:pt>
          <cx:pt idx="446">-0.0020715113796400939</cx:pt>
          <cx:pt idx="447">0.0097672235037233844</cx:pt>
          <cx:pt idx="448">-0.0084885227391302241</cx:pt>
          <cx:pt idx="449">0.0041131784452009337</cx:pt>
          <cx:pt idx="450">-0.0072431407194197828</cx:pt>
          <cx:pt idx="451">0.0078048227700152663</cx:pt>
          <cx:pt idx="452">-0.0029503216442103818</cx:pt>
          <cx:pt idx="453">0.0065391713355796776</cx:pt>
          <cx:pt idx="454">-0.0024283307389593588</cx:pt>
          <cx:pt idx="455">0.0040296397520596843</cx:pt>
          <cx:pt idx="456">-0.0017519330070702268</cx:pt>
          <cx:pt idx="457">0.021483178477690636</cx:pt>
          <cx:pt idx="458">0.0079586974085771381</cx:pt>
          <cx:pt idx="459">-0.010282378064470557</cx:pt>
          <cx:pt idx="460">-0.011782766783393388</cx:pt>
          <cx:pt idx="461">-0.0046558380540836202</cx:pt>
          <cx:pt idx="462">0.0023629615294575509</cx:pt>
          <cx:pt idx="463">-0.017886162859262363</cx:pt>
          <cx:pt idx="464">-0.0025670828367690087</cx:pt>
          <cx:pt idx="465">-0.011131666311408146</cx:pt>
          <cx:pt idx="466">-0.0070464805230292917</cx:pt>
          <cx:pt idx="467">0.029441825601705794</cx:pt>
          <cx:pt idx="468">0.0030046745538433446</cx:pt>
          <cx:pt idx="469">-0.0060320223319207181</cx:pt>
          <cx:pt idx="470">-0.027455674441440078</cx:pt>
          <cx:pt idx="471">0.082977571019836105</cx:pt>
          <cx:pt idx="472">-0.025681615707230487</cx:pt>
          <cx:pt idx="473">0.01794568455617351</cx:pt>
          <cx:pt idx="474">0.032718602637117872</cx:pt>
          <cx:pt idx="475">0.0053597737452117725</cx:pt>
          <cx:pt idx="476">0.0037378555529430689</cx:pt>
          <cx:pt idx="477">0.0089278425781281531</cx:pt>
          <cx:pt idx="478">0.0032414759164054964</cx:pt>
          <cx:pt idx="479">-0.0019221769325218066</cx:pt>
          <cx:pt idx="480">0.0042243594819180745</cx:pt>
          <cx:pt idx="481">-0.0018842646705702101</cx:pt>
          <cx:pt idx="482">-0.0025782821248139885</cx:pt>
          <cx:pt idx="483">-0.0090454345146774393</cx:pt>
          <cx:pt idx="484">-0.02673393115718236</cx:pt>
          <cx:pt idx="485">0.0058895658042247348</cx:pt>
          <cx:pt idx="486">0.0091672955588697567</cx:pt>
          <cx:pt idx="487">0.010084145675759347</cx:pt>
          <cx:pt idx="488">0.017069929561073616</cx:pt>
          <cx:pt idx="489">0.0025654005665849675</cx:pt>
          <cx:pt idx="490">0.0051104786804728212</cx:pt>
          <cx:pt idx="491">-0.0091464650330894577</cx:pt>
          <cx:pt idx="492">0.014489908937126029</cx:pt>
          <cx:pt idx="493">0.014033806540146137</cx:pt>
          <cx:pt idx="494">0.010944898484150029</cx:pt>
          <cx:pt idx="495">0.0020135489727046586</cx:pt>
          <cx:pt idx="496">0.0087130099497550184</cx:pt>
          <cx:pt idx="497">0.011654619050075169</cx:pt>
          <cx:pt idx="498">0.0014473986288085939</cx:pt>
          <cx:pt idx="499">0.0048024505469654232</cx:pt>
          <cx:pt idx="500">0.0072839170767464261</cx:pt>
          <cx:pt idx="501">0.022212161234098173</cx:pt>
          <cx:pt idx="502">-0.022846061926602153</cx:pt>
          <cx:pt idx="503">0.0040273756387237047</cx:pt>
          <cx:pt idx="504">-0.017764076523662697</cx:pt>
          <cx:pt idx="505">-0.0073767882385543443</cx:pt>
          <cx:pt idx="506">0.0042258970342281734</cx:pt>
          <cx:pt idx="507">-0.0053037743048105282</cx:pt>
          <cx:pt idx="508">0.0097235953364221035</cx:pt>
          <cx:pt idx="509">0.016364686694716548</cx:pt>
          <cx:pt idx="510">-0.00059928942705323091</cx:pt>
          <cx:pt idx="511">0.00013438011663875077</cx:pt>
          <cx:pt idx="512">-0.0086299565025217927</cx:pt>
          <cx:pt idx="513">-0.00027979273297326824</cx:pt>
          <cx:pt idx="514">-0.0050373117623273549</cx:pt>
          <cx:pt idx="515">0.0073048407891447686</cx:pt>
          <cx:pt idx="516">0.0032907639860298441</cx:pt>
          <cx:pt idx="517">0.00085803599582427216</cx:pt>
          <cx:pt idx="518">0.0035387767067701992</cx:pt>
          <cx:pt idx="519">0.010499047982347976</cx:pt>
          <cx:pt idx="520">0.011259283397368229</cx:pt>
          <cx:pt idx="521">0.0051672066373642678</cx:pt>
          <cx:pt idx="522">0.0092197471804736156</cx:pt>
          <cx:pt idx="523">-0.0069701857564531721</cx:pt>
          <cx:pt idx="524">-0.0051051868863077748</cx:pt>
          <cx:pt idx="525">0.044139799705871903</cx:pt>
          <cx:pt idx="526">0.0036058588352458742</cx:pt>
          <cx:pt idx="527">0.0011540626631543855</cx:pt>
          <cx:pt idx="528">0.012377752001020677</cx:pt>
          <cx:pt idx="529">0.0084703019551752457</cx:pt>
          <cx:pt idx="530">0.00014334154707798793</cx:pt>
          <cx:pt idx="531">-0.0023038471641516228</cx:pt>
          <cx:pt idx="532">-0.0070662168739615292</cx:pt>
          <cx:pt idx="533">-0.0058994266721280105</cx:pt>
          <cx:pt idx="534">0.0057308326327997925</cx:pt>
          <cx:pt idx="535">0.0035029425648766804</cx:pt>
          <cx:pt idx="536">-0.0039292289792483533</cx:pt>
          <cx:pt idx="537">0.0033487045422376798</cx:pt>
          <cx:pt idx="538">0.016316204122087227</cx:pt>
          <cx:pt idx="539">0.0013662516118727124</cx:pt>
          <cx:pt idx="540">-0.026319517696950609</cx:pt>
          <cx:pt idx="541">0.0031029369595093207</cx:pt>
          <cx:pt idx="542">0.010290610004018597</cx:pt>
          <cx:pt idx="543">-0.0093297862814968862</cx:pt>
          <cx:pt idx="544">0.017995387582525082</cx:pt>
          <cx:pt idx="545">-0.014420780795767618</cx:pt>
          <cx:pt idx="546">0.001634294953038181</cx:pt>
          <cx:pt idx="547">-0.0036042183403745573</cx:pt>
          <cx:pt idx="548">0.0035878289069920517</cx:pt>
          <cx:pt idx="549">-0.0018462205395746601</cx:pt>
          <cx:pt idx="550">-0.0012373090954171371</cx:pt>
          <cx:pt idx="551">0.0060105083988716045</cx:pt>
          <cx:pt idx="552">0.0083410079681571856</cx:pt>
          <cx:pt idx="553">-0.0017444977181685173</cx:pt>
          <cx:pt idx="554">0.0090316517287600054</cx:pt>
          <cx:pt idx="555">0.0052114499125492618</cx:pt>
          <cx:pt idx="556">0.0028292143141160288</cx:pt>
          <cx:pt idx="557">0.014971180907448896</cx:pt>
          <cx:pt idx="558">-0.018480163792570618</cx:pt>
          <cx:pt idx="559">0.013285014334190021</cx:pt>
          <cx:pt idx="560">-0.0042056005374711582</cx:pt>
          <cx:pt idx="561">0.003078814249432623</cx:pt>
          <cx:pt idx="562">0.003207391904037044</cx:pt>
          <cx:pt idx="563">0.0088564700400735</cx:pt>
          <cx:pt idx="564">-0.00025553293276096714</cx:pt>
          <cx:pt idx="565">0.0056078577738885036</cx:pt>
          <cx:pt idx="566">-0.0014245887639992517</cx:pt>
          <cx:pt idx="567">-0.0019964856593119285</cx:pt>
          <cx:pt idx="568">-0.015006622913057573</cx:pt>
          <cx:pt idx="569">-0.0062972637035982682</cx:pt>
          <cx:pt idx="570">0.00025798768513249733</cx:pt>
          <cx:pt idx="571">-0.0017636799732446248</cx:pt>
          <cx:pt idx="572">-0.0091432567271318398</cx:pt>
          <cx:pt idx="573">-0.0054157955062976914</cx:pt>
          <cx:pt idx="574">-0.0048363866844828712</cx:pt>
          <cx:pt idx="575">-0.0085765223281559517</cx:pt>
          <cx:pt idx="576">0.015823001360619121</cx:pt>
          <cx:pt idx="577">-0.0016221856685704925</cx:pt>
          <cx:pt idx="578">0.00046984368263039476</cx:pt>
          <cx:pt idx="579">0.013642398432368748</cx:pt>
          <cx:pt idx="580">0.00029167378581281147</cx:pt>
          <cx:pt idx="581">0.010251829565226441</cx:pt>
          <cx:pt idx="582">0.0097837437908820189</cx:pt>
          <cx:pt idx="583">-0.0053419387812112216</cx:pt>
          <cx:pt idx="584">0.0073395379058138113</cx:pt>
          <cx:pt idx="585">-0.0041485460198602588</cx:pt>
          <cx:pt idx="586">0.018554052488166998</cx:pt>
          <cx:pt idx="587">-0.0087507254422601374</cx:pt>
          <cx:pt idx="588">0.00044892394387831616</cx:pt>
          <cx:pt idx="589">-0.0035068638837716828</cx:pt>
          <cx:pt idx="590">0.0096586563456154736</cx:pt>
          <cx:pt idx="591">0.0092252523449887318</cx:pt>
          <cx:pt idx="592">0.0049268011980949256</cx:pt>
          <cx:pt idx="593">0.045584367297732839</cx:pt>
          <cx:pt idx="594">0.012359483426731838</cx:pt>
          <cx:pt idx="595">0.0098712199643005046</cx:pt>
          <cx:pt idx="596">0.014107151639488688</cx:pt>
          <cx:pt idx="597">0.0080730100209927703</cx:pt>
          <cx:pt idx="598">-0.043611468010672318</cx:pt>
          <cx:pt idx="599">0.016776202059733413</cx:pt>
          <cx:pt idx="600">0.0076464996915588885</cx:pt>
          <cx:pt idx="601">0.010470492925961366</cx:pt>
          <cx:pt idx="602">-0.0036805841887560722</cx:pt>
          <cx:pt idx="603">0.0023618942980672751</cx:pt>
          <cx:pt idx="604">0.0031486252978299512</cx:pt>
          <cx:pt idx="605">0.007035927851609414</cx:pt>
          <cx:pt idx="606">0.0078041059169750944</cx:pt>
          <cx:pt idx="607">-0.0044688354899051139</cx:pt>
          <cx:pt idx="608">0.0014685068122918562</cx:pt>
          <cx:pt idx="609">0.011041401993541321</cx:pt>
          <cx:pt idx="610">0.0038560233343675351</cx:pt>
          <cx:pt idx="611">0.0020571569464128948</cx:pt>
          <cx:pt idx="612">0.0077318272287078852</cx:pt>
          <cx:pt idx="613">0.0181931781381174</cx:pt>
          <cx:pt idx="614">-0.043117363724455474</cx:pt>
          <cx:pt idx="615">-0.011854106180408459</cx:pt>
          <cx:pt idx="616">0.0083683389081929214</cx:pt>
          <cx:pt idx="617">-0.0064615125005975859</cx:pt>
          <cx:pt idx="618">-0.0043499588306183763</cx:pt>
          <cx:pt idx="619">-0.0086281927590142974</cx:pt>
          <cx:pt idx="620">0.028890990059946529</cx:pt>
          <cx:pt idx="621">-0.0055901735350493307</cx:pt>
          <cx:pt idx="622">0.011514108207011375</cx:pt>
          <cx:pt idx="623">0.00042566983937715583</cx:pt>
          <cx:pt idx="624">-0.0033230674195733672</cx:pt>
          <cx:pt idx="625">-0.0049608840713746705</cx:pt>
          <cx:pt idx="626">-0.021988302008077762</cx:pt>
          <cx:pt idx="627">0.018983437049611925</cx:pt>
          <cx:pt idx="628">-0.022039960789123902</cx:pt>
          <cx:pt idx="629">-0.0045992402300745264</cx:pt>
          <cx:pt idx="630">-0.014289973570229928</cx:pt>
          <cx:pt idx="631">0.013645229448855958</cx:pt>
          <cx:pt idx="632">-0.0053503341088905173</cx:pt>
          <cx:pt idx="633">0.014446568946138284</cx:pt>
          <cx:pt idx="634">0.017624759433477521</cx:pt>
          <cx:pt idx="635">0.0072931089130553852</cx:pt>
          <cx:pt idx="636">0.014495953471352867</cx:pt>
          <cx:pt idx="637">0.0031884320250541503</cx:pt>
          <cx:pt idx="638">0.014456844988318063</cx:pt>
          <cx:pt idx="639">0.00070875871043774605</cx:pt>
          <cx:pt idx="640">0.0047338581776835819</cx:pt>
          <cx:pt idx="641">0.0043607482681623155</cx:pt>
          <cx:pt idx="642">0.0023999107751931296</cx:pt>
          <cx:pt idx="643">-0.00013061718958107388</cx:pt>
          <cx:pt idx="644">0.0027397335417657506</cx:pt>
          <cx:pt idx="645">0.00010850201027750735</cx:pt>
          <cx:pt idx="646">0.0062320143456001181</cx:pt>
          <cx:pt idx="647">-0.020759027735373935</cx:pt>
          <cx:pt idx="648">-0.0014701386631000653</cx:pt>
          <cx:pt idx="649">-0.0088721673968305426</cx:pt>
          <cx:pt idx="650">0.0080505418473704321</cx:pt>
          <cx:pt idx="651">0.021010194442083456</cx:pt>
          <cx:pt idx="652">-0.0030895734873951273</cx:pt>
          <cx:pt idx="653">0.0043082617437449604</cx:pt>
          <cx:pt idx="654">0.017668724702394892</cx:pt>
          <cx:pt idx="655">0.00017008298420625179</cx:pt>
          <cx:pt idx="656">0.0041924689930589905</cx:pt>
          <cx:pt idx="657">-0.035293145385637346</cx:pt>
          <cx:pt idx="658">-0.0028857998281824272</cx:pt>
          <cx:pt idx="659">0.033494767688211531</cx:pt>
          <cx:pt idx="660">0.0046221754343140822</cx:pt>
          <cx:pt idx="661">-0.0025413071789853903</cx:pt>
          <cx:pt idx="662">-0.021914613030228527</cx:pt>
          <cx:pt idx="663">-0.00014717076241838614</cx:pt>
          <cx:pt idx="664">-0.0061397422535681987</cx:pt>
          <cx:pt idx="665">0.018346466255645174</cx:pt>
          <cx:pt idx="666">0.0049158033290158387</cx:pt>
          <cx:pt idx="667">-0.0033631766594113331</cx:pt>
          <cx:pt idx="668">-0.0012976182985625551</cx:pt>
          <cx:pt idx="669">0.0075502076382229491</cx:pt>
          <cx:pt idx="670">0.0045439691353221182</cx:pt>
          <cx:pt idx="671">0.0070166403958734219</cx:pt>
          <cx:pt idx="672">0.010682085828825396</cx:pt>
          <cx:pt idx="673">0.0024444774610088834</cx:pt>
          <cx:pt idx="674">-0.015633691832155051</cx:pt>
          <cx:pt idx="675">-3.833867612168472e-05</cx:pt>
          <cx:pt idx="676">0.00083893932377554861</cx:pt>
          <cx:pt idx="677">-0.014931128824360897</cx:pt>
          <cx:pt idx="678">0.022233276633094365</cx:pt>
          <cx:pt idx="679">0.00012387279107796501</cx:pt>
          <cx:pt idx="680">-0.0021467146606663776</cx:pt>
          <cx:pt idx="681">-0.005351780324532077</cx:pt>
          <cx:pt idx="682">0.020238825277240528</cx:pt>
          <cx:pt idx="683">0.00894122729026086</cx:pt>
          <cx:pt idx="684">0.00048872896546952964</cx:pt>
          <cx:pt idx="685">-0.011051585941095956</cx:pt>
          <cx:pt idx="686">-0.016606827196538769</cx:pt>
          <cx:pt idx="687">-0.0052656232767150611</cx:pt>
          <cx:pt idx="688">-0.019956363605151097</cx:pt>
          <cx:pt idx="689">0.0087923780783495439</cx:pt>
          <cx:pt idx="690">0.015110552190114993</cx:pt>
          <cx:pt idx="691">-0.0013427711868661191</cx:pt>
          <cx:pt idx="692">0.010247624759860487</cx:pt>
          <cx:pt idx="693">0.00032701287960613961</cx:pt>
          <cx:pt idx="694">0.0034447489334599474</cx:pt>
          <cx:pt idx="695">-0.0016515004395531222</cx:pt>
          <cx:pt idx="696">0.0069423092273000354</cx:pt>
          <cx:pt idx="697">0.0012521194406263046</cx:pt>
          <cx:pt idx="698">0.0092582460450071277</cx:pt>
          <cx:pt idx="699">0.0057499141524250692</cx:pt>
          <cx:pt idx="700">0.0057428516063315711</cx:pt>
          <cx:pt idx="701">-0.0020345410042706133</cx:pt>
          <cx:pt idx="702">0.0089521404946565682</cx:pt>
          <cx:pt idx="703">0.014984667854677294</cx:pt>
          <cx:pt idx="704">0.0005134123463076465</cx:pt>
          <cx:pt idx="705">-0.00038011511269882281</cx:pt>
          <cx:pt idx="706">-0.011005318065903186</cx:pt>
          <cx:pt idx="707">0.0016694288601357566</cx:pt>
          <cx:pt idx="708">0.00017346479526390813</cx:pt>
          <cx:pt idx="709">0.0070125233759275735</cx:pt>
          <cx:pt idx="710">-0.013097290314575053</cx:pt>
          <cx:pt idx="711">0.0054965213522536307</cx:pt>
          <cx:pt idx="712">0.031381748657585688</cx:pt>
          <cx:pt idx="713">0.012407609718213865</cx:pt>
          <cx:pt idx="714">0.01318047614798332</cx:pt>
          <cx:pt idx="715">-0.0065699038989470984</cx:pt>
          <cx:pt idx="716">0.002344687354496017</cx:pt>
          <cx:pt idx="717">0.018042742682484212</cx:pt>
          <cx:pt idx="718">0.007653368010434816</cx:pt>
          <cx:pt idx="719">0.0046911970856327234</cx:pt>
          <cx:pt idx="720">0.00086300009614536256</cx:pt>
          <cx:pt idx="721">-0.010551497439227273</cx:pt>
          <cx:pt idx="722">0.011486866152850802</cx:pt>
          <cx:pt idx="723">-0.0053327634971522507</cx:pt>
          <cx:pt idx="724">-0.0055023792063292462</cx:pt>
          <cx:pt idx="725">-0.01267219935513403</cx:pt>
          <cx:pt idx="726">0.013534528124667876</cx:pt>
          <cx:pt idx="727">-0.0041449283908741247</cx:pt>
          <cx:pt idx="728">0.0059157311124658531</cx:pt>
          <cx:pt idx="729">0.01429495116863368</cx:pt>
          <cx:pt idx="730">0.0019523768546307262</cx:pt>
          <cx:pt idx="731">0.0042825245735018712</cx:pt>
          <cx:pt idx="732">-0.0061916486977373966</cx:pt>
          <cx:pt idx="733">-0.0060186084339379255</cx:pt>
          <cx:pt idx="734">-0.036108922592779612</cx:pt>
          <cx:pt idx="735">0.012540508575290916</cx:pt>
          <cx:pt idx="736">-0.0072146185868758239</cx:pt>
          <cx:pt idx="737">-0.025935533461912155</cx:pt>
          <cx:pt idx="738">0.0013184027297897646</cx:pt>
          <cx:pt idx="739">0.0030597540275145454</cx:pt>
          <cx:pt idx="740">0.0066996976739361232</cx:pt>
          <cx:pt idx="741">0.00062671557535630223</cx:pt>
          <cx:pt idx="742">0.01565850747842535</cx:pt>
          <cx:pt idx="743">-0.0098560162669143591</cx:pt>
          <cx:pt idx="744">-0.0037198226878433029</cx:pt>
          <cx:pt idx="745">-0.00033967283746737112</cx:pt>
          <cx:pt idx="746">0.014542882358345841</cx:pt>
          <cx:pt idx="747">0.017526666250076164</cx:pt>
          <cx:pt idx="748">-0.0083181899559770633</cx:pt>
          <cx:pt idx="749">0.002817405311312892</cx:pt>
          <cx:pt idx="750">-0.0024423039482179792</cx:pt>
          <cx:pt idx="751">-0.0012972772928503645</cx:pt>
          <cx:pt idx="752">-0.012044011402777562</cx:pt>
          <cx:pt idx="753">0.0007645595679421801</cx:pt>
          <cx:pt idx="754">0.001472675315857477</cx:pt>
          <cx:pt idx="755">-0.012698150822077921</cx:pt>
          <cx:pt idx="756">0.022585483749258062</cx:pt>
          <cx:pt idx="757">0.021152433888076902</cx:pt>
          <cx:pt idx="758">0.0067683032372556204</cx:pt>
          <cx:pt idx="759">0.0087192389353769242</cx:pt>
          <cx:pt idx="760">0.0080464282298207627</cx:pt>
          <cx:pt idx="761">-0.0038086327533407901</cx:pt>
          <cx:pt idx="762">0.00056167231479692294</cx:pt>
          <cx:pt idx="763">0.0034070831995747864</cx:pt>
          <cx:pt idx="764">0.0060587371000402892</cx:pt>
          <cx:pt idx="765">-0.0066709888678636274</cx:pt>
          <cx:pt idx="766">0.019879558169058096</cx:pt>
          <cx:pt idx="767">0.00092366256021910776</cx:pt>
          <cx:pt idx="768">0.0035040639744763503</cx:pt>
          <cx:pt idx="769">0.0016057437509017411</cx:pt>
          <cx:pt idx="770">0.0088247348980766364</cx:pt>
          <cx:pt idx="771">-0.013118101434721068</cx:pt>
          <cx:pt idx="772">-0.010704692391848319</cx:pt>
          <cx:pt idx="773">0.013872741780733038</cx:pt>
          <cx:pt idx="774">-0.007975689790476477</cx:pt>
          <cx:pt idx="775">-0.012728037038191815</cx:pt>
          <cx:pt idx="776">0.0095975909272201457</cx:pt>
          <cx:pt idx="777">-0.0078779136177735236</cx:pt>
          <cx:pt idx="778">-0.036423771454087865</cx:pt>
          <cx:pt idx="779">-0.045432105429931702</cx:pt>
          <cx:pt idx="780">0.046503405568413259</cx:pt>
          <cx:pt idx="781">-0.011024443176476825</cx:pt>
          <cx:pt idx="782">-0.037621404812548997</cx:pt>
          <cx:pt idx="783">0.027492647310010054</cx:pt>
          <cx:pt idx="784">0.021708583039149507</cx:pt>
          <cx:pt idx="785">0.012154663583987965</cx:pt>
          <cx:pt idx="786">0.024356057278789204</cx:pt>
          <cx:pt idx="787">0.02740281408886245</cx:pt>
          <cx:pt idx="788">-0.0042613570155441609</cx:pt>
          <cx:pt idx="789">0.0054645710566258885</cx:pt>
          <cx:pt idx="790">-0.013382251199587757</cx:pt>
          <cx:pt idx="791">0.0044684551656430952</cx:pt>
          <cx:pt idx="792">0.019186881348524355</cx:pt>
          <cx:pt idx="793">0.015613098150644038</cx:pt>
          <cx:pt idx="794">-0.0038725443763256103</cx:pt>
          <cx:pt idx="795">-0.0068489770992268637</cx:pt>
          <cx:pt idx="796">-0.022971478797393422</cx:pt>
          <cx:pt idx="797">0.01150350236263077</cx:pt>
          <cx:pt idx="798">0.0042927776677710106</cx:pt>
          <cx:pt idx="799">0.0091979685417460811</cx:pt>
          <cx:pt idx="800">-0.0037441208600733503</cx:pt>
          <cx:pt idx="801">0.0057771071810442266</cx:pt>
          <cx:pt idx="802">0.017463465740321378</cx:pt>
          <cx:pt idx="803">0.013477742716642446</cx:pt>
          <cx:pt idx="804">-0.0095539076686228814</cx:pt>
          <cx:pt idx="805">-0.0037032939901598264</cx:pt>
          <cx:pt idx="806">0.0020050698991808938</cx:pt>
          <cx:pt idx="807">-0.0014205272065753536</cx:pt>
          <cx:pt idx="808">-0.021286897520280946</cx:pt>
          <cx:pt idx="809">0.0060742281470299118</cx:pt>
          <cx:pt idx="810">-0.010904132008716413</cx:pt>
          <cx:pt idx="811">-0.021087396021255499</cx:pt>
          <cx:pt idx="812">-0.029234774918341564</cx:pt>
          <cx:pt idx="813">0.04655866450089139</cx:pt>
          <cx:pt idx="814">-0.042424359761317983</cx:pt>
          <cx:pt idx="815">-0.01448722887022205</cx:pt>
          <cx:pt idx="816">0.020855295971278623</cx:pt>
          <cx:pt idx="817">-0.02444777138031452</cx:pt>
          <cx:pt idx="818">0.014086479257992845</cx:pt>
          <cx:pt idx="819">0.014719310441591053</cx:pt>
          <cx:pt idx="820">-0.0038750007300414951</cx:pt>
          <cx:pt idx="821">-0.027759556024783617</cx:pt>
          <cx:pt idx="822">0.007833859318208361</cx:pt>
          <cx:pt idx="823">0.032204167433922008</cx:pt>
          <cx:pt idx="824">-0.0051736113689352884</cx:pt>
          <cx:pt idx="825">0.019355921096595782</cx:pt>
          <cx:pt idx="826">-0.0022156789025167792</cx:pt>
          <cx:pt idx="827">0.0044742360173055272</cx:pt>
          <cx:pt idx="828">0.019091983051889992</cx:pt>
          <cx:pt idx="829">-0.0027433998633830041</cx:pt>
          <cx:pt idx="830">-0.027118757100620106</cx:pt>
          <cx:pt idx="831">-0.023024205926518368</cx:pt>
          <cx:pt idx="832">-0.0084162844029593547</cx:pt>
          <cx:pt idx="833">-0.01492025545308953</cx:pt>
          <cx:pt idx="834">-0.0036297633384506597</cx:pt>
          <cx:pt idx="835">0.019213282731403665</cx:pt>
          <cx:pt idx="836">-0.0049674222918886842</cx:pt>
          <cx:pt idx="837">0.0031011562095344279</cx:pt>
          <cx:pt idx="838">0.017584484327346647</cx:pt>
          <cx:pt idx="839">0.01644172900070014</cx:pt>
          <cx:pt idx="840">0.0091928873005657358</cx:pt>
          <cx:pt idx="841">0.030830576870796215</cx:pt>
          <cx:pt idx="842">0.016900526785692593</cx:pt>
          <cx:pt idx="843">0.0045375423987926572</cx:pt>
          <cx:pt idx="844">0.013271933829486752</cx:pt>
          <cx:pt idx="845">0.015253921418289898</cx:pt>
          <cx:pt idx="846">-0.011038958979133597</cx:pt>
          <cx:pt idx="847">0.0014076898010077711</cx:pt>
          <cx:pt idx="848">-0.014778962336287508</cx:pt>
          <cx:pt idx="849">0.007146202806937515</cx:pt>
          <cx:pt idx="850">-0.0058502125831797159</cx:pt>
          <cx:pt idx="851">-0.0069045293650249681</cx:pt>
          <cx:pt idx="852">0.0060144253550917133</cx:pt>
          <cx:pt idx="853">-0.0011328626433051107</cx:pt>
          <cx:pt idx="854">0.010374185868301302</cx:pt>
          <cx:pt idx="855">0.00086270716495011768</cx:pt>
          <cx:pt idx="856">0.0035176250460468104</cx:pt>
          <cx:pt idx="857">-0.002927081731475096</cx:pt>
          <cx:pt idx="858">0.0051428704772984854</cx:pt>
          <cx:pt idx="859">-0.005983352173988034</cx:pt>
          <cx:pt idx="860">0.019960777109491862</cx:pt>
          <cx:pt idx="861">0.012834085621958089</cx:pt>
          <cx:pt idx="862">0.004411073897835638</cx:pt>
          <cx:pt idx="863">0.0042824602796801489</cx:pt>
          <cx:pt idx="864">-0.0072719737201925863</cx:pt>
          <cx:pt idx="865">-0.00375775314808703</cx:pt>
          <cx:pt idx="866">-0.0027824387798198627</cx:pt>
          <cx:pt idx="867">0.0055688590829596155</cx:pt>
          <cx:pt idx="868">-0.0041116533715942682</cx:pt>
          <cx:pt idx="869">0.0033793902058799957</cx:pt>
          <cx:pt idx="870">-0.0081705879276516534</cx:pt>
          <cx:pt idx="871">-0.000218661528556929</cx:pt>
          <cx:pt idx="872">-0.013535571067028877</cx:pt>
          <cx:pt idx="873">0.0020050702180962796</cx:pt>
          <cx:pt idx="874">-0.0092413461873548514</cx:pt>
          <cx:pt idx="875">-0.0087625052617531576</cx:pt>
          <cx:pt idx="876">-0.026202367007789933</cx:pt>
          <cx:pt idx="877">0.011464379223170493</cx:pt>
          <cx:pt idx="878">-0.012847765395832851</cx:pt>
          <cx:pt idx="879">0.011665653806695455</cx:pt>
          <cx:pt idx="880">-0.0055376522262023014</cx:pt>
          <cx:pt idx="881">0.013740557483760527</cx:pt>
          <cx:pt idx="882">-0.018328070278768486</cx:pt>
          <cx:pt idx="883">0.01408459452923334</cx:pt>
          <cx:pt idx="884">0.01501481843720592</cx:pt>
          <cx:pt idx="885">0.010967773931594298</cx:pt>
          <cx:pt idx="886">0.0053302999930603294</cx:pt>
          <cx:pt idx="887">-0.015357074221813316</cx:pt>
          <cx:pt idx="888">0.012145407347720096</cx:pt>
          <cx:pt idx="889">-0.0028948345546151487</cx:pt>
          <cx:pt idx="890">-0.001323456644160659</cx:pt>
          <cx:pt idx="891">0.010248388022661311</cx:pt>
          <cx:pt idx="892">-0.004366607714377628</cx:pt>
          <cx:pt idx="893">0.0022261941599052838</cx:pt>
          <cx:pt idx="894">-0.002530032440825503</cx:pt>
          <cx:pt idx="895">0.00031578838388618299</cx:pt>
          <cx:pt idx="896">0.0015047551366930091</cx:pt>
          <cx:pt idx="897">0.011879096689522015</cx:pt>
          <cx:pt idx="898">0.0046576990445494444</cx:pt>
          <cx:pt idx="899">-0.011038292210705021</cx:pt>
          <cx:pt idx="900">-0.013041218590177867</cx:pt>
          <cx:pt idx="901">0.0011163888181701352</cx:pt>
          <cx:pt idx="902">0.027746315734526215</cx:pt>
          <cx:pt idx="903">0.021377141171440087</cx:pt>
          <cx:pt idx="904">0.0037202934132566251</cx:pt>
          <cx:pt idx="905">0.0062488334780874035</cx:pt>
          <cx:pt idx="906">-0.00026955141473608909</cx:pt>
          <cx:pt idx="907">0.0030972668879995038</cx:pt>
          <cx:pt idx="908">-0.00047864310754284703</cx:pt>
          <cx:pt idx="909">-0.0075011726552154222</cx:pt>
          <cx:pt idx="910">0.0042353589492649798</cx:pt>
          <cx:pt idx="911">0.0076920346727620652</cx:pt>
          <cx:pt idx="912">-0.0059072263566903151</cx:pt>
          <cx:pt idx="913">0.006905518771577742</cx:pt>
          <cx:pt idx="914">-0.0031698241732689403</cx:pt>
          <cx:pt idx="915">-0.00089929501727848229</cx:pt>
          <cx:pt idx="916">0.0063978369322109808</cx:pt>
          <cx:pt idx="917">0.01057995220465063</cx:pt>
          <cx:pt idx="918">0.0058164956799068622</cx:pt>
          <cx:pt idx="919">0.010230273416176735</cx:pt>
          <cx:pt idx="920">0.011717694110843868</cx:pt>
          <cx:pt idx="921">0.0026426677955238699</cx:pt>
          <cx:pt idx="922">0.012321567110965378</cx:pt>
          <cx:pt idx="923">0.0036377819909538486</cx:pt>
          <cx:pt idx="924">0.00961615203570154</cx:pt>
          <cx:pt idx="925">0.0054528182155176253</cx:pt>
          <cx:pt idx="926">-0.011590313626768645</cx:pt>
          <cx:pt idx="927">-0.019939118422564267</cx:pt>
          <cx:pt idx="928">-0.0031851703779730367</cx:pt>
          <cx:pt idx="929">0.00040503317884090911</cx:pt>
          <cx:pt idx="930">0.0088552242988098554</cx:pt>
          <cx:pt idx="931">-0.011260813079797441</cx:pt>
          <cx:pt idx="932">0.01715647005655483</cx:pt>
          <cx:pt idx="933">0.002146065916629913</cx:pt>
          <cx:pt idx="934">-0.017339687218657932</cx:pt>
          <cx:pt idx="935">0.0010538208846315688</cx:pt>
          <cx:pt idx="936">-4.5796077165895445e-05</cx:pt>
          <cx:pt idx="937">0.0020354728847822635</cx:pt>
          <cx:pt idx="938">-0.0066798867757474284</cx:pt>
          <cx:pt idx="939">0.010380500629104793</cx:pt>
          <cx:pt idx="940">0.0046113395823848139</cx:pt>
          <cx:pt idx="941">-0.0067617194551897498</cx:pt>
          <cx:pt idx="942">0.011596453727506039</cx:pt>
          <cx:pt idx="943">0.014438761424902516</cx:pt>
          <cx:pt idx="944">0.01217935903214468</cx:pt>
          <cx:pt idx="945">-0.00023017989933449409</cx:pt>
          <cx:pt idx="946">0.0053414867608455778</cx:pt>
          <cx:pt idx="947">-0.01946271850586993</cx:pt>
          <cx:pt idx="948">-0.018741465394985342</cx:pt>
          <cx:pt idx="949">-0.0082139849913374884</cx:pt>
          <cx:pt idx="950">0.0066007662810458343</cx:pt>
          <cx:pt idx="951">-0.052574999621324357</cx:pt>
          <cx:pt idx="952">-0.01840644565915241</cx:pt>
          <cx:pt idx="953">0.036922596749048596</cx:pt>
          <cx:pt idx="954">-0.024783999858259787</cx:pt>
          <cx:pt idx="955">0.029823172006680394</cx:pt>
          <cx:pt idx="956">-0.0063104915797643742</cx:pt>
          <cx:pt idx="957">-0.020243317106381324</cx:pt>
          <cx:pt idx="958">-0.0062270857148590715</cx:pt>
          <cx:pt idx="959">0.0065830047007596803</cx:pt>
          <cx:pt idx="960">-0.0084970690525638694</cx:pt>
          <cx:pt idx="961">-0.054864993108811384</cx:pt>
          <cx:pt idx="962">0.027203354698291438</cx:pt>
          <cx:pt idx="963">-0.026684544734701488</cx:pt>
          <cx:pt idx="964">-0.03065752612089306</cx:pt>
          <cx:pt idx="965">0.032456598538526726</cx:pt>
          <cx:pt idx="966">0.02935300219128097</cx:pt>
          <cx:pt idx="967">0.02298057977404094</cx:pt>
          <cx:pt idx="968">-0.036471399786083131</cx:pt>
          <cx:pt idx="969">-0.017295464109636227</cx:pt>
          <cx:pt idx="970">0.00757757723378223</cx:pt>
          <cx:pt idx="971">0.025498876058138172</cx:pt>
          <cx:pt idx="972">-0.012414563923703777</cx:pt>
          <cx:pt idx="973">-0.014342621055004518</cx:pt>
          <cx:pt idx="974">-0.05483696567076693</cx:pt>
          <cx:pt idx="975">0.0097300989353247512</cx:pt>
          <cx:pt idx="976">-0.017379988397795088</cx:pt>
          <cx:pt idx="977">0.028820204617964335</cx:pt>
          <cx:pt idx="978">-0.042748216590735889</cx:pt>
          <cx:pt idx="979">-0.05922723910836368</cx:pt>
          <cx:pt idx="980">-0.019304113830109777</cx:pt>
          <cx:pt idx="981">-0.006533483021467809</cx:pt>
          <cx:pt idx="982">-0.011496221176709625</cx:pt>
          <cx:pt idx="983">0.025972827139466251</cx:pt>
          <cx:pt idx="984">0.0019077643899235558</cx:pt>
          <cx:pt idx="985">0.036253932484851974</cx:pt>
          <cx:pt idx="986">-0.0096042781460817933</cx:pt>
          <cx:pt idx="987">0.01037385909979415</cx:pt>
          <cx:pt idx="988">0.034366467389833837</cx:pt>
          <cx:pt idx="989">-0.053185506261612593</cx:pt>
          <cx:pt idx="990">-0.0038964836129606597</cx:pt>
          <cx:pt idx="991">-0.04443891430790909</cx:pt>
          <cx:pt idx="992">0.01478783804340985</cx:pt>
          <cx:pt idx="993">-0.0068810453521762401</cx:pt>
          <cx:pt idx="994">0.0061977876071108422</cx:pt>
          <cx:pt idx="995">0.0041151596045007578</cx:pt>
          <cx:pt idx="996">-0.025825797131222294</cx:pt>
          <cx:pt idx="997">-0.015135866441316171</cx:pt>
          <cx:pt idx="998">0.013752872747640572</cx:pt>
          <cx:pt idx="999">-0.036829440340085479</cx:pt>
          <cx:pt idx="1000">-0.021952309351804714</cx:pt>
          <cx:pt idx="1001">-0.035713786327390369</cx:pt>
          <cx:pt idx="1002">-0.0272581234076405</cx:pt>
          <cx:pt idx="1003">0.061916660990648596</cx:pt>
          <cx:pt idx="1004">-0.0037422417276849525</cx:pt>
          <cx:pt idx="1005">0.0053196228722020098</cx:pt>
          <cx:pt idx="1006">0.0072064904626271695</cx:pt>
          <cx:pt idx="1007">0.0071008289117850398</cx:pt>
          <cx:pt idx="1008">-0.076114825880784692</cx:pt>
          <cx:pt idx="1009">0.049805617227407686</cx:pt>
          <cx:pt idx="1010">0.017399119059656565</cx:pt>
          <cx:pt idx="1011">0.002650529919318698</cx:pt>
          <cx:pt idx="1012">0.017849064274411321</cx:pt>
          <cx:pt idx="1013">0.0065274952312924855</cx:pt>
          <cx:pt idx="1014">0.0024594818948141402</cx:pt>
          <cx:pt idx="1015">-0.0074574039614338124</cx:pt>
          <cx:pt idx="1016">0.011798391889100389</cx:pt>
          <cx:pt idx="1017">0.0022230012893057552</cx:pt>
          <cx:pt idx="1018">0.010949246606988563</cx:pt>
          <cx:pt idx="1019">0.018423316354381606</cx:pt>
          <cx:pt idx="1020">-0.030267377440549737</cx:pt>
          <cx:pt idx="1021">0.0046172642836849118</cx:pt>
          <cx:pt idx="1022">0.019274189000784269</cx:pt>
          <cx:pt idx="1023">0.025920902812076676</cx:pt>
          <cx:pt idx="1024">-0.044042765251771664</cx:pt>
          <cx:pt idx="1025">-0.01976510428950479</cx:pt>
          <cx:pt idx="1026">0.053676971296925655</cx:pt>
          <cx:pt idx="1027">0.015096067989409113</cx:pt>
          <cx:pt idx="1028">0.0030152783373555338</cx:pt>
          <cx:pt idx="1029">0.023503932666338261</cx:pt>
          <cx:pt idx="1030">0.0096146784279742253</cx:pt>
          <cx:pt idx="1031">0.0082689957072520481</cx:pt>
          <cx:pt idx="1032">-0.023671549874750373</cx:pt>
          <cx:pt idx="1033">0.0012266267511872994</cx:pt>
          <cx:pt idx="1034">-0.0051866553546597669</cx:pt>
          <cx:pt idx="1035">0.016231348386040626</cx:pt>
          <cx:pt idx="1036">0.0021277335555467854</cx:pt>
          <cx:pt idx="1037">0.0062506204450385469</cx:pt>
          <cx:pt idx="1038">0.0052734610163663511</cx:pt>
          <cx:pt idx="1039">0.00085064092834045459</cx:pt>
          <cx:pt idx="1040">0.0058940355943564605</cx:pt>
          <cx:pt idx="1041">-0.0071186273797186313</cx:pt>
          <cx:pt idx="1042">0.013823005854229437</cx:pt>
          <cx:pt idx="1043">0.0045598279464256729</cx:pt>
          <cx:pt idx="1044">-0.0021764547452325831</cx:pt>
          <cx:pt idx="1045">-0.0038120444376307503</cx:pt>
          <cx:pt idx="1046">-0.006843671702156902</cx:pt>
          <cx:pt idx="1047">0.0094033620045439296</cx:pt>
          <cx:pt idx="1048">0.0021270433409402152</cx:pt>
          <cx:pt idx="1049">-0.0023146208595638405</cx:pt>
          <cx:pt idx="1050">-0.013719672395312632</cx:pt>
          <cx:pt idx="1051">-0.012674155785403417</cx:pt>
          <cx:pt idx="1052">0.0042567329422091823</cx:pt>
          <cx:pt idx="1053">0.038880511854337073</cx:pt>
          <cx:pt idx="1054">0.0090998256578584801</cx:pt>
          <cx:pt idx="1055">0.01230194308208399</cx:pt>
          <cx:pt idx="1056">0.00052546491561130402</cx:pt>
          <cx:pt idx="1057">0.018986854060182225</cx:pt>
          <cx:pt idx="1058">0.0051470658824350922</cx:pt>
          <cx:pt idx="1059">0.010143648901104864</cx:pt>
          <cx:pt idx="1060">-0.00066444430341261376</cx:pt>
          <cx:pt idx="1061">0.041641760696909898</cx:pt>
          <cx:pt idx="1062">-0.026739027211334043</cx:pt>
          <cx:pt idx="1063">-0.012274338142200752</cx:pt>
          <cx:pt idx="1064">0.00087288602854414417</cx:pt>
          <cx:pt idx="1065">0.00063841730680720948</cx:pt>
          <cx:pt idx="1066">0.0024308475639039889</cx:pt>
          <cx:pt idx="1067">0.010986811962333946</cx:pt>
          <cx:pt idx="1068">0.012253787433720423</cx:pt>
          <cx:pt idx="1069">0.0081412808451485422</cx:pt>
          <cx:pt idx="1070">0.015969220399118602</cx:pt>
          <cx:pt idx="1071">-0.0015169031767563186</cx:pt>
          <cx:pt idx="1072">0.0083290616129994104</cx:pt>
          <cx:pt idx="1073">0.0080110148764959439</cx:pt>
          <cx:pt idx="1074">-0.0078854649898651413</cx:pt>
          <cx:pt idx="1075">0.0089644188692014331</cx:pt>
          <cx:pt idx="1076">-0.0045661730888976069</cx:pt>
          <cx:pt idx="1077">0.00020941568101486057</cx:pt>
          <cx:pt idx="1078">-0.0066866323843984303</cx:pt>
          <cx:pt idx="1079">0.0070142116520294879</cx:pt>
          <cx:pt idx="1080">0.0083732232201663408</cx:pt>
          <cx:pt idx="1081">0.0013221892930710406</cx:pt>
          <cx:pt idx="1082">0.0047370259047464433</cx:pt>
          <cx:pt idx="1083">0.010658306478864741</cx:pt>
          <cx:pt idx="1084">0.00073417902208217306</cx:pt>
          <cx:pt idx="1085">-0.0086309731347143735</cx:pt>
          <cx:pt idx="1086">-0.014467318627967426</cx:pt>
          <cx:pt idx="1087">0.0024127921250330915</cx:pt>
          <cx:pt idx="1088">-0.0059152345696339573</cx:pt>
          <cx:pt idx="1089">0.019624763070046181</cx:pt>
          <cx:pt idx="1090">0.00080957691710061919</cx:pt>
          <cx:pt idx="1091">0.0078915237305893053</cx:pt>
          <cx:pt idx="1092">-0.014928141117730545</cx:pt>
          <cx:pt idx="1093">-0.028626122937059684</cx:pt>
          <cx:pt idx="1094">0.00058887417312758819</cx:pt>
          <cx:pt idx="1095">-0.011599596117245732</cx:pt>
          <cx:pt idx="1096">-0.008907210482358768</cx:pt>
          <cx:pt idx="1097">-0.053272029032531407</cx:pt>
          <cx:pt idx="1098">0.018710832182743772</cx:pt>
          <cx:pt idx="1099">0.0043909690823081609</cx:pt>
          <cx:pt idx="1100">0.0023748712163749086</cx:pt>
          <cx:pt idx="1101">-0.010557675580456991</cx:pt>
          <cx:pt idx="1102">-0.030115389249468553</cx:pt>
          <cx:pt idx="1103">0.018346736574855242</cx:pt>
          <cx:pt idx="1104">-0.016639612210260463</cx:pt>
          <cx:pt idx="1105">-0.022213252546065102</cx:pt>
          <cx:pt idx="1106">-0.0063785020443666114</cx:pt>
          <cx:pt idx="1107">-0.0061971609961789451</cx:pt>
          <cx:pt idx="1108">-0.0092625236853783061</cx:pt>
          <cx:pt idx="1109">0.0015837907004247391</cx:pt>
          <cx:pt idx="1110">-0.021183981945524042</cx:pt>
          <cx:pt idx="1111">-0.010260821671471722</cx:pt>
          <cx:pt idx="1112">0.045770075098094894</cx:pt>
          <cx:pt idx="1113">0.0066230331551114597</cx:pt>
          <cx:pt idx="1114">0.016147874663367014</cx:pt>
          <cx:pt idx="1115">0.02012896131918757</cx:pt>
          <cx:pt idx="1116">0.015845125216749096</cx:pt>
          <cx:pt idx="1117">0.009779539975226223</cx:pt>
          <cx:pt idx="1118">-0.015024463426756327</cx:pt>
          <cx:pt idx="1119">0.0045917721443588869</cx:pt>
          <cx:pt idx="1120">-0.014862810838157612</cx:pt>
          <cx:pt idx="1121">0.0025688393018930659</cx:pt>
          <cx:pt idx="1122">0.032337059160515422</cx:pt>
          <cx:pt idx="1123">-0.0010136006087633964</cx:pt>
          <cx:pt idx="1124">0.010606037910087674</cx:pt>
          <cx:pt idx="1125">-0.0085642926504841607</cx:pt>
          <cx:pt idx="1126">0.0021260610021604336</cx:pt>
          <cx:pt idx="1127">-0.014370736236293804</cx:pt>
          <cx:pt idx="1128">0.031500762881897723</cx:pt>
          <cx:pt idx="1129">0.0084255799202368978</cx:pt>
          <cx:pt idx="1130">-0.0029722169218913573</cx:pt>
          <cx:pt idx="1131">0.017019701338312074</cx:pt>
          <cx:pt idx="1132">-0.003243884890796652</cx:pt>
          <cx:pt idx="1133">0.0046985773227535641</cx:pt>
          <cx:pt idx="1134">-0.0047732139773132695</cx:pt>
          <cx:pt idx="1135">-0.015028916401268581</cx:pt>
          <cx:pt idx="1136">0.0048943187122961916</cx:pt>
          <cx:pt idx="1137">0.012783994429675059</cx:pt>
          <cx:pt idx="1138">0.0072544908128596361</cx:pt>
          <cx:pt idx="1139">0.0094178044461165483</cx:pt>
          <cx:pt idx="1140">0.0048753249956684603</cx:pt>
          <cx:pt idx="1141">-0.0058171526637783508</cx:pt>
          <cx:pt idx="1142">0.00070496251935852272</cx:pt>
          <cx:pt idx="1143">0.0092485810134502692</cx:pt>
          <cx:pt idx="1144">-0.010044791205205661</cx:pt>
          <cx:pt idx="1145">0.020375562725242991</cx:pt>
          <cx:pt idx="1146">0.011492102464743699</cx:pt>
          <cx:pt idx="1147">0.0069699282311007993</cx:pt>
          <cx:pt idx="1148">-0.013690267003148663</cx:pt>
          <cx:pt idx="1149">0.0047360372905718455</cx:pt>
          <cx:pt idx="1150">0.0033666267702265381</cx:pt>
          <cx:pt idx="1151">-0.0016577970941587447</cx:pt>
          <cx:pt idx="1152">-0.0089074599972109696</cx:pt>
          <cx:pt idx="1153">-0.017921017800767904</cx:pt>
          <cx:pt idx="1154">-0.019513723946654939</cx:pt>
          <cx:pt idx="1155">-0.052200114700151165</cx:pt>
          <cx:pt idx="1156">0.015633140830842322</cx:pt>
          <cx:pt idx="1157">0.0074039770523245492</cx:pt>
          <cx:pt idx="1158">0.025866021643347344</cx:pt>
          <cx:pt idx="1159">-0.015048977471919828</cx:pt>
          <cx:pt idx="1160">-0.0085067802899712296</cx:pt>
          <cx:pt idx="1161">0.034757113120198295</cx:pt>
          <cx:pt idx="1162">-0.034361662259064667</cx:pt>
          <cx:pt idx="1163">-0.0093336664374185623</cx:pt>
          <cx:pt idx="1164">0.035421915701067966</cx:pt>
          <cx:pt idx="1165">0.032122825639172091</cx:pt>
          <cx:pt idx="1166">-0.0071288972173529953</cx:pt>
          <cx:pt idx="1167">0.013543167131481538</cx:pt>
          <cx:pt idx="1168">-0.00025352803899761979</cx:pt>
          <cx:pt idx="1169">-0.046242001081138677</cx:pt>
          <cx:pt idx="1170">0.017371296822315918</cx:pt>
          <cx:pt idx="1171">-0.012263745824765176</cx:pt>
          <cx:pt idx="1172">0.003462526124938606</cx:pt>
          <cx:pt idx="1173">0.022326025333242409</cx:pt>
          <cx:pt idx="1174">0.0003480145659690763</cx:pt>
          <cx:pt idx="1175">-0.01472548767483348</cx:pt>
          <cx:pt idx="1176">0.021403272581703471</cx:pt>
          <cx:pt idx="1177">0.032356578480197164</cx:pt>
          <cx:pt idx="1178">-0.0024890888534238229</cx:pt>
          <cx:pt idx="1179">0.0051027412165795252</cx:pt>
          <cx:pt idx="1180">0.01022981320883521</cx:pt>
          <cx:pt idx="1181">0.01962166698443028</cx:pt>
          <cx:pt idx="1182">-0.0015728281913937618</cx:pt>
          <cx:pt idx="1183">-0.013221954642324816</cx:pt>
          <cx:pt idx="1184">-0.0013279312229460033</cx:pt>
          <cx:pt idx="1185">0.0035258613400096345</cx:pt>
          <cx:pt idx="1186">0.0028328255911555665</cx:pt>
          <cx:pt idx="1187">-0.0070891072686739224</cx:pt>
          <cx:pt idx="1188">-0.014974944429799275</cx:pt>
          <cx:pt idx="1189">0.0066645634828410242</cx:pt>
          <cx:pt idx="1190">-0.0093171028791768414</cx:pt>
          <cx:pt idx="1191">0.018212077731892116</cx:pt>
          <cx:pt idx="1192">-0.0047501637068116569</cx:pt>
          <cx:pt idx="1193">-0.01744987175515534</cx:pt>
          <cx:pt idx="1194">0.016824306493081052</cx:pt>
          <cx:pt idx="1195">-0.0029041354732201779</cx:pt>
          <cx:pt idx="1196">-0.017648565825301023</cx:pt>
          <cx:pt idx="1197">0.02012924086126229</cx:pt>
          <cx:pt idx="1198">0.019082874961752871</cx:pt>
          <cx:pt idx="1199">0.0019406585122784762</cx:pt>
          <cx:pt idx="1200">-0.021103983730857041</cx:pt>
          <cx:pt idx="1201">0.014211582630599164</cx:pt>
          <cx:pt idx="1202">0.010546530991555818</cx:pt>
          <cx:pt idx="1203">0.021914097754277558</cx:pt>
          <cx:pt idx="1204">-0.00044363514283552694</cx:pt>
          <cx:pt idx="1205">0.016574521063015116</cx:pt>
          <cx:pt idx="1206">-0.0071150210990103815</cx:pt>
          <cx:pt idx="1207">0.002248026346985837</cx:pt>
          <cx:pt idx="1208">-0.0066237688628337553</cx:pt>
          <cx:pt idx="1209">0.020270354928370794</cx:pt>
          <cx:pt idx="1210">-0.0044252660245837029</cx:pt>
          <cx:pt idx="1211">0.0041983973927963913</cx:pt>
          <cx:pt idx="1212">0.01002390402796564</cx:pt>
          <cx:pt idx="1213">0.019274536419501543</cx:pt>
          <cx:pt idx="1214">0.012074488493532036</cx:pt>
          <cx:pt idx="1215">-0.01810453658686972</cx:pt>
          <cx:pt idx="1216">0.0013034468289742206</cx:pt>
          <cx:pt idx="1217">0.0072942813083647961</cx:pt>
          <cx:pt idx="1218">0.017886657751277003</cx:pt>
          <cx:pt idx="1219">0.016790276188018826</cx:pt>
          <cx:pt idx="1220">-0.0011374475164875151</cx:pt>
          <cx:pt idx="1221">-0.0028954918014750105</cx:pt>
          <cx:pt idx="1222">0.0058634489256398281</cx:pt>
          <cx:pt idx="1223">0.0013513782261105761</cx:pt>
          <cx:pt idx="1224">0.0028727762736600409</cx:pt>
          <cx:pt idx="1225">0.0029299668537554739</cx:pt>
          <cx:pt idx="1226">0.0034505651939660512</cx:pt>
          <cx:pt idx="1227">-0.0048810407304163122</cx:pt>
          <cx:pt idx="1228">0.0032076384777320159</cx:pt>
          <cx:pt idx="1229">0.013176817789638381</cx:pt>
          <cx:pt idx="1230">-0.0065035483706812544</cx:pt>
          <cx:pt idx="1231">-0.004395219078187922</cx:pt>
          <cx:pt idx="1232">-0.005567614147464383</cx:pt>
          <cx:pt idx="1233">0.00035510773180747569</cx:pt>
          <cx:pt idx="1234">0.025521937532234758</cx:pt>
          <cx:pt idx="1235">-0.0098822461671285132</cx:pt>
          <cx:pt idx="1236">0.0097437609326694041</cx:pt>
          <cx:pt idx="1237">-0.0045855325647472687</cx:pt>
          <cx:pt idx="1238">-0.018377587814161361</cx:pt>
          <cx:pt idx="1239">-0.013492341396877709</cx:pt>
          <cx:pt idx="1240">0.0081328334860272834</cx:pt>
          <cx:pt idx="1241">0.0063753356454322521</cx:pt>
          <cx:pt idx="1242">0.0166852806471166</cx:pt>
          <cx:pt idx="1243">-0.0081656744077179926</cx:pt>
          <cx:pt idx="1244">0.0065552332385977749</cx:pt>
          <cx:pt idx="1245">0.011708588388274412</cx:pt>
          <cx:pt idx="1246">0.015901081675707588</cx:pt>
          <cx:pt idx="1247">0.0034147447391942466</cx:pt>
          <cx:pt idx="1248">0.012996154917195113</cx:pt>
          <cx:pt idx="1249">0.0048816563685512128</cx:pt>
          <cx:pt idx="1250">0.00055890873444866692</cx:pt>
          <cx:pt idx="1251">0.010227790058522507</cx:pt>
          <cx:pt idx="1252">0.00469235097663311</cx:pt>
          <cx:pt idx="1253">0.0084445057161196685</cx:pt>
          <cx:pt idx="1254">0.00037387034536897441</cx:pt>
          <cx:pt idx="1255">0.010363267776060427</cx:pt>
          <cx:pt idx="1256">-0.003799125662157564</cx:pt>
          <cx:pt idx="1257">-0.0045016329125112352</cx:pt>
          <cx:pt idx="1258">0.0081728563212400806</cx:pt>
          <cx:pt idx="1259">0.021809915004346314</cx:pt>
          <cx:pt idx="1260">-0.012428549777049698</cx:pt>
          <cx:pt idx="1261">0.0039936997323568348</cx:pt>
          <cx:pt idx="1262">0.0037518300348748663</cx:pt>
          <cx:pt idx="1263">0.0084391624346088212</cx:pt>
          <cx:pt idx="1264">0.013746713942928849</cx:pt>
          <cx:pt idx="1265">0.00025767740511572189</cx:pt>
          <cx:pt idx="1266">0.021163226791228878</cx:pt>
          <cx:pt idx="1267">-0.010784078544344076</cx:pt>
          <cx:pt idx="1268">-0.0046707110385106453</cx:pt>
          <cx:pt idx="1269">0.01475591912807213</cx:pt>
          <cx:pt idx="1270">0.0064290005042439303</cx:pt>
          <cx:pt idx="1271">-0.0041444326036762921</cx:pt>
          <cx:pt idx="1272">0.0046110582256669516</cx:pt>
          <cx:pt idx="1273">0.0065038984831270758</cx:pt>
          <cx:pt idx="1274">-0.0068584923499246673</cx:pt>
          <cx:pt idx="1275">-0.03265328082949704</cx:pt>
          <cx:pt idx="1276">0.026713087975726076</cx:pt>
          <cx:pt idx="1277">0.0053368987328531597</cx:pt>
          <cx:pt idx="1278">0.0026649030672110949</cx:pt>
          <cx:pt idx="1279">-0.038041178418437967</cx:pt>
          <cx:pt idx="1280">0.0074397612163078584</cx:pt>
          <cx:pt idx="1281">0.031086192209244613</cx:pt>
          <cx:pt idx="1282">0.010616699530385416</cx:pt>
          <cx:pt idx="1283">0.011591017519672902</cx:pt>
          <cx:pt idx="1284">-0.013108904582397113</cx:pt>
          <cx:pt idx="1285">0.018306183869898501</cx:pt>
          <cx:pt idx="1286">0.0026531600555607824</cx:pt>
          <cx:pt idx="1287">0.019493591411833357</cx:pt>
          <cx:pt idx="1288">-0.007294403521067928</cx:pt>
          <cx:pt idx="1289">0.017308731506682929</cx:pt>
          <cx:pt idx="1290">-0.0043136061186643104</cx:pt>
          <cx:pt idx="1291">0.025733259851043366</cx:pt>
          <cx:pt idx="1292">-0.012312082442773101</cx:pt>
          <cx:pt idx="1293">-0.030150347760476207</cx:pt>
          <cx:pt idx="1294">-0.053003423270992903</cx:pt>
          <cx:pt idx="1295">-0.034719730211115719</cx:pt>
          <cx:pt idx="1296">0.014887099912094262</cx:pt>
          <cx:pt idx="1297">-0.058730003135351531</cx:pt>
          <cx:pt idx="1298">0.020524462945621359</cx:pt>
          <cx:pt idx="1299">0.061839114464797118</cx:pt>
          <cx:pt idx="1300">-0.035002683407738863</cx:pt>
          <cx:pt idx="1301">0.051818066211536756</cx:pt>
          <cx:pt idx="1302">-0.034874950386123788</cx:pt>
          <cx:pt idx="1303">-0.017610997531025619</cx:pt>
          <cx:pt idx="1304">-0.076502617253204883</cx:pt>
          <cx:pt idx="1305">0.06662895263431412</cx:pt>
          <cx:pt idx="1306">-0.046866003443262201</cx:pt>
          <cx:pt idx="1307">-0.10833472721134577</cx:pt>
          <cx:pt idx="1308">0.12112001350787745</cx:pt>
          <cx:pt idx="1309">-0.14870564612368362</cx:pt>
          <cx:pt idx="1310">0.068791103143632765</cx:pt>
          <cx:pt idx="1311">-0.042064521423097405</cx:pt>
          <cx:pt idx="1312">0.016600028219803765</cx:pt>
          <cx:pt idx="1313">-0.046012593995650865</cx:pt>
          <cx:pt idx="1314">-0.00013923438917435151</cx:pt>
          <cx:pt idx="1315">0.12151066359918684</cx:pt>
          <cx:pt idx="1316">-0.0099490419417930277</cx:pt>
          <cx:pt idx="1317">0.058865847247435668</cx:pt>
          <cx:pt idx="1318">-0.035157548406261549</cx:pt>
          <cx:pt idx="1319">0.037879485204764619</cx:pt>
          <cx:pt idx="1320">-0.011344310622006649</cx:pt>
          <cx:pt idx="1321">-0.054735472269848887</cx:pt>
          <cx:pt idx="1322">0.028014482248691307</cx:pt>
          <cx:pt idx="1323">-0.021858564441677199</cx:pt>
          <cx:pt idx="1324">0.089665986286218344</cx:pt>
          <cx:pt idx="1325">-0.015483064333468154</cx:pt>
          <cx:pt idx="1326">0.027757774299866068</cx:pt>
          <cx:pt idx="1327">-0.0039906256428788303</cx:pt>
          <cx:pt idx="1328">0.017953844878241018</cx:pt>
          <cx:pt idx="1329">0.048489296740586621</cx:pt>
          <cx:pt idx="1330">-0.013150075406717213</cx:pt>
          <cx:pt idx="1331">0.019871736356702981</cx:pt>
          <cx:pt idx="1332">-0.0044373819401701594</cx:pt>
          <cx:pt idx="1333">-0.020193728725936218</cx:pt>
          <cx:pt idx="1334">-0.04353647688717481</cx:pt>
          <cx:pt idx="1335">0.041892287472479424</cx:pt>
          <cx:pt idx="1336">-0.0060327084459919876</cx:pt>
          <cx:pt idx="1337">0.023316227935849653</cx:pt>
          <cx:pt idx="1338">0.0086674378536003311</cx:pt>
          <cx:pt idx="1339">-0.01609145079895264</cx:pt>
          <cx:pt idx="1340">0.032810026869123259</cx:pt>
          <cx:pt idx="1341">-0.0015270030011718492</cx:pt>
          <cx:pt idx="1342">-0.026779234940972136</cx:pt>
          <cx:pt idx="1343">0.017553637120681448</cx:pt>
          <cx:pt idx="1344">0.012323291526829313</cx:pt>
          <cx:pt idx="1345">0.0096448824854684576</cx:pt>
          <cx:pt idx="1346">0.013332064170467952</cx:pt>
          <cx:pt idx="1347">0.02409254746902046</cx:pt>
          <cx:pt idx="1348">0.017618110094610725</cx:pt>
          <cx:pt idx="1349">-0.020281430279903655</cx:pt>
          <cx:pt idx="1350">-0.012963940457769106</cx:pt>
          <cx:pt idx="1351">0.020026226259056798</cx:pt>
          <cx:pt idx="1352">0.0095614554126094188</cx:pt>
          <cx:pt idx="1353">0.024693074272678559</cx:pt>
          <cx:pt idx="1354">-0.0024662175912788112</cx:pt>
          <cx:pt idx="1355">0.019393838703126696</cx:pt>
          <cx:pt idx="1356">-0.014488225633876356</cx:pt>
          <cx:pt idx="1357">0.011007209012812734</cx:pt>
          <cx:pt idx="1358">-0.011450680267216566</cx:pt>
          <cx:pt idx="1359">0.0022784957979541985</cx:pt>
          <cx:pt idx="1360">-0.0052061171987229961</cx:pt>
          <cx:pt idx="1361">0.018072874015114693</cx:pt>
          <cx:pt idx="1362">3.0165858592732495e-05</cx:pt>
          <cx:pt idx="1363">0.0055085633733588006</cx:pt>
          <cx:pt idx="1364">0.0054048697634576518</cx:pt>
          <cx:pt idx="1365">-0.0036162811869537921</cx:pt>
          <cx:pt idx="1366">0.025396699363767074</cx:pt>
          <cx:pt idx="1367">0.00040593115602766773</cx:pt>
          <cx:pt idx="1368">0.022861364958589325</cx:pt>
          <cx:pt idx="1369">0.022827913781078138</cx:pt>
          <cx:pt idx="1370">-0.056204085275721516</cx:pt>
          <cx:pt idx="1371">0.012091553056873825</cx:pt>
          <cx:pt idx="1372">0.016215203257358056</cx:pt>
          <cx:pt idx="1373">0.016576837710466835</cx:pt>
          <cx:pt idx="1374">0.0031788351604526439</cx:pt>
          <cx:pt idx="1375">0.0015866089519971896</cx:pt>
          <cx:pt idx="1376">-0.0030782918361939556</cx:pt>
          <cx:pt idx="1377">0.023244834047721357</cx:pt>
          <cx:pt idx="1378">0.0077330031972355972</cx:pt>
          <cx:pt idx="1379">-0.019659817394340695</cx:pt>
          <cx:pt idx="1380">0.015868020288033573</cx:pt>
          <cx:pt idx="1381">-0.026269392343187085</cx:pt>
          <cx:pt idx="1382">0.01445817075497643</cx:pt>
          <cx:pt idx="1383">0.019101825760110078</cx:pt>
          <cx:pt idx="1384">-0.0022124796836945457</cx:pt>
          <cx:pt idx="1385">0.0034602192964960951</cx:pt>
          <cx:pt idx="1386">0.02420928029341566</cx:pt>
          <cx:pt idx="1387">-0.0050606029361221451</cx:pt>
          <cx:pt idx="1388">0.023576127184939531</cx:pt>
          <cx:pt idx="1389">0.012999075092532324</cx:pt>
          <cx:pt idx="1390">9.3157142597472421e-06</cx:pt>
          <cx:pt idx="1391">-0.018394061342041811</cx:pt>
          <cx:pt idx="1392">0.018743957675219799</cx:pt>
          <cx:pt idx="1393">-0.00030762939358737685</cx:pt>
          <cx:pt idx="1394">-0.011116344411190035</cx:pt>
          <cx:pt idx="1395">0.00074290292870179129</cx:pt>
          <cx:pt idx="1396">0.024299403453548651</cx:pt>
          <cx:pt idx="1397">-0.011535026284161276</cx:pt>
          <cx:pt idx="1398">0.0068730001802678482</cx:pt>
          <cx:pt idx="1399">-0.032607888908138066</cx:pt>
          <cx:pt idx="1400">-0.0013020494402091499</cx:pt>
          <cx:pt idx="1401">0.021442238871478746</cx:pt>
          <cx:pt idx="1402">-0.017000457986116033</cx:pt>
          <cx:pt idx="1403">0.020338618123471874</cx:pt>
          <cx:pt idx="1404">0.011084093601483843</cx:pt>
          <cx:pt idx="1405">0.051039151950473469</cx:pt>
          <cx:pt idx="1406">0.026597697971767458</cx:pt>
          <cx:pt idx="1407">0.011080256758281351</cx:pt>
          <cx:pt idx="1408">0.0022368126046833593</cx:pt>
          <cx:pt idx="1409">0.017278934781792692</cx:pt>
          <cx:pt idx="1410">-0.017253454903547225</cx:pt>
          <cx:pt idx="1411">0.0054796908458496227</cx:pt>
          <cx:pt idx="1412">-0.026928134393360281</cx:pt>
          <cx:pt idx="1413">0.036479430689938509</cx:pt>
          <cx:pt idx="1414">-0.00023408530185334067</cx:pt>
          <cx:pt idx="1415">0.0019552798614578303</cx:pt>
          <cx:pt idx="1416">0.015949696339169383</cx:pt>
          <cx:pt idx="1417">0.002094880606531234</cx:pt>
          <cx:pt idx="1418">-0.002585562359119976</cx:pt>
          <cx:pt idx="1419">0.010456261522215684</cx:pt>
          <cx:pt idx="1420">0.034967818997557021</cx:pt>
          <cx:pt idx="1421">0.0083996895064610451</cx:pt>
          <cx:pt idx="1422">-0.00060302244743118806</cx:pt>
          <cx:pt idx="1423">0.0095633000627716961</cx:pt>
          <cx:pt idx="1424">-0.0089747733307182949</cx:pt>
          <cx:pt idx="1425">0.013183473310266218</cx:pt>
          <cx:pt idx="1426">0.019439868826950694</cx:pt>
          <cx:pt idx="1427">0.029972989589491607</cx:pt>
          <cx:pt idx="1428">0.0067699554577116258</cx:pt>
          <cx:pt idx="1429">-0.075301736574032579</cx:pt>
          <cx:pt idx="1430">-0.0089240355402617471</cx:pt>
          <cx:pt idx="1431">-0.057194050675073285</cx:pt>
          <cx:pt idx="1432">0.041588121286711979</cx:pt>
          <cx:pt idx="1433">-0.027350403935743176</cx:pt>
          <cx:pt idx="1434">-0.0092763728452464611</cx:pt>
          <cx:pt idx="1435">0.035642145086480136</cx:pt>
          <cx:pt idx="1436">0.006369670323699228</cx:pt>
          <cx:pt idx="1437">-0.025200082564096473</cx:pt>
          <cx:pt idx="1438">-0.0092182874914723493</cx:pt>
          <cx:pt idx="1439">-0.023586117961769668</cx:pt>
          <cx:pt idx="1440">0.021491112973824281</cx:pt>
          <cx:pt idx="1441">0.013300341435517794</cx:pt>
          <cx:pt idx="1442">-0.036556794960201061</cx:pt>
          <cx:pt idx="1443">0.01091655810656106</cx:pt>
          <cx:pt idx="1444">0.032365302238175672</cx:pt>
          <cx:pt idx="1445">0.018202902834335274</cx:pt>
          <cx:pt idx="1446">0.00041468760202900272</cx:pt>
          <cx:pt idx="1447">0.011756842654538273</cx:pt>
          <cx:pt idx="1448">0.0079299704976755307</cx:pt>
          <cx:pt idx="1449">-0.032681528040120734</cx:pt>
          <cx:pt idx="1450">0.032159192037323807</cx:pt>
          <cx:pt idx="1451">-0.014181709641502848</cx:pt>
          <cx:pt idx="1452">0.017228720383508679</cx:pt>
          <cx:pt idx="1453">0.00060824651878320325</cx:pt>
          <cx:pt idx="1454">0.0087888504227131587</cx:pt>
          <cx:pt idx="1455">0.043459605192777237</cx:pt>
          <cx:pt idx="1456">-0.011714344646795327</cx:pt>
          <cx:pt idx="1457">-0.003497478325814405</cx:pt>
          <cx:pt idx="1458">-0.0047662650380287646</cx:pt>
          <cx:pt idx="1459">-0.010447104710064744</cx:pt>
          <cx:pt idx="1460">-0.021195669335304517</cx:pt>
          <cx:pt idx="1461">0.0098139869956913907</cx:pt>
          <cx:pt idx="1462">-0.0060142646829783293</cx:pt>
          <cx:pt idx="1463">-0.0076625068657197983</cx:pt>
          <cx:pt idx="1464">0.0011462279413504968</cx:pt>
          <cx:pt idx="1465">-0.014967198183753807</cx:pt>
          <cx:pt idx="1466">0.0094778016130008299</cx:pt>
          <cx:pt idx="1467">-0.046062091755510154</cx:pt>
          <cx:pt idx="1468">0.029430429355451933</cx:pt>
          <cx:pt idx="1469">-0.038637945877781021</cx:pt>
          <cx:pt idx="1470">0.0010639635195657205</cx:pt>
          <cx:pt idx="1471">0.021929579781500348</cx:pt>
          <cx:pt idx="1472">0.04139402817544708</cx:pt>
          <cx:pt idx="1473">0.032427399590586187</cx:pt>
          <cx:pt idx="1474">0.008088851108801462</cx:pt>
          <cx:pt idx="1475">-0.026486792203794161</cx:pt>
          <cx:pt idx="1476">-0.02239594979127248</cx:pt>
          <cx:pt idx="1477">0.033861706519619568</cx:pt>
          <cx:pt idx="1478">-0.0029567530794416771</cx:pt>
          <cx:pt idx="1479">0.003610309098320782</cx:pt>
          <cx:pt idx="1480">0.014503680651443874</cx:pt>
          <cx:pt idx="1481">-0.0073640091613402913</cx:pt>
          <cx:pt idx="1482">-0.0081821534388456085</cx:pt>
          <cx:pt idx="1483">0.0052495558880902363</cx:pt>
          <cx:pt idx="1484">-0.014042563184463916</cx:pt>
          <cx:pt idx="1485">-0.0088238070080480929</cx:pt>
          <cx:pt idx="1486">0.0058373941399284864</cx:pt>
          <cx:pt idx="1487">0.0084660873852690152</cx:pt>
          <cx:pt idx="1488">0.0052255089175069916</cx:pt>
          <cx:pt idx="1489">0.014244202866559957</cx:pt>
          <cx:pt idx="1490">0.019153312221774604</cx:pt>
          <cx:pt idx="1491">0.0065659137370621132</cx:pt>
          <cx:pt idx="1492">-0.0031636083306257213</cx:pt>
          <cx:pt idx="1493">0.0051971319091475782</cx:pt>
          <cx:pt idx="1494">0.0073674776990717925</cx:pt>
          <cx:pt idx="1495">-0.0018555880400279276</cx:pt>
          <cx:pt idx="1496">-0.021439743153538231</cx:pt>
          <cx:pt idx="1497">0.0053515577366129129</cx:pt>
          <cx:pt idx="1498">-0.0014951844129200973</cx:pt>
          <cx:pt idx="1499">0.0052261512716576209</cx:pt>
          <cx:pt idx="1500">0.027938049677476335</cx:pt>
          <cx:pt idx="1501">-0.00019854966338322692</cx:pt>
          <cx:pt idx="1502">0.0051322537963408481</cx:pt>
          <cx:pt idx="1503">-0.0080901458617699089</cx:pt>
          <cx:pt idx="1504">0.0065522539504542388</cx:pt>
          <cx:pt idx="1505">0.012513841287817669</cx:pt>
          <cx:pt idx="1506">-0.011240046069890493</cx:pt>
          <cx:pt idx="1507">0.0052893685627063165</cx:pt>
          <cx:pt idx="1508">0.016064781354914577</cx:pt>
          <cx:pt idx="1509">-0.0071177331841780237</cx:pt>
          <cx:pt idx="1510">0.0015410104440026337</cx:pt>
          <cx:pt idx="1511">-0.0037344480634124038</cx:pt>
          <cx:pt idx="1512">-0.014358541942358484</cx:pt>
          <cx:pt idx="1513">0.014175448404164742</cx:pt>
          <cx:pt idx="1514">-0.032987316348280428</cx:pt>
          <cx:pt idx="1515">0.038307811892856383</cx:pt>
          <cx:pt idx="1516">0.002514226155124975</cx:pt>
          <cx:pt idx="1517">-0.0029075456354182411</cx:pt>
          <cx:pt idx="1518">-0.0025365750381318225</cx:pt>
          <cx:pt idx="1519">0.0073499680337378668</cx:pt>
          <cx:pt idx="1520">-0.01216249898280722</cx:pt>
          <cx:pt idx="1521">-0.014791238261926146</cx:pt>
          <cx:pt idx="1522">0.01169595475931566</cx:pt>
          <cx:pt idx="1523">0.023502003774700794</cx:pt>
          <cx:pt idx="1524">0.028450644919027251</cx:pt>
          <cx:pt idx="1525">0.0030498681026013249</cx:pt>
          <cx:pt idx="1526">0.013976433407163256</cx:pt>
          <cx:pt idx="1527">-0.0033069249781530882</cx:pt>
          <cx:pt idx="1528">-0.019070836602296505</cx:pt>
          <cx:pt idx="1529">-0.011785995446711557</cx:pt>
          <cx:pt idx="1530">-0.024335149252055092</cx:pt>
          <cx:pt idx="1531">0.020292722339739465</cx:pt>
          <cx:pt idx="1532">0.012467695440476632</cx:pt>
          <cx:pt idx="1533">-0.0064610354092596413</cx:pt>
          <cx:pt idx="1534">0.019266777759951101</cx:pt>
          <cx:pt idx="1535">-0.0035591216404105707</cx:pt>
          <cx:pt idx="1536">0.021316534770195929</cx:pt>
          <cx:pt idx="1537">-0.0066348534393846801</cx:pt>
          <cx:pt idx="1538">0.0048399017148384963</cx:pt>
          <cx:pt idx="1539">0.012759427552731604</cx:pt>
          <cx:pt idx="1540">-0.001686122325035842</cx:pt>
          <cx:pt idx="1541">-0.0030782905514785933</cx:pt>
          <cx:pt idx="1542">-0.017620061541376995</cx:pt>
          <cx:pt idx="1543">-0.0052762982285660814</cx:pt>
          <cx:pt idx="1544">0.0033477514161636638</cx:pt>
          <cx:pt idx="1545">-0.029149895424276557</cx:pt>
          <cx:pt idx="1546">-0.0042542643901415352</cx:pt>
          <cx:pt idx="1547">0.009981599271271584</cx:pt>
          <cx:pt idx="1548">-0.045845514273090825</cx:pt>
          <cx:pt idx="1549">0.012559192347313104</cx:pt>
          <cx:pt idx="1550">0.035931088316359001</cx:pt>
          <cx:pt idx="1551">-0.02283542413134718</cx:pt>
          <cx:pt idx="1552">-0.028748171682484152</cx:pt>
          <cx:pt idx="1553">-0.023339504383292128</cx:pt>
          <cx:pt idx="1554">0.016492477471534095</cx:pt>
          <cx:pt idx="1555">-0.043569307903655694</cx:pt>
          <cx:pt idx="1556">0.049536026751664582</cx:pt>
          <cx:pt idx="1557">-0.0088102209677936704</cx:pt>
          <cx:pt idx="1558">0.023067548495418165</cx:pt>
          <cx:pt idx="1559">-0.0083781570968422051</cx:pt>
          <cx:pt idx="1560">0.02161373096495869</cx:pt>
          <cx:pt idx="1561">0.011021869141813865</cx:pt>
          <cx:pt idx="1562">-0.00094114838016892189</cx:pt>
          <cx:pt idx="1563">-0.035356373501709115</cx:pt>
          <cx:pt idx="1564">0.0015279703270707926</cx:pt>
          <cx:pt idx="1565">0.025151363967408625</cx:pt>
          <cx:pt idx="1566">-0.0091918391230119845</cx:pt>
          <cx:pt idx="1567">-0.020036080307486145</cx:pt>
          <cx:pt idx="1568">0.0011379537380953077</cx:pt>
          <cx:pt idx="1569">0.018291778503570024</cx:pt>
          <cx:pt idx="1570">0.00092445217191974675</cx:pt>
          <cx:pt idx="1571">-0.01045186467628564</cx:pt>
          <cx:pt idx="1572">0.022621081794926778</cx:pt>
          <cx:pt idx="1573">0.020378813345383363</cx:pt>
          <cx:pt idx="1574">0.019986166963067081</cx:pt>
          <cx:pt idx="1575">-0.0027502089817693972</cx:pt>
          <cx:pt idx="1576">0.012172799169324134</cx:pt>
          <cx:pt idx="1577">0.015097255694454548</cx:pt>
          <cx:pt idx="1578">0.011743492256514686</cx:pt>
          <cx:pt idx="1579">0.0060873275307288905</cx:pt>
          <cx:pt idx="1580">0.019608832991006252</cx:pt>
          <cx:pt idx="1581">-0.017688135667078202</cx:pt>
          <cx:pt idx="1582">0.026613108094022574</cx:pt>
          <cx:pt idx="1583">-0.0033965210934928012</cx:pt>
          <cx:pt idx="1584">-0.010060486476900223</cx:pt>
          <cx:pt idx="1585">-0.011881737434404805</cx:pt>
          <cx:pt idx="1586">0.0073411231789183001</cx:pt>
          <cx:pt idx="1587">-0.020001395814434209</cx:pt>
          <cx:pt idx="1588">0.020111129501504794</cx:pt>
          <cx:pt idx="1589">0.0070438440823608912</cx:pt>
          <cx:pt idx="1590">-0.0023821933135939537</cx:pt>
          <cx:pt idx="1591">-0.0092248838432213934</cx:pt>
          <cx:pt idx="1592">0.002090462363109133</cx:pt>
          <cx:pt idx="1593">-0.016018645248066201</cx:pt>
          <cx:pt idx="1594">0.00025764976038212276</cx:pt>
          <cx:pt idx="1595">-0.027678637438689559</cx:pt>
          <cx:pt idx="1596">0.003623732276473056</cx:pt>
          <cx:pt idx="1597">0.01022423337841478</cx:pt>
          <cx:pt idx="1598">0.010274717325879316</cx:pt>
          <cx:pt idx="1599">-0.029549971710351359</cx:pt>
          <cx:pt idx="1600">-0.0039608673153162799</cx:pt>
          <cx:pt idx="1601">-0.030764352746676046</cx:pt>
          <cx:pt idx="1602">0.011374752995174636</cx:pt>
          <cx:pt idx="1603">0.025849922618067074</cx:pt>
          <cx:pt idx="1604">-0.0067563326788708175</cx:pt>
          <cx:pt idx="1605">-0.010371125468884343</cx:pt>
          <cx:pt idx="1606">0.002284831873489455</cx:pt>
          <cx:pt idx="1607">0.024552654304977967</cx:pt>
          <cx:pt idx="1608">-0.0022544166894798204</cx:pt>
          <cx:pt idx="1609">0.022344580174857787</cx:pt>
          <cx:pt idx="1610">-0.00029855020079771718</cx:pt>
          <cx:pt idx="1611">0.00087107272924582179</cx:pt>
          <cx:pt idx="1612">-0.0085071204503399216</cx:pt>
          <cx:pt idx="1613">0.01083811357549916</cx:pt>
          <cx:pt idx="1614">-0.0015396783987688654</cx:pt>
          <cx:pt idx="1615">0.012471147902911301</cx:pt>
          <cx:pt idx="1616">-0.0051642778490886242</cx:pt>
          <cx:pt idx="1617">0.023698369255952399</cx:pt>
          <cx:pt idx="1618">0.0007544973444805821</cx:pt>
          <cx:pt idx="1619">-0.0012330949101568918</cx:pt>
          <cx:pt idx="1620">-0.0010809766512488554</cx:pt>
          <cx:pt idx="1621">-0.00043831743899870276</cx:pt>
          <cx:pt idx="1622">0.010841383064093603</cx:pt>
          <cx:pt idx="1623">0.01571512631625167</cx:pt>
          <cx:pt idx="1624">-0.0075786458975596648</cx:pt>
          <cx:pt idx="1625">-0.0016728384316258215</cx:pt>
          <cx:pt idx="1626">0.020457853279348723</cx:pt>
          <cx:pt idx="1627">-0.010565891635533241</cx:pt>
          <cx:pt idx="1628">0.0065736974751250963</cx:pt>
          <cx:pt idx="1629">0.014135346242256533</cx:pt>
          <cx:pt idx="1630">0.0016261793957597817</cx:pt>
          <cx:pt idx="1631">0.0031937679347268147</cx:pt>
          <cx:pt idx="1632">-0.0035727084049043058</cx:pt>
          <cx:pt idx="1633">0.022233950698043969</cx:pt>
          <cx:pt idx="1634">0.00730649149762253</cx:pt>
          <cx:pt idx="1635">0.0035272774591272212</cx:pt>
          <cx:pt idx="1636">0.0015631004587739763</cx:pt>
          <cx:pt idx="1637">0.015576817743792624</cx:pt>
          <cx:pt idx="1638">0.009833143509385146</cx:pt>
          <cx:pt idx="1639">0.0038828912730838067</cx:pt>
          <cx:pt idx="1640">-0.012136691600238126</cx:pt>
          <cx:pt idx="1641">0.011660784744278048</cx:pt>
          <cx:pt idx="1642">0.0042830911183239515</cx:pt>
          <cx:pt idx="1643">0.00063831987898047124</cx:pt>
          <cx:pt idx="1644">0.0072719274770859012</cx:pt>
          <cx:pt idx="1645">-0.016852232418939166</cx:pt>
          <cx:pt idx="1646">-0.020045250177320836</cx:pt>
          <cx:pt idx="1647">-0.0058694420468839636</cx:pt>
          <cx:pt idx="1648">0.013406041941530389</cx:pt>
          <cx:pt idx="1649">0.013283221264572771</cx:pt>
          <cx:pt idx="1650">0.0084421155066033947</cx:pt>
          <cx:pt idx="1651">0.0066566632866292249</cx:pt>
          <cx:pt idx="1652">-0.001864013037805468</cx:pt>
          <cx:pt idx="1653">-0.011463031236256544</cx:pt>
          <cx:pt idx="1654">0.00012159022949841022</cx:pt>
          <cx:pt idx="1655">0.0064199434895153736</cx:pt>
          <cx:pt idx="1656">5.2198593903501401e-05</cx:pt>
          <cx:pt idx="1657">0.0031812220858339637</cx:pt>
          <cx:pt idx="1658">0.011319345708404743</cx:pt>
          <cx:pt idx="1659">0.0058188045176618504</cx:pt>
          <cx:pt idx="1660">0.0040299497989812185</cx:pt>
          <cx:pt idx="1661">-0.0066789963392607146</cx:pt>
          <cx:pt idx="1662">-0.0027754536779489854</cx:pt>
          <cx:pt idx="1663">-0.0097917297765350696</cx:pt>
          <cx:pt idx="1664">-0.0025755075635088289</cx:pt>
          <cx:pt idx="1665">0.010050809615095774</cx:pt>
          <cx:pt idx="1666">0.0063948122680622683</cx:pt>
          <cx:pt idx="1667">0.0039334107530767225</cx:pt>
          <cx:pt idx="1668">-0.011075677290618749</cx:pt>
          <cx:pt idx="1669">-0.021633058880238712</cx:pt>
          <cx:pt idx="1670">0.015142231238519762</cx:pt>
          <cx:pt idx="1671">0.020203846478604924</cx:pt>
          <cx:pt idx="1672">0.022415070640138857</cx:pt>
          <cx:pt idx="1673">-0.0022648372106851855</cx:pt>
          <cx:pt idx="1674">0.0023008533224625665</cx:pt>
          <cx:pt idx="1675">-0.0057769562210532987</cx:pt>
          <cx:pt idx="1676">0.013424556464289342</cx:pt>
          <cx:pt idx="1677">0.015764573700591179</cx:pt>
          <cx:pt idx="1678">-0.0081724728178655063</cx:pt>
          <cx:pt idx="1679">0.0023916650990118637</cx:pt>
          <cx:pt idx="1680">0.0033955322015175498</cx:pt>
          <cx:pt idx="1681">0.0079315347524421542</cx:pt>
          <cx:pt idx="1682">0.0034967530260922707</cx:pt>
          <cx:pt idx="1683">-0.010272048313661481</cx:pt>
          <cx:pt idx="1684">-0.0050092760190833122</cx:pt>
          <cx:pt idx="1685">-0.012502318329083956</cx:pt>
          <cx:pt idx="1686">-0.00068185591295085888</cx:pt>
          <cx:pt idx="1687">-0.0042385836389214806</cx:pt>
          <cx:pt idx="1688">0.0063573853682090372</cx:pt>
          <cx:pt idx="1689">-0.0014230644249566896</cx:pt>
          <cx:pt idx="1690">-0.01578765785049981</cx:pt>
          <cx:pt idx="1691">-0.024680386403995242</cx:pt>
          <cx:pt idx="1692">0.002804980510994824</cx:pt>
          <cx:pt idx="1693">0.020633472626099235</cx:pt>
          <cx:pt idx="1694">0.012460200045060372</cx:pt>
          <cx:pt idx="1695">-0.0040103687140094612</cx:pt>
          <cx:pt idx="1696">-0.0099075313888821459</cx:pt>
          <cx:pt idx="1697">-0.03078685064782188</cx:pt>
          <cx:pt idx="1698">-0.00091522181286631909</cx:pt>
          <cx:pt idx="1699">-0.0049526292395080281</cx:pt>
          <cx:pt idx="1700">0.0076391742626699642</cx:pt>
          <cx:pt idx="1701">-0.028951897883674693</cx:pt>
          <cx:pt idx="1702">0.020003153075175591</cx:pt>
          <cx:pt idx="1703">0.0062618477797471575</cx:pt>
          <cx:pt idx="1704">0.012170284430908737</cx:pt>
          <cx:pt idx="1705">-0.0043491193910879557</cx:pt>
          <cx:pt idx="1706">-0.002220456344127941</cx:pt>
          <cx:pt idx="1707">-0.0073353806834911446</cx:pt>
          <cx:pt idx="1708">0.0032785126446651194</cx:pt>
          <cx:pt idx="1709">0.024759235285405797</cx:pt>
          <cx:pt idx="1710">0.0050444910474192221</cx:pt>
          <cx:pt idx="1711">0.011715769665027062</cx:pt>
          <cx:pt idx="1712">0.0096882121971440978</cx:pt>
          <cx:pt idx="1713">-0.00036865277152195122</cx:pt>
          <cx:pt idx="1714">0.0081472489830231812</cx:pt>
          <cx:pt idx="1715">-0.0023829270774389536</cx:pt>
          <cx:pt idx="1716">0.0057229339794675716</cx:pt>
          <cx:pt idx="1717">0.020350356421283518</cx:pt>
          <cx:pt idx="1718">-0.0024817573223781405</cx:pt>
          <cx:pt idx="1719">0.019184465376301325</cx:pt>
          <cx:pt idx="1720">-0.0014806555554507581</cx:pt>
          <cx:pt idx="1721">0.0010514644196171054</cx:pt>
          <cx:pt idx="1722">0.012881128129625599</cx:pt>
          <cx:pt idx="1723">0.0082523770518491101</cx:pt>
          <cx:pt idx="1724">0.032101620278795678</cx:pt>
          <cx:pt idx="1725">0.0016749331306957454</cx:pt>
          <cx:pt idx="1726">0.0091411561079747447</cx:pt>
          <cx:pt idx="1727">0.00095341648200717409</cx:pt>
          <cx:pt idx="1728">-0.023786285347505251</cx:pt>
          <cx:pt idx="1729">0.0097271680587400194</cx:pt>
          <cx:pt idx="1730">0.010094321916771131</cx:pt>
          <cx:pt idx="1731">-0.0027251426263900556</cx:pt>
          <cx:pt idx="1732">0.0068931097379581457</cx:pt>
          <cx:pt idx="1733">-0.0014509016706492055</cx:pt>
          <cx:pt idx="1734">0.033930315070581779</cx:pt>
          <cx:pt idx="1735">0.020211353434184884</cx:pt>
          <cx:pt idx="1736">-0.0066616458284385069</cx:pt>
          <cx:pt idx="1737">0.00012514829931759548</cx:pt>
          <cx:pt idx="1738">0.011040351919822748</cx:pt>
          <cx:pt idx="1739">-0.030362272269563347</cx:pt>
          <cx:pt idx="1740">0.03318974805329318</cx:pt>
          <cx:pt idx="1741">0.0047100987337405763</cx:pt>
          <cx:pt idx="1742">-0.011250942207975571</cx:pt>
          <cx:pt idx="1743">0.0014782640745599701</cx:pt>
          <cx:pt idx="1744">-0.019942431321625549</cx:pt>
          <cx:pt idx="1745">0.0067974116604074385</cx:pt>
          <cx:pt idx="1746">0.046056707787024323</cx:pt>
          <cx:pt idx="1747">0.0050972344063926842</cx:pt>
          <cx:pt idx="1748">-0.014551369089052775</cx:pt>
          <cx:pt idx="1749">0.022554983441215228</cx:pt>
          <cx:pt idx="1750">-0.031577325195414022</cx:pt>
          <cx:pt idx="1751">-0.0059599100568420325</cx:pt>
          <cx:pt idx="1752">0.042031742220256053</cx:pt>
          <cx:pt idx="1753">-0.042328323155714241</cx:pt>
          <cx:pt idx="1754">-0.010052445856618922</cx:pt>
          <cx:pt idx="1755">-0.0077579210535422263</cx:pt>
          <cx:pt idx="1756">0.029739941826977298</cx:pt>
          <cx:pt idx="1757">0.011696586868970989</cx:pt>
          <cx:pt idx="1758">0.0074916431252112642</cx:pt>
          <cx:pt idx="1759">0.027461124935198554</cx:pt>
          <cx:pt idx="1760">-0.0097805832161833844</cx:pt>
          <cx:pt idx="1761">-0.00099770873772160444</cx:pt>
          <cx:pt idx="1762">-0.0095663087493232015</cx:pt>
          <cx:pt idx="1763">-0.0047241418986216374</cx:pt>
          <cx:pt idx="1764">0.020042691814501048</cx:pt>
          <cx:pt idx="1765">-0.016070651682629056</cx:pt>
          <cx:pt idx="1766">-0.035590639500548887</cx:pt>
          <cx:pt idx="1767">-0.0019518226138066791</cx:pt>
          <cx:pt idx="1768">-0.010589806169735087</cx:pt>
          <cx:pt idx="1769">0.0024351666755603025</cx:pt>
          <cx:pt idx="1770">0.013680014866573236</cx:pt>
          <cx:pt idx="1771">0.0047251490478446012</cx:pt>
          <cx:pt idx="1772">-0.027372544537091252</cx:pt>
          <cx:pt idx="1773">0.010245002717251029</cx:pt>
          <cx:pt idx="1774">-0.028492521527734876</cx:pt>
          <cx:pt idx="1775">-0.023999816726761308</cx:pt>
          <cx:pt idx="1776">-0.020421253656264297</cx:pt>
          <cx:pt idx="1777">-0.020343113696353856</cx:pt>
          <cx:pt idx="1778">-0.00047110781788568861</cx:pt>
          <cx:pt idx="1779">-0.023772365475866995</cx:pt>
          <cx:pt idx="1780">0.0076494495908821618</cx:pt>
          <cx:pt idx="1781">-0.016078963045112117</cx:pt>
          <cx:pt idx="1782">0.049018984660706671</cx:pt>
          <cx:pt idx="1783">0.037751667960149747</cx:pt>
          <cx:pt idx="1784">0.0008094182449022594</cx:pt>
          <cx:pt idx="1785">0.015689802009825515</cx:pt>
          <cx:pt idx="1786">-0.028419337541305423</cx:pt>
          <cx:pt idx="1787">0.0038368452655356835</cx:pt>
          <cx:pt idx="1788">0.00027101105011338576</cx:pt>
          <cx:pt idx="1789">0.016870762160023898</cx:pt>
          <cx:pt idx="1790">0.028086148861509831</cx:pt>
          <cx:pt idx="1791">-0.02519774547386441</cx:pt>
          <cx:pt idx="1792">-0.036724648384236343</cx:pt>
          <cx:pt idx="1793">0.0033978621370660679</cx:pt>
          <cx:pt idx="1794">0.044041888878505644</cx:pt>
          <cx:pt idx="1795">-0.0017702208858067147</cx:pt>
          <cx:pt idx="1796">-0.034904426250046659</cx:pt>
          <cx:pt idx="1797">-0.014673993296890068</cx:pt>
          <cx:pt idx="1798">-0.012938987336675076</cx:pt>
          <cx:pt idx="1799">-0.031119011354158031</cx:pt>
          <cx:pt idx="1800">0.032046507859434137</cx:pt>
          <cx:pt idx="1801">0.015353817377610213</cx:pt>
          <cx:pt idx="1802">0.0023842766513243394</cx:pt>
          <cx:pt idx="1803">-0.021500910520761345</cx:pt>
          <cx:pt idx="1804">0.026757781121393726</cx:pt>
          <cx:pt idx="1805">-0.010795510065052175</cx:pt>
          <cx:pt idx="1806">-0.02249799483983829</cx:pt>
          <cx:pt idx="1807">-0.040109782077986954</cx:pt>
          <cx:pt idx="1808">-0.0037976353544646561</cx:pt>
          <cx:pt idx="1809">0.044864952855425376</cx:pt>
          <cx:pt idx="1810">-0.022488519079020698</cx:pt>
          <cx:pt idx="1811">-0.02133339223503954</cx:pt>
          <cx:pt idx="1812">-0.026623437653026341</cx:pt>
          <cx:pt idx="1813">0.044752019596839894</cx:pt>
          <cx:pt idx="1814">0.039083612738490849</cx:pt>
          <cx:pt idx="1815">0.0068432663336561545</cx:pt>
          <cx:pt idx="1816">0.030048736405842595</cx:pt>
          <cx:pt idx="1817">0.0053869046812609137</cx:pt>
          <cx:pt idx="1818">0.010636558900569968</cx:pt>
          <cx:pt idx="1819">-0.010952589135368099</cx:pt>
          <cx:pt idx="1820">0.043063562498907054</cx:pt>
          <cx:pt idx="1821">-0.0025068181270534954</cx:pt>
          <cx:pt idx="1822">0.010864646111683607</cx:pt>
          <cx:pt idx="1823">0.017474709126177913</cx:pt>
          <cx:pt idx="1824">-0.015724696544277477</cx:pt>
          <cx:pt idx="1825">-0.016870727673468443</cx:pt>
          <cx:pt idx="1826">-0.0083796621444000678</cx:pt>
          <cx:pt idx="1827">0.021775348788856896</cx:pt>
          <cx:pt idx="1828">-0.029576797272219051</cx:pt>
          <cx:pt idx="1829">-0.029044481593136967</cx:pt>
          <cx:pt idx="1830">-0.00039559629245767945</cx:pt>
          <cx:pt idx="1831">-0.021273063745401482</cx:pt>
          <cx:pt idx="1832">-0.031949250514443146</cx:pt>
          <cx:pt idx="1833">-0.0020303744826418845</cx:pt>
          <cx:pt idx="1834">0.019521925715339034</cx:pt>
          <cx:pt idx="1835">-0.032064201031455658</cx:pt>
          <cx:pt idx="1836">0.0073784739113953229</cx:pt>
          <cx:pt idx="1837">0.016583127199952807</cx:pt>
          <cx:pt idx="1838">-0.0071428808078349343</cx:pt>
          <cx:pt idx="1839">-0.022471190313827789</cx:pt>
          <cx:pt idx="1840">-0.028095995705817899</cx:pt>
          <cx:pt idx="1841">0.012459986427602085</cx:pt>
          <cx:pt idx="1842">-0.042210475435856001</cx:pt>
          <cx:pt idx="1843">-0.0046816393384841041</cx:pt>
          <cx:pt idx="1844">0.049986202207138654</cx:pt>
          <cx:pt idx="1845">-0.043426889246385263</cx:pt>
          <cx:pt idx="1846">0.021577066266627632</cx:pt>
          <cx:pt idx="1847">0.0058455065036291613</cx:pt>
          <cx:pt idx="1848">0.039090192171587136</cx:pt>
          <cx:pt idx="1849">-0.056117098811828248</cx:pt>
          <cx:pt idx="1850">-0.0021675621121244716</cx:pt>
          <cx:pt idx="1851">-0.048640206654969348</cx:pt>
          <cx:pt idx="1852">0.022413101723975183</cx:pt>
          <cx:pt idx="1853">-0.045397406810215639</cx:pt>
          <cx:pt idx="1854">-0.020226573280888473</cx:pt>
          <cx:pt idx="1855">0.049225617574442354</cx:pt>
          <cx:pt idx="1856">-0.014376879379809963</cx:pt>
          <cx:pt idx="1857">0.036661487541527218</cx:pt>
          <cx:pt idx="1858">-0.057982553819912352</cx:pt>
          <cx:pt idx="1859">-0.019228789245598621</cx:pt>
          <cx:pt idx="1860">-0.0049646839365951375</cx:pt>
          <cx:pt idx="1861">0.026110958100252612</cx:pt>
          <cx:pt idx="1862">-0.023990987909153993</cx:pt>
          <cx:pt idx="1863">0.01722565243612743</cx:pt>
          <cx:pt idx="1864">0.032614363973300031</cx:pt>
          <cx:pt idx="1865">0.041417951182143434</cx:pt>
          <cx:pt idx="1866">-0.0064773072579996614</cx:pt>
          <cx:pt idx="1867">-0.0065376301417400641</cx:pt>
          <cx:pt idx="1868">0.031074927004265156</cx:pt>
          <cx:pt idx="1869">-0.036311810500606986</cx:pt>
          <cx:pt idx="1870">0.0038663013551570821</cx:pt>
          <cx:pt idx="1871">0.01241362241549551</cx:pt>
          <cx:pt idx="1872">-0.01087962612055331</cx:pt>
          <cx:pt idx="1873">-0.032271419494141536</cx:pt>
          <cx:pt idx="1874">-0.043241854101145158</cx:pt>
          <cx:pt idx="1875">-0.049690202785213883</cx:pt>
          <cx:pt idx="1876">0.010225756334764002</cx:pt>
          <cx:pt idx="1877">0.02464206808307726</cx:pt>
          <cx:pt idx="1878">-0.044346406979849567</cx:pt>
          <cx:pt idx="1879">0.010905801466280063</cx:pt>
          <cx:pt idx="1880">0.032134751047409559</cx:pt>
          <cx:pt idx="1881">-0.0076731938977104312</cx:pt>
          <cx:pt idx="1882">0.008923840747594048</cx:pt>
          <cx:pt idx="1883">0.036023068929660479</cx:pt>
          <cx:pt idx="1884">-0.005198615907493505</cx:pt>
          <cx:pt idx="1885">-0.034444378097204187</cx:pt>
          <cx:pt idx="1886">-0.0029884318142735927</cx:pt>
          <cx:pt idx="1887">-0.017022918222530915</cx:pt>
          <cx:pt idx="1888">-0.0062557052420991145</cx:pt>
          <cx:pt idx="1889">0.019283984057729832</cx:pt>
          <cx:pt idx="1890">0.010044612278837486</cx:pt>
          <cx:pt idx="1891">0.029753419261001716</cx:pt>
          <cx:pt idx="1892">0.0022576573371086645</cx:pt>
          <cx:pt idx="1893">-0.022493559463080706</cx:pt>
          <cx:pt idx="1894">-0.00074683288466695277</cx:pt>
          <cx:pt idx="1895">3.4475052982225199e-05</cx:pt>
          <cx:pt idx="1896">0.014433874001775029</cx:pt>
          <cx:pt idx="1897">0.017438737998119128</cx:pt>
          <cx:pt idx="1898">-0.0069282453242754775</cx:pt>
          <cx:pt idx="1899">0.036089376508726019</cx:pt>
          <cx:pt idx="1900">0.02250041354909978</cx:pt>
          <cx:pt idx="1901">0.014336557729153545</cx:pt>
          <cx:pt idx="1902">-0.018251990797497897</cx:pt>
          <cx:pt idx="1903">-0.0095067836709780626</cx:pt>
          <cx:pt idx="1904">-0.01587655986688135</cx:pt>
          <cx:pt idx="1905">0.046658330657231281</cx:pt>
          <cx:pt idx="1906">0.0097137446061411788</cx:pt>
          <cx:pt idx="1907">0.020581377593344975</cx:pt>
          <cx:pt idx="1908">0.0011114986919156858</cx:pt>
          <cx:pt idx="1909">-0.004929851826508176</cx:pt>
          <cx:pt idx="1910">0.029528750598945479</cx:pt>
          <cx:pt idx="1911">0.0056535115332501124</cx:pt>
          <cx:pt idx="1912">-0.0071803824391631866</cx:pt>
          <cx:pt idx="1913">-0.020357934955176297</cx:pt>
          <cx:pt idx="1914">-0.015041653172691724</cx:pt>
          <cx:pt idx="1915">0.03564415086965473</cx:pt>
          <cx:pt idx="1916">-0.0048499947707630981</cx:pt>
          <cx:pt idx="1917">0.028154136823915675</cx:pt>
          <cx:pt idx="1918">0.0075049764255792064</cx:pt>
          <cx:pt idx="1919">-0.003709070390947429</cx:pt>
          <cx:pt idx="1920">-0.0067991476715559352</cx:pt>
          <cx:pt idx="1921">0.010616151834201351</cx:pt>
          <cx:pt idx="1922">-0.025888391322756808</cx:pt>
          <cx:pt idx="1923">-0.030795022289669349</cx:pt>
          <cx:pt idx="1924">0.00075424191344375738</cx:pt>
          <cx:pt idx="1925">0.0011107392777002527</cx:pt>
          <cx:pt idx="1926">0.023482407240091738</cx:pt>
          <cx:pt idx="1927">-0.053205136933225025</cx:pt>
          <cx:pt idx="1928">-0.016877946766654068</cx:pt>
          <cx:pt idx="1929">-0.015417383000368106</cx:pt>
          <cx:pt idx="1930">-0.013237992982970665</cx:pt>
          <cx:pt idx="1931">-0.017566870842562646</cx:pt>
          <cx:pt idx="1932">-0.014683805556680699</cx:pt>
          <cx:pt idx="1933">-0.010009877692976777</cx:pt>
          <cx:pt idx="1934">0.0123046057521334</cx:pt>
          <cx:pt idx="1935">0.0031408253710825582</cx:pt>
          <cx:pt idx="1936">0.022174763257759005</cx:pt>
          <cx:pt idx="1937">0.022606280941443981</cx:pt>
          <cx:pt idx="1938">-0.066518805575911666</cx:pt>
          <cx:pt idx="1939">0.0029563182012021126</cx:pt>
          <cx:pt idx="1940">-0.018064384496934205</cx:pt>
          <cx:pt idx="1941">-0.00074935131130031234</cx:pt>
          <cx:pt idx="1942">0.015320494923801706</cx:pt>
          <cx:pt idx="1943">-0.00059396317762428451</cx:pt>
          <cx:pt idx="1944">-0.012569351237797295</cx:pt>
          <cx:pt idx="1945">-0.019684891704670582</cx:pt>
          <cx:pt idx="1946">-0.011448260103662636</cx:pt>
          <cx:pt idx="1947">-0.0080063590787897276</cx:pt>
          <cx:pt idx="1948">0.0081958508785873723</cx:pt>
          <cx:pt idx="1949">0.0045135795600816982</cx:pt>
          <cx:pt idx="1950">-0.040336281220590797</cx:pt>
          <cx:pt idx="1951">-0.019463153819186781</cx:pt>
          <cx:pt idx="1952">0.032289634787343355</cx:pt>
          <cx:pt idx="1953">0.034448019643625497</cx:pt>
          <cx:pt idx="1954">0.0033213436449053492</cx:pt>
          <cx:pt idx="1955">-0.0072913817787943064</cx:pt>
          <cx:pt idx="1956">-0.050803772973799635</cx:pt>
          <cx:pt idx="1957">-0.014217749197095569</cx:pt>
          <cx:pt idx="1958">-0.0091197226258183627</cx:pt>
          <cx:pt idx="1959">-0.0044529117553746209</cx:pt>
          <cx:pt idx="1960">0.03508831344553915</cx:pt>
          <cx:pt idx="1961">-0.038957238537585662</cx:pt>
          <cx:pt idx="1962">0.036004767003945712</cx:pt>
          <cx:pt idx="1963">0.0069877295955129608</cx:pt>
          <cx:pt idx="1964">0.0023793903456418596</cx:pt>
          <cx:pt idx="1965">0.0046905227014316028</cx:pt>
          <cx:pt idx="1966">0.027930196364584686</cx:pt>
          <cx:pt idx="1967">0.013385256186680078</cx:pt>
          <cx:pt idx="1968">0.02629465905437001</cx:pt>
          <cx:pt idx="1969">-0.020793184135834496</cx:pt>
          <cx:pt idx="1970">-0.012909721340175257</cx:pt>
          <cx:pt idx="1971">0.058683959301900998</cx:pt>
          <cx:pt idx="1972">-0.015540297571408131</cx:pt>
          <cx:pt idx="1973">-0.008135941614792884</cx:pt>
          <cx:pt idx="1974">-0.031179123716949204</cx:pt>
          <cx:pt idx="1975">-0.019590439902498005</cx:pt>
          <cx:pt idx="1976">0.021619667481406847</cx:pt>
          <cx:pt idx="1977">0.0091043430942888501</cx:pt>
          <cx:pt idx="1978">0.0092904701937077273</cx:pt>
          <cx:pt idx="1979">-0.036196327045781872</cx:pt>
          <cx:pt idx="1980">0.098806655339289465</cx:pt>
          <cx:pt idx="1981">0.023400357162159484</cx:pt>
          <cx:pt idx="1982">-0.0077209657933236002</cx:pt>
          <cx:pt idx="1983">0.014993853860111641</cx:pt>
          <cx:pt idx="1984">-0.022079125862771852</cx:pt>
          <cx:pt idx="1985">0.0052434657414684952</cx:pt>
          <cx:pt idx="1986">-0.0012654335336377371</cx:pt>
          <cx:pt idx="1987">-0.013010125550564477</cx:pt>
          <cx:pt idx="1988">0.024464189713535121</cx:pt>
          <cx:pt idx="1989">0.012543472590613459</cx:pt>
          <cx:pt idx="1990">-0.014790029060871141</cx:pt>
          <cx:pt idx="1991">-0.025109689307821509</cx:pt>
          <cx:pt idx="1992">-0.014004827897635545</cx:pt>
          <cx:pt idx="1993">0.057185900213146332</cx:pt>
          <cx:pt idx="1994">0.0026350783908019931</cx:pt>
          <cx:pt idx="1995">-0.0078971530265505609</cx:pt>
          <cx:pt idx="1996">-0.012572820085377242</cx:pt>
          <cx:pt idx="1997">-0.026003146675718024</cx:pt>
          <cx:pt idx="1998">-0.0052640084706200132</cx:pt>
          <cx:pt idx="1999">0.027161944773074771</cx:pt>
          <cx:pt idx="2000">-0.005598498975755691</cx:pt>
          <cx:pt idx="2001">0.021597586566447943</cx:pt>
          <cx:pt idx="2002">0.014032365384598003</cx:pt>
          <cx:pt idx="2003">-0.014361052688413926</cx:pt>
          <cx:pt idx="2004">-0.041523217364921636</cx:pt>
          <cx:pt idx="2005">-0.014858744156846551</cx:pt>
          <cx:pt idx="2006">-0.01478162138991284</cx:pt>
          <cx:pt idx="2007">-0.0033975727891502462</cx:pt>
          <cx:pt idx="2008">0.022113577541849228</cx:pt>
          <cx:pt idx="2009">-0.037286219103469964</cx:pt>
          <cx:pt idx="2010">-0.0023221618472525117</cx:pt>
          <cx:pt idx="2011">-0.026269915411781437</cx:pt>
          <cx:pt idx="2012">-0.019239691235848639</cx:pt>
          <cx:pt idx="2013">0.030307712866916477</cx:pt>
          <cx:pt idx="2014">0.0009894120058188227</cx:pt>
          <cx:pt idx="2015">-0.022680870296414517</cx:pt>
          <cx:pt idx="2016">0.013761612232011951</cx:pt>
          <cx:pt idx="2017">-0.017216140298071943</cx:pt>
          <cx:pt idx="2018">0.037001997725250424</cx:pt>
          <cx:pt idx="2019">0.017130398175949246</cx:pt>
          <cx:pt idx="2020">0.0086026147582593561</cx:pt>
          <cx:pt idx="2021">0.016204085483599199</cx:pt>
          <cx:pt idx="2022">0.00890089639395838</cx:pt>
          <cx:pt idx="2023">0.010884947094583592</cx:pt>
          <cx:pt idx="2024">0.015496282665507777</cx:pt>
          <cx:pt idx="2025">-0.011301214771625614</cx:pt>
          <cx:pt idx="2026">-0.013059247600825342</cx:pt>
          <cx:pt idx="2027">0.032304392993439242</cx:pt>
          <cx:pt idx="2028">0.038358420450117912</cx:pt>
          <cx:pt idx="2029">0.0053870927213319668</cx:pt>
          <cx:pt idx="2030">-0.0012816201937177216</cx:pt>
          <cx:pt idx="2031">0.017820271440661992</cx:pt>
          <cx:pt idx="2032">0.013002195171967152</cx:pt>
          <cx:pt idx="2033">-0.030157693156108646</cx:pt>
          <cx:pt idx="2034">0.012974291786597847</cx:pt>
          <cx:pt idx="2035">0.030702664258777972</cx:pt>
          <cx:pt idx="2036">0.032919369681127866</cx:pt>
          <cx:pt idx="2037">0.0001588545925574386</cx:pt>
          <cx:pt idx="2038">-0.012889006802881872</cx:pt>
          <cx:pt idx="2039">0.028181435474675866</cx:pt>
          <cx:pt idx="2040">-0.012684491949199446</cx:pt>
          <cx:pt idx="2041">-0.0033406836626579685</cx:pt>
          <cx:pt idx="2042">-0.01263738303195544</cx:pt>
          <cx:pt idx="2043">0.020180016992514777</cx:pt>
          <cx:pt idx="2044">0.014031313419103988</cx:pt>
          <cx:pt idx="2045">0.0044782836551810054</cx:pt>
          <cx:pt idx="2046">-0.016435035635115461</cx:pt>
          <cx:pt idx="2047">-0.01353401473061943</cx:pt>
          <cx:pt idx="2048">-0.027520493372844908</cx:pt>
          <cx:pt idx="2049">0.0011274903483275158</cx:pt>
          <cx:pt idx="2050">0.04191893208005356</cx:pt>
          <cx:pt idx="2051">-0.016320819560214091</cx:pt>
          <cx:pt idx="2052">0.00721420946288909</cx:pt>
          <cx:pt idx="2053">-0.0044195376210189553</cx:pt>
          <cx:pt idx="2054">-0.013861843156431016</cx:pt>
          <cx:pt idx="2055">0.010954106654908169</cx:pt>
          <cx:pt idx="2056">0.028165203487455694</cx:pt>
          <cx:pt idx="2057">0.0056526818881360158</cx:pt>
          <cx:pt idx="2058">-0.012957831423434426</cx:pt>
          <cx:pt idx="2059">0.016710025217524471</cx:pt>
          <cx:pt idx="2060">-0.018155671710870507</cx:pt>
          <cx:pt idx="2061">-0.015945279639219021</cx:pt>
          <cx:pt idx="2062">0.0073124406284753923</cx:pt>
          <cx:pt idx="2063">0.024725008148986358</cx:pt>
          <cx:pt idx="2064">0.0030819442200254506</cx:pt>
          <cx:pt idx="2065">0.032357616577449108</cx:pt>
          <cx:pt idx="2066">-3.4180168517426143e-05</cx:pt>
          <cx:pt idx="2067">0.010348360261053773</cx:pt>
          <cx:pt idx="2068">0.0084067310403238612</cx:pt>
          <cx:pt idx="2069">-0.003642086309348893</cx:pt>
          <cx:pt idx="2070">0.015721078514657188</cx:pt>
          <cx:pt idx="2071">-0.00020848917970064815</cx:pt>
          <cx:pt idx="2072">-0.01012375217586276</cx:pt>
          <cx:pt idx="2073">-0.0051143771742406955</cx:pt>
          <cx:pt idx="2074">0.021760048674704796</cx:pt>
          <cx:pt idx="2075">0.010897576792109346</cx:pt>
          <cx:pt idx="2076">0.012816918309886285</cx:pt>
          <cx:pt idx="2077">0.004567744755651049</cx:pt>
          <cx:pt idx="2078">-0.0094529855088484188</cx:pt>
          <cx:pt idx="2079">-0.012849808549127248</cx:pt>
          <cx:pt idx="2080">0.0057630640382154959</cx:pt>
          <cx:pt idx="2081">0.00068063492696390467</cx:pt>
          <cx:pt idx="2082">-0.0099132593505132684</cx:pt>
          <cx:pt idx="2083">-0.011079865402233883</cx:pt>
          <cx:pt idx="2084">0.019710518076163384</cx:pt>
          <cx:pt idx="2085">0.00034787618189497434</cx:pt>
          <cx:pt idx="2086">0.0021555512865879946</cx:pt>
          <cx:pt idx="2087">0.01005796021270787</cx:pt>
          <cx:pt idx="2088">0.0023731185735364414</cx:pt>
          <cx:pt idx="2089">-0.010441306345846384</cx:pt>
          <cx:pt idx="2090">-0.005001651292113803</cx:pt>
          <cx:pt idx="2091">-0.0012927514963927337</cx:pt>
          <cx:pt idx="2092">-0.017455928510974009</cx:pt>
          <cx:pt idx="2093">0.012506625399438876</cx:pt>
          <cx:pt idx="2094">0.020598015145845062</cx:pt>
          <cx:pt idx="2095">0.012210588822907611</cx:pt>
          <cx:pt idx="2096">0.0097861630815785101</cx:pt>
          <cx:pt idx="2097">-0.011874195445724281</cx:pt>
          <cx:pt idx="2098">-0.0097894527360149666</cx:pt>
          <cx:pt idx="2099">-0.0063955823307824781</cx:pt>
          <cx:pt idx="2100">0.038481018590400443</cx:pt>
          <cx:pt idx="2101">0.0043250172583349086</cx:pt>
          <cx:pt idx="2102">-0.011399290171668325</cx:pt>
          <cx:pt idx="2103">0.01049882647552091</cx:pt>
          <cx:pt idx="2104">-0.0020089874681729798</cx:pt>
          <cx:pt idx="2105">-0.0055864637816592433</cx:pt>
          <cx:pt idx="2106">0.0089550434940209207</cx:pt>
          <cx:pt idx="2107">0.0034922302831863765</cx:pt>
          <cx:pt idx="2108">0.014868067575471882</cx:pt>
          <cx:pt idx="2109">0.026058866314883279</cx:pt>
          <cx:pt idx="2110">-0.0024502783341509493</cx:pt>
          <cx:pt idx="2111">-0.0043863132830137472</cx:pt>
          <cx:pt idx="2112">-0.013746714700850092</cx:pt>
          <cx:pt idx="2113">-0.0019605725250562483</cx:pt>
          <cx:pt idx="2114">0.078827216568527397</cx:pt>
          <cx:pt idx="2115">0.02353251264979158</cx:pt>
          <cx:pt idx="2116">0.011569249736868277</cx:pt>
          <cx:pt idx="2117">-0.0187485732842891</cx:pt>
          <cx:pt idx="2118">0.021882712890507784</cx:pt>
          <cx:pt idx="2119">0.00065189775551618772</cx:pt>
          <cx:pt idx="2120">-0.0053996072342545783</cx:pt>
          <cx:pt idx="2121">-0.0044908198924532676</cx:pt>
          <cx:pt idx="2122">-0.015090099400949636</cx:pt>
          <cx:pt idx="2123">0.015766864155596562</cx:pt>
          <cx:pt idx="2124">0.0042013959883427472</cx:pt>
          <cx:pt idx="2125">0.020733211380362677</cx:pt>
          <cx:pt idx="2126">0.0091069786045599628</cx:pt>
          <cx:pt idx="2127">0.01870471954490258</cx:pt>
          <cx:pt idx="2128">0.0064017459503672054</cx:pt>
          <cx:pt idx="2129">-0.0058758213690669244</cx:pt>
          <cx:pt idx="2130">0.0041320019306363446</cx:pt>
          <cx:pt idx="2131">-0.011500259302230724</cx:pt>
          <cx:pt idx="2132">0.0093024066703107592</cx:pt>
          <cx:pt idx="2133">-0.0098787035176062486</cx:pt>
          <cx:pt idx="2134">-0.014597055539926957</cx:pt>
          <cx:pt idx="2135">0.020963230422966377</cx:pt>
          <cx:pt idx="2136">-0.0021122690840838839</cx:pt>
          <cx:pt idx="2137">-0.0011325426095816114</cx:pt>
          <cx:pt idx="2138">0.022347409299774169</cx:pt>
          <cx:pt idx="2139">-0.0026039870285368086</cx:pt>
          <cx:pt idx="2140">-0.0067901160151840742</cx:pt>
          <cx:pt idx="2141">-0.0015154413098927961</cx:pt>
          <cx:pt idx="2142">-0.0021062892847638817</cx:pt>
          <cx:pt idx="2143">-0.005181933004426903</cx:pt>
          <cx:pt idx="2144">0.00081924838859458529</cx:pt>
          <cx:pt idx="2145">0.014359466569142445</cx:pt>
          <cx:pt idx="2146">0.017785741444342196</cx:pt>
          <cx:pt idx="2147">-0.0028782608832965675</cx:pt>
          <cx:pt idx="2148">0.016918037039121543</cx:pt>
          <cx:pt idx="2149">0.0078827021550459814</cx:pt>
          <cx:pt idx="2150">-6.0996950218195913e-05</cx:pt>
          <cx:pt idx="2151">-0.018747056921783137</cx:pt>
          <cx:pt idx="2152">-0.0081049445814096246</cx:pt>
          <cx:pt idx="2153">0.0053089800530588295</cx:pt>
          <cx:pt idx="2154">0.011367179924164241</cx:pt>
          <cx:pt idx="2155">-0.0032953285887185172</cx:pt>
          <cx:pt idx="2156">0.002702549348171115</cx:pt>
          <cx:pt idx="2157">0.013368815492754784</cx:pt>
          <cx:pt idx="2158">0.0014429533070936011</cx:pt>
          <cx:pt idx="2159">-0.0014001832850231901</cx:pt>
          <cx:pt idx="2160">-0.026868226070817625</cx:pt>
          <cx:pt idx="2161">-0.0008632854245395115</cx:pt>
          <cx:pt idx="2162">-0.021975040686058628</cx:pt>
          <cx:pt idx="2163">-0.0013913040456229116</cx:pt>
          <cx:pt idx="2164">-0.0050592291251085461</cx:pt>
          <cx:pt idx="2165">-0.020411386175983311</cx:pt>
          <cx:pt idx="2166">-0.0021279167613801617</cx:pt>
          <cx:pt idx="2167">-0.012723204255671135</cx:pt>
          <cx:pt idx="2168">0.028570573825690934</cx:pt>
          <cx:pt idx="2169">-0.0071997872633651466</cx:pt>
          <cx:pt idx="2170">-0.0083386684594127791</cx:pt>
          <cx:pt idx="2171">-0.0079590939227526733</cx:pt>
          <cx:pt idx="2172">0.0026149518470502025</cx:pt>
          <cx:pt idx="2173">0.030114819069340173</cx:pt>
          <cx:pt idx="2174">-0.0043985810831335195</cx:pt>
          <cx:pt idx="2175">0.023052164888777926</cx:pt>
          <cx:pt idx="2176">-0.019765622664176218</cx:pt>
          <cx:pt idx="2177">0.0021399861635664438</cx:pt>
          <cx:pt idx="2178">0.011135458144519971</cx:pt>
          <cx:pt idx="2179">0.026767334333913709</cx:pt>
          <cx:pt idx="2180">0.01319504778684121</cx:pt>
          <cx:pt idx="2181">0.0035573533938165879</cx:pt>
          <cx:pt idx="2182">-0.00023042893429322265</cx:pt>
          <cx:pt idx="2183">0.0021805090606580118</cx:pt>
          <cx:pt idx="2184">-0.025439757206509026</cx:pt>
          <cx:pt idx="2185">-0.021423452926417893</cx:pt>
          <cx:pt idx="2186">-0.0011828043924358277</cx:pt>
          <cx:pt idx="2187">0.0015227936653633635</cx:pt>
          <cx:pt idx="2188">-0.017020473467647436</cx:pt>
          <cx:pt idx="2189">0.00045931715088152266</cx:pt>
          <cx:pt idx="2190">0.0067353192818628803</cx:pt>
          <cx:pt idx="2191">-0.017354014027804086</cx:pt>
          <cx:pt idx="2192">0.0088276636951614851</cx:pt>
          <cx:pt idx="2193">-0.00045298282416068977</cx:pt>
          <cx:pt idx="2194">-0.020551957023663317</cx:pt>
          <cx:pt idx="2195">-0.01786413091369109</cx:pt>
          <cx:pt idx="2196">0.0073346017524957858</cx:pt>
          <cx:pt idx="2197">0.0074344299393799109</cx:pt>
          <cx:pt idx="2198">-0.017925266033028912</cx:pt>
          <cx:pt idx="2199">0.00059502056994096468</cx:pt>
          <cx:pt idx="2200">0.0065324023373382976</cx:pt>
          <cx:pt idx="2201">0.0055650448274698269</cx:pt>
          <cx:pt idx="2202">0.017150186832391667</cx:pt>
          <cx:pt idx="2203">-0.016045345413578199</cx:pt>
          <cx:pt idx="2204">0.01027871089903047</cx:pt>
          <cx:pt idx="2205">0.0073819262912758893</cx:pt>
          <cx:pt idx="2206">0.017836744490489404</cx:pt>
          <cx:pt idx="2207">0.0024410101729503606</cx:pt>
          <cx:pt idx="2208">0.0014381436832333386</cx:pt>
          <cx:pt idx="2209">0.011274306681034298</cx:pt>
          <cx:pt idx="2210">0.0045959677255047503</cx:pt>
          <cx:pt idx="2211">-0.016350767484163926</cx:pt>
          <cx:pt idx="2212">0.0056702199411145316</cx:pt>
          <cx:pt idx="2213">-0.017099178676554628</cx:pt>
          <cx:pt idx="2214">-0.015183429326715975</cx:pt>
          <cx:pt idx="2215">-0.0051421386762166461</cx:pt>
          <cx:pt idx="2216">-0.015508840624602</cx:pt>
          <cx:pt idx="2217">0.010333013882116736</cx:pt>
          <cx:pt idx="2218">0.0079893600429499709</cx:pt>
          <cx:pt idx="2219">-0.020837990431196288</cx:pt>
          <cx:pt idx="2220">-0.026527232876449893</cx:pt>
          <cx:pt idx="2221">0.0072631009541068575</cx:pt>
          <cx:pt idx="2222">0.011946457347308427</cx:pt>
          <cx:pt idx="2223">0.001452033975572795</cx:pt>
          <cx:pt idx="2224">0.025417187532822873</cx:pt>
          <cx:pt idx="2225">0.020370747493126406</cx:pt>
          <cx:pt idx="2226">0.010428683169171138</cx:pt>
          <cx:pt idx="2227">0.012724327822888818</cx:pt>
          <cx:pt idx="2228">0.0096010196800259528</cx:pt>
          <cx:pt idx="2229">0.0083261255071291219</cx:pt>
          <cx:pt idx="2230">-8.1006703587662283e-05</cx:pt>
          <cx:pt idx="2231">0.025467731695543921</cx:pt>
          <cx:pt idx="2232">-0.0044462416121485186</cx:pt>
          <cx:pt idx="2233">0.017875620743775768</cx:pt>
          <cx:pt idx="2234">-0.0031094024657901654</cx:pt>
          <cx:pt idx="2235">0.0032399457928596344</cx:pt>
          <cx:pt idx="2236">-0.001680628631894899</cx:pt>
          <cx:pt idx="2237">0.014591510340132707</cx:pt>
          <cx:pt idx="2238">-0.0081368540560254228</cx:pt>
          <cx:pt idx="2239">-0.0027435880783200856</cx:pt>
          <cx:pt idx="2240">-0.0078792131088341582</cx:pt>
          <cx:pt idx="2241">0.0014679845469040462</cx:pt>
          <cx:pt idx="2242">-0.0015975784105645822</cx:pt>
          <cx:pt idx="2243">-0.00071636654288451628</cx:pt>
          <cx:pt idx="2244">-0.0064985342991932434</cx:pt>
          <cx:pt idx="2245">0.0033073540688901707</cx:pt>
          <cx:pt idx="2246">-0.015157916741872618</cx:pt>
          <cx:pt idx="2247">0.01486769567764713</cx:pt>
          <cx:pt idx="2248">-0.011208517475707549</cx:pt>
          <cx:pt idx="2249">0.015691875111180704</cx:pt>
          <cx:pt idx="2250">0.010658280402467734</cx:pt>
          <cx:pt idx="2251">-0.0034174229389286048</cx:pt>
          <cx:pt idx="2252">0.0076556220566103787</cx:pt>
          <cx:pt idx="2253">0.012755418034788494</cx:pt>
          <cx:pt idx="2254">0.001969170428633705</cx:pt>
          <cx:pt idx="2255">0.0044850580983159232</cx:pt>
          <cx:pt idx="2256">0.0036494259968763701</cx:pt>
          <cx:pt idx="2257">0.0012839346404324562</cx:pt>
          <cx:pt idx="2258">-0.018318630940737581</cx:pt>
          <cx:pt idx="2259">0.010254679056819744</cx:pt>
          <cx:pt idx="2260">-0.0024462996924495719</cx:pt>
          <cx:pt idx="2261">0.002793711599723657</cx:pt>
          <cx:pt idx="2262">0.00096187438901339478</cx:pt>
          <cx:pt idx="2263">0.0017086116428784688</cx:pt>
          <cx:pt idx="2264">-0.0035402908586653617</cx:pt>
          <cx:pt idx="2265">-0.030144483941014946</cx:pt>
          <cx:pt idx="2266">-0.0091577892598396823</cx:pt>
          <cx:pt idx="2267">-0.0049809767226264585</cx:pt>
          <cx:pt idx="2268">0.0046253847955739337</cx:pt>
          <cx:pt idx="2269">0.033489121940799602</cx:pt>
          <cx:pt idx="2270">0.0023245978559116006</cx:pt>
          <cx:pt idx="2271">0.0094214781383805263</cx:pt>
          <cx:pt idx="2272">0.002848329390878649</cx:pt>
          <cx:pt idx="2273">0.00098001219829690314</cx:pt>
          <cx:pt idx="2274">0.0054236386419698468</cx:pt>
          <cx:pt idx="2275">-0.0053535870744257251</cx:pt>
          <cx:pt idx="2276">0.025842991795704866</cx:pt>
          <cx:pt idx="2277">0.025610440953054755</cx:pt>
          <cx:pt idx="2278">0.0070698146416761408</cx:pt>
          <cx:pt idx="2279">0.0045562485387796309</cx:pt>
          <cx:pt idx="2280">0.0086262277560744775</cx:pt>
          <cx:pt idx="2281">0.0021614427268698438</cx:pt>
          <cx:pt idx="2282">-0.0096560717331703166</cx:pt>
          <cx:pt idx="2283">0.0061550481962574129</cx:pt>
          <cx:pt idx="2284">-0.010435948333728639</cx:pt>
          <cx:pt idx="2285">-0.02056458477106473</cx:pt>
          <cx:pt idx="2286">0.015943009805822868</cx:pt>
          <cx:pt idx="2287">0.013364538563986868</cx:pt>
          <cx:pt idx="2288">0.01645947716597923</cx:pt>
          <cx:pt idx="2289">-0.0025107256168041695</cx:pt>
          <cx:pt idx="2290">0.010937704997469891</cx:pt>
          <cx:pt idx="2291">-0.0036397593322983111</cx:pt>
          <cx:pt idx="2292">0.014567171847869983</cx:pt>
          <cx:pt idx="2293">-0.0056083469310611684</cx:pt>
          <cx:pt idx="2294">-0.010939810019229076</cx:pt>
          <cx:pt idx="2295">0.0074637581675987734</cx:pt>
          <cx:pt idx="2296">-0.0073245417734566134</cx:pt>
          <cx:pt idx="2297">-0.0060989997085625202</cx:pt>
          <cx:pt idx="2298">-0.016493559033926911</cx:pt>
          <cx:pt idx="2299">-0.0049353725723265155</cx:pt>
          <cx:pt idx="2300">0.057197557759758426</cx:pt>
          <cx:pt idx="2301">-0.0047280059353455653</cx:pt>
          <cx:pt idx="2302">-0.0015587886964175388</cx:pt>
          <cx:pt idx="2303">0.0032485066820894699</cx:pt>
          <cx:pt idx="2304">-0.0083583906842947062</cx:pt>
          <cx:pt idx="2305">0.0071841660645540961</cx:pt>
          <cx:pt idx="2306">0.014826127557251484</cx:pt>
          <cx:pt idx="2307">-0.0017758984177328539</cx:pt>
          <cx:pt idx="2308">-0.016609046647862204</cx:pt>
          <cx:pt idx="2309">0.0076579544466148135</cx:pt>
          <cx:pt idx="2310">0.015446172836489903</cx:pt>
          <cx:pt idx="2311">-0.013901424255991423</cx:pt>
          <cx:pt idx="2312">-0.0015343872444298597</cx:pt>
          <cx:pt idx="2313">0.027229929908731982</cx:pt>
          <cx:pt idx="2314">-0.012660243284201093</cx:pt>
          <cx:pt idx="2315">-0.0034778229579582533</cx:pt>
          <cx:pt idx="2316">-0.0035958121099259974</cx:pt>
          <cx:pt idx="2317">0.0066269741456617863</cx:pt>
          <cx:pt idx="2318">0.0094317408286069774</cx:pt>
          <cx:pt idx="2319">0.013061387557743909</cx:pt>
          <cx:pt idx="2320">-0.0081406274401893703</cx:pt>
          <cx:pt idx="2321">0.010212165434820666</cx:pt>
          <cx:pt idx="2322">-0.0017247925016007984</cx:pt>
          <cx:pt idx="2323">-0.010233274768355583</cx:pt>
          <cx:pt idx="2324">0.0037329951329860812</cx:pt>
          <cx:pt idx="2325">-0.0047801612781226584</cx:pt>
          <cx:pt idx="2326">-0.00025417292447142903</cx:pt>
          <cx:pt idx="2327">-0.0090249840744833498</cx:pt>
          <cx:pt idx="2328">0.0031649934689465678</cx:pt>
          <cx:pt idx="2329">-0.017155015368124606</cx:pt>
          <cx:pt idx="2330">0.011786243191854529</cx:pt>
          <cx:pt idx="2331">-0.0065896766122930739</cx:pt>
          <cx:pt idx="2332">0.00026558223630617829</cx:pt>
          <cx:pt idx="2333">-0.0030579053736813529</cx:pt>
          <cx:pt idx="2334">0.036599629364824825</cx:pt>
          <cx:pt idx="2335">-0.0091281246834370288</cx:pt>
          <cx:pt idx="2336">-0.020427762797866074</cx:pt>
          <cx:pt idx="2337">-0.0034295482790585837</cx:pt>
          <cx:pt idx="2338">-0.020257890341420628</cx:pt>
          <cx:pt idx="2339">-0.0050038701025009293</cx:pt>
          <cx:pt idx="2340">-0.036982045236663576</cx:pt>
          <cx:pt idx="2341">0.014993133093804975</cx:pt>
          <cx:pt idx="2342">0.016634701993877721</cx:pt>
          <cx:pt idx="2343">-0.0020154157183427746</cx:pt>
          <cx:pt idx="2344">0.011572191296465808</cx:pt>
          <cx:pt idx="2345">0.019262941966786424</cx:pt>
          <cx:pt idx="2346">0.01129591465851091</cx:pt>
          <cx:pt idx="2347">-0.019065647262785507</cx:pt>
          <cx:pt idx="2348">-0.016736200397499758</cx:pt>
          <cx:pt idx="2349">0.021203383087071336</cx:pt>
          <cx:pt idx="2350">0.042757071515463894</cx:pt>
          <cx:pt idx="2351">0.010800529375343454</cx:pt>
          <cx:pt idx="2352">-0.0040526045060333615</cx:pt>
          <cx:pt idx="2353">0.0017265678473541222</cx:pt>
          <cx:pt idx="2354">-0.001312667602920016</cx:pt>
          <cx:pt idx="2355">0.0019687647952544951</cx:pt>
          <cx:pt idx="2356">0.010316204455452924</cx:pt>
          <cx:pt idx="2357">0.0099005375791085017</cx:pt>
          <cx:pt idx="2358">0.021107718706115882</cx:pt>
          <cx:pt idx="2359">-0.0024567564477843422</cx:pt>
          <cx:pt idx="2360">-0.0065416730357464479</cx:pt>
          <cx:pt idx="2361">0.012066115510928887</cx:pt>
          <cx:pt idx="2362">0.0048102425653840626</cx:pt>
          <cx:pt idx="2363">-0.0044910364266621912</cx:pt>
          <cx:pt idx="2364">0.011474717814198841</cx:pt>
          <cx:pt idx="2365">0.016790435241751639</cx:pt>
          <cx:pt idx="2366">0.019745360444421902</cx:pt>
          <cx:pt idx="2367">0.00027242246940875213</cx:pt>
          <cx:pt idx="2368">-0.013007012504517967</cx:pt>
          <cx:pt idx="2369">-0.00066834928530402232</cx:pt>
          <cx:pt idx="2370">0.017811301383996538</cx:pt>
          <cx:pt idx="2371">0.0044336352847976586</cx:pt>
          <cx:pt idx="2372">0.023638796762718895</cx:pt>
          <cx:pt idx="2373">-0.0072654547701761895</cx:pt>
          <cx:pt idx="2374">0.0063041641628403151</cx:pt>
          <cx:pt idx="2375">-0.004894730423357291</cx:pt>
          <cx:pt idx="2376">0.033767151232421092</cx:pt>
          <cx:pt idx="2377">0.031840988547063465</cx:pt>
          <cx:pt idx="2378">0.01573912644542546</cx:pt>
          <cx:pt idx="2379">0.00095218738903745238</cx:pt>
          <cx:pt idx="2380">0.013371244257607148</cx:pt>
          <cx:pt idx="2381">0.0055946559553123375</cx:pt>
          <cx:pt idx="2382">-0.022314508747943888</cx:pt>
          <cx:pt idx="2383">-0.015341226830723078</cx:pt>
          <cx:pt idx="2384">-0.018571282120832509</cx:pt>
          <cx:pt idx="2385">0.020928100139374392</cx:pt>
          <cx:pt idx="2386">0.009680784724445439</cx:pt>
          <cx:pt idx="2387">-0.0040132872009509936</cx:pt>
          <cx:pt idx="2388">-0.0083187868389215935</cx:pt>
          <cx:pt idx="2389">0.017502259623136299</cx:pt>
          <cx:pt idx="2390">0.0063693254443244326</cx:pt>
          <cx:pt idx="2391">0.017415492525794354</cx:pt>
          <cx:pt idx="2392">0.005216533592063431</cx:pt>
          <cx:pt idx="2393">0.0089012984884810735</cx:pt>
          <cx:pt idx="2394">0.0061846188202500704</cx:pt>
          <cx:pt idx="2395">0.020403261129500524</cx:pt>
          <cx:pt idx="2396">-0.030567311258953393</cx:pt>
          <cx:pt idx="2397">0.011994065010637113</cx:pt>
          <cx:pt idx="2398">0.005611143313261676</cx:pt>
          <cx:pt idx="2399">-0.0053235200351292077</cx:pt>
          <cx:pt idx="2400">-0.039449091294318887</cx:pt>
          <cx:pt idx="2401">-0.0049608969702442975</cx:pt>
          <cx:pt idx="2402">-0.01075823537696677</cx:pt>
          <cx:pt idx="2403">0.015857342768525559</cx:pt>
          <cx:pt idx="2404">0.00013482013772878228</cx:pt>
          <cx:pt idx="2405">-0.040421109103528099</cx:pt>
          <cx:pt idx="2406">-0.011004977136611806</cx:pt>
          <cx:pt idx="2407">0.0067041895930515672</cx:pt>
          <cx:pt idx="2408">-0.0034619126845121273</cx:pt>
          <cx:pt idx="2409">-0.022483241108755766</cx:pt>
          <cx:pt idx="2410">0.050067772401974561</cx:pt>
          <cx:pt idx="2411">-0.036591977360314269</cx:pt>
          <cx:pt idx="2412">-0.010681472627798701</cx:pt>
          <cx:pt idx="2413">-0.045545700622807363</cx:pt>
          <cx:pt idx="2414">0.0056210531003872853</cx:pt>
          <cx:pt idx="2415">-0.011575467492935112</cx:pt>
          <cx:pt idx="2416">0.033554492291054464</cx:pt>
          <cx:pt idx="2417">0.0078417662104795054</cx:pt>
          <cx:pt idx="2418">0.014058857478282607</cx:pt>
          <cx:pt idx="2419">0.031510849552987677</cx:pt>
          <cx:pt idx="2420">0.007545114562405579</cx:pt>
          <cx:pt idx="2421">0.027796669845462904</cx:pt>
          <cx:pt idx="2422">0.0068716261035082519</cx:pt>
          <cx:pt idx="2423">0.013756134999236348</cx:pt>
          <cx:pt idx="2424">-0.0041615496706108738</cx:pt>
          <cx:pt idx="2425">0.0033441395763734202</cx:pt>
          <cx:pt idx="2426">-0.019549971591789003</cx:pt>
          <cx:pt idx="2427">0.018700433293292532</cx:pt>
          <cx:pt idx="2428">-0.0098132678889818348</cx:pt>
          <cx:pt idx="2429">0.0054177725011194848</cx:pt>
          <cx:pt idx="2430">-0.01284842182414009</cx:pt>
          <cx:pt idx="2431">-0.0082988946174862802</cx:pt>
          <cx:pt idx="2432">0.0061205901560204582</cx:pt>
          <cx:pt idx="2433">-0.047856967741036038</cx:pt>
          <cx:pt idx="2434">-0.0075528592194581464</cx:pt>
          <cx:pt idx="2435">0.0047010087278751157</cx:pt>
          <cx:pt idx="2436">-0.021679403018422302</cx:pt>
          <cx:pt idx="2437">0.011222596203353419</cx:pt>
          <cx:pt idx="2438">0.0098961585925611065</cx:pt>
          <cx:pt idx="2439">0.034406509157596049</cx:pt>
          <cx:pt idx="2440">0.0064638430410222242</cx:pt>
          <cx:pt idx="2441">0.0035281556564301666</cx:pt>
          <cx:pt idx="2442">-0.017703822528153838</cx:pt>
          <cx:pt idx="2443">-0.0015697026555086206</cx:pt>
          <cx:pt idx="2444">0.00099332292749355444</cx:pt>
          <cx:pt idx="2445">0.035150426288038161</cx:pt>
          <cx:pt idx="2446">-0.0048680561443339059</cx:pt>
          <cx:pt idx="2447">-0.0016649622247236697</cx:pt>
          <cx:pt idx="2448">0.012771129988741992</cx:pt>
          <cx:pt idx="2449">0.005675404838731639</cx:pt>
          <cx:pt idx="2450">0.012064734763814691</cx:pt>
          <cx:pt idx="2451">-0.0078666316985435778</cx:pt>
          <cx:pt idx="2452">0.010160304203279295</cx:pt>
          <cx:pt idx="2453">-0.029106378718209862</cx:pt>
          <cx:pt idx="2454">0.0058426651917008994</cx:pt>
          <cx:pt idx="2455">0.006876003647057656</cx:pt>
          <cx:pt idx="2456">0.0099531595358717095</cx:pt>
          <cx:pt idx="2457">-0.0068449008106128547</cx:pt>
          <cx:pt idx="2458">0.022252870140017315</cx:pt>
          <cx:pt idx="2459">0.010678201035943193</cx:pt>
          <cx:pt idx="2460">0.0025891533990764302</cx:pt>
          <cx:pt idx="2461">-0.0019015632573744</cx:pt>
          <cx:pt idx="2462">0.016206648472336702</cx:pt>
          <cx:pt idx="2463">-0.014342109417133295</cx:pt>
          <cx:pt idx="2464">0.0063194430091095093</cx:pt>
          <cx:pt idx="2465">0.0046602026115229109</cx:pt>
          <cx:pt idx="2466">0.0078347568890836175</cx:pt>
          <cx:pt idx="2467">0.012807179597182751</cx:pt>
          <cx:pt idx="2468">-0.00087810568512233659</cx:pt>
          <cx:pt idx="2469">-0.020743859474712769</cx:pt>
          <cx:pt idx="2470">0.0024570808376445249</cx:pt>
          <cx:pt idx="2471">0.0054145336540914676</cx:pt>
          <cx:pt idx="2472">0.00055702382554238632</cx:pt>
          <cx:pt idx="2473">0.0069446834567135326</cx:pt>
          <cx:pt idx="2474">-0.015117061325911974</cx:pt>
          <cx:pt idx="2475">-0.030674368239217306</cx:pt>
          <cx:pt idx="2476">0.00033240390304184399</cx:pt>
          <cx:pt idx="2477">-0.0006026683784719454</cx:pt>
          <cx:pt idx="2478">0.014873872329861265</cx:pt>
          <cx:pt idx="2479">0.017286720511587427</cx:pt>
          <cx:pt idx="2480">0.020851888928315177</cx:pt>
          <cx:pt idx="2481">-0.0042810719138775752</cx:pt>
          <cx:pt idx="2482">-0.012665587316215978</cx:pt>
          <cx:pt idx="2483">0.0036058114399818149</cx:pt>
          <cx:pt idx="2484">-0.0040036449273552141</cx:pt>
          <cx:pt idx="2485">0.0057764478715059625</cx:pt>
          <cx:pt idx="2486">-0.022953812309161856</cx:pt>
          <cx:pt idx="2487">0.0049121637608012915</cx:pt>
          <cx:pt idx="2488">0.013519165486633995</cx:pt>
          <cx:pt idx="2489">-0.00033579579660361815</cx:pt>
          <cx:pt idx="2490">0.0032592746315008286</cx:pt>
          <cx:pt idx="2491">-0.0039816957569304232</cx:pt>
          <cx:pt idx="2492">-0.003411494447609964</cx:pt>
          <cx:pt idx="2493">0.007025864087939369</cx:pt>
          <cx:pt idx="2494">-0.0083715862408318773</cx:pt>
          <cx:pt idx="2495">0.01219847532215324</cx:pt>
          <cx:pt idx="2496">0.0095831533105167153</cx:pt>
          <cx:pt idx="2497">0.010155304631188031</cx:pt>
          <cx:pt idx="2498">0.013271501425718975</cx:pt>
          <cx:pt idx="2499">-0.0019839016559461773</cx:pt>
          <cx:pt idx="2500">-0.0022142948324956331</cx:pt>
          <cx:pt idx="2501">2.8038885570298236e-05</cx:pt>
          <cx:pt idx="2502">-0.011869314017874496</cx:pt>
          <cx:pt idx="2503">0.011188868740712371</cx:pt>
          <cx:pt idx="2504">-0.0035233437602204217</cx:pt>
          <cx:pt idx="2505">0.0022408612757780907</cx:pt>
          <cx:pt idx="2506">0.0069518855728748687</cx:pt>
          <cx:pt idx="2507">0.00053590046537560975</cx:pt>
          <cx:pt idx="2508">-0.022434420559146916</cx:pt>
          <cx:pt idx="2509">-0.0003945456952338181</cx:pt>
          <cx:pt idx="2510">0.019719639681158335</cx:pt>
          <cx:pt idx="2511">0.014187220314124442</cx:pt>
          <cx:pt idx="2512">0.0094413075266240494</cx:pt>
          <cx:pt idx="2513">0.0016903614822896427</cx:pt>
          <cx:pt idx="2514">-0.014709235251899648</cx:pt>
          <cx:pt idx="2515">-0.010137268603230512</cx:pt>
          <cx:pt idx="2516">-0.011135078106342402</cx:pt>
          <cx:pt idx="2517">-0.0041007051138529944</cx:pt>
          <cx:pt idx="2518">0.014071248703652357</cx:pt>
          <cx:pt idx="2519">0.018545476998025681</cx:pt>
          <cx:pt idx="2520">-0.023248294968106376</cx:pt>
          <cx:pt idx="2521">-3.5513038310270074e-05</cx:pt>
          <cx:pt idx="2522">-0.024855655063563898</cx:pt>
          <cx:pt idx="2523">-0.01161507792555113</cx:pt>
          <cx:pt idx="2524">-0.0033543911607684189</cx:pt>
          <cx:pt idx="2525">0.024521037348424524</cx:pt>
          <cx:pt idx="2526">-0.023255960823817756</cx:pt>
          <cx:pt idx="2527">0.016164918211841788</cx:pt>
          <cx:pt idx="2528">-0.0044374709044750788</cx:pt>
          <cx:pt idx="2529">0.020145194113614481</cx:pt>
          <cx:pt idx="2530">-0.0015089792197691323</cx:pt>
          <cx:pt idx="2531">-0.011454083844123018</cx:pt>
          <cx:pt idx="2532">-0.049228706817178655</cx:pt>
          <cx:pt idx="2533">0.042815267600975836</cx:pt>
          <cx:pt idx="2534">-0.0082167975810046503</cx:pt>
          <cx:pt idx="2535">0.0020027236442910568</cx:pt>
          <cx:pt idx="2536">-0.0127141905039789</cx:pt>
          <cx:pt idx="2537">-0.025590516330950577</cx:pt>
          <cx:pt idx="2538">0.016454541195817064</cx:pt>
          <cx:pt idx="2539">0.016470519794564473</cx:pt>
          <cx:pt idx="2540">0.010038780908773954</cx:pt>
          <cx:pt idx="2541">-0.012120773510786206</cx:pt>
          <cx:pt idx="2542">0.012935113082096024</cx:pt>
          <cx:pt idx="2543">0.0075208880096391973</cx:pt>
          <cx:pt idx="2544">0.0031419536663059773</cx:pt>
          <cx:pt idx="2545">0.021251369362134395</cx:pt>
          <cx:pt idx="2546">0.013218092648838345</cx:pt>
          <cx:pt idx="2547">0.0050419216863281493</cx:pt>
          <cx:pt idx="2548">0.0015211170707021158</cx:pt>
          <cx:pt idx="2549">0.0022641712004384832</cx:pt>
          <cx:pt idx="2550">-0.018281717467803178</cx:pt>
          <cx:pt idx="2551">-0.0097078283879154306</cx:pt>
          <cx:pt idx="2552">-0.010925576833476246</cx:pt>
          <cx:pt idx="2553">0.0012276734603314365</cx:pt>
          <cx:pt idx="2554">-0.038059449127730891</cx:pt>
          <cx:pt idx="2555">0.021799682710943544</cx:pt>
          <cx:pt idx="2556">-0.036526413907439118</cx:pt>
          <cx:pt idx="2557">-2.1608723133433017e-05</cx:pt>
          <cx:pt idx="2558">0.0088560841168789269</cx:pt>
          <cx:pt idx="2559">-0.024082310694652883</cx:pt>
          <cx:pt idx="2560">0.018678106269626231</cx:pt>
          <cx:pt idx="2561">-0.047447273126467494</cx:pt>
          <cx:pt idx="2562">-0.010575459944101263</cx:pt>
          <cx:pt idx="2563">0.014914354182193508</cx:pt>
          <cx:pt idx="2564">-0.020043324692832827</cx:pt>
          <cx:pt idx="2565">0.029656060420898214</cx:pt>
          <cx:pt idx="2566">-0.00073909963856109517</cx:pt>
          <cx:pt idx="2567">-0.016024587573792271</cx:pt>
          <cx:pt idx="2568">0.014403928713276002</cx:pt>
          <cx:pt idx="2569">-0.0012647483139442905</cx:pt>
          <cx:pt idx="2570">0.0045450878568535566</cx:pt>
          <cx:pt idx="2571">0.017765106742645306</cx:pt>
          <cx:pt idx="2572">0.0036810533602483664</cx:pt>
          <cx:pt idx="2573">-0.024532945342893939</cx:pt>
          <cx:pt idx="2574">-0.0037539768090448797</cx:pt>
          <cx:pt idx="2575">-0.02320207742381445</cx:pt>
          <cx:pt idx="2576">0.0052264867527977666</cx:pt>
          <cx:pt idx="2577">0.0091975158513027625</cx:pt>
          <cx:pt idx="2578">0.0041743880020912423</cx:pt>
          <cx:pt idx="2579">-0.085265487823284039</cx:pt>
          <cx:pt idx="2580">-0.070916295232519924</cx:pt>
          <cx:pt idx="2581">-0.0045177783493282357</cx:pt>
          <cx:pt idx="2582">-0.033094405020133721</cx:pt>
          <cx:pt idx="2583">0.15894605240298759</cx:pt>
          <cx:pt idx="2584">-0.049311850125160317</cx:pt>
          <cx:pt idx="2585">0.032502712062660026</cx:pt>
          <cx:pt idx="2586">0.011008094056086963</cx:pt>
          <cx:pt idx="2587">0.0023675939416983116</cx:pt>
          <cx:pt idx="2588">-0.045470850178046134</cx:pt>
          <cx:pt idx="2589">-0.0031463907213351593</cx:pt>
          <cx:pt idx="2590">-0.028014005832557465</cx:pt>
          <cx:pt idx="2591">0.02791101864714542</cx:pt>
          <cx:pt idx="2592">0.029562295221895164</cx:pt>
          <cx:pt idx="2593">0.029190520520405838</cx:pt>
          <cx:pt idx="2594">0.016877061699773564</cx:pt>
          <cx:pt idx="2595">-0.0034559291373381122</cx:pt>
          <cx:pt idx="2596">0.0028907663874932353</cx:pt>
          <cx:pt idx="2597">0.0040307992614923094</cx:pt>
          <cx:pt idx="2598">0.015275145473895446</cx:pt>
          <cx:pt idx="2599">-0.003458655517529653</cx:pt>
          <cx:pt idx="2600">-0.017204595123627563</cx:pt>
          <cx:pt idx="2601">-0.0031766724022300741</cx:pt>
          <cx:pt idx="2602">0.0058806486663611941</cx:pt>
          <cx:pt idx="2603">0.0064419544812438457</cx:pt>
          <cx:pt idx="2604">0.0017265415404124241</cx:pt>
          <cx:pt idx="2605">0.056589271887275097</cx:pt>
          <cx:pt idx="2606">0.02552854751794735</cx:pt>
          <cx:pt idx="2607">0.0098702260314747058</cx:pt>
          <cx:pt idx="2608">-0.0014659561087511743</cx:pt>
          <cx:pt idx="2609">0.00036943501590750913</cx:pt>
          <cx:pt idx="2610">-0.004593836994279993</cx:pt>
          <cx:pt idx="2611">-0.0071690997252727056</cx:pt>
          <cx:pt idx="2612">-0.019494997281713392</cx:pt>
          <cx:pt idx="2613">5.0482439543155937e-05</cx:pt>
          <cx:pt idx="2614">-0.020040988153742518</cx:pt>
          <cx:pt idx="2615">0.027419356471152227</cx:pt>
          <cx:pt idx="2616">-0.0010503831956980038</cx:pt>
          <cx:pt idx="2617">0.007335381887096766</cx:pt>
          <cx:pt idx="2618">-0.0067449185502235064</cx:pt>
          <cx:pt idx="2619">0.010655860089763255</cx:pt>
          <cx:pt idx="2620">0.015496127271141788</cx:pt>
          <cx:pt idx="2621">0.0014489835563528523</cx:pt>
          <cx:pt idx="2622">-0.0066720571684379436</cx:pt>
          <cx:pt idx="2623">0.012939666093326163</cx:pt>
          <cx:pt idx="2624">-0.0013286967031457097</cx:pt>
          <cx:pt idx="2625">0.0067100363322732393</cx:pt>
          <cx:pt idx="2626">-0.010762280381133346</cx:pt>
          <cx:pt idx="2627">0.011329089938491249</cx:pt>
          <cx:pt idx="2628">-0.012902172494260117</cx:pt>
          <cx:pt idx="2629">0.015417830142587633</cx:pt>
          <cx:pt idx="2630">-0.0089165960572943296</cx:pt>
          <cx:pt idx="2631">0.0062478482001881884</cx:pt>
          <cx:pt idx="2632">0.0068829889232378868</cx:pt>
          <cx:pt idx="2633">0.0047214363097532559</cx:pt>
          <cx:pt idx="2634">0.011702611356685958</cx:pt>
          <cx:pt idx="2635">0.0148035481431474</cx:pt>
          <cx:pt idx="2636">0.0019538280290954122</cx:pt>
          <cx:pt idx="2637">0.0035005117369923994</cx:pt>
          <cx:pt idx="2638">0.012275500487800434</cx:pt>
          <cx:pt idx="2639">-0.0049027935416527096</cx:pt>
          <cx:pt idx="2640">0.020514163073130774</cx:pt>
          <cx:pt idx="2641">0.0093040228930576282</cx:pt>
          <cx:pt idx="2642">-0.012366163627143394</cx:pt>
          <cx:pt idx="2643">0.0050146780921361666</cx:pt>
          <cx:pt idx="2644">0.0089418728118845336</cx:pt>
          <cx:pt idx="2645">0.0052376792074675287</cx:pt>
          <cx:pt idx="2646">-0.0018656732818450206</cx:pt>
          <cx:pt idx="2647">-0.00936087947696943</cx:pt>
          <cx:pt idx="2648">0.014823475652264282</cx:pt>
          <cx:pt idx="2649">0.0034436675056092429</cx:pt>
          <cx:pt idx="2650">0.0042434700706216336</cx:pt>
          <cx:pt idx="2651">0.00034930066995382021</cx:pt>
          <cx:pt idx="2652">0.0019328737941701844</cx:pt>
          <cx:pt idx="2653">-0.0073266604272469397</cx:pt>
          <cx:pt idx="2654">0.0072412020471012122</cx:pt>
          <cx:pt idx="2655">0.0058235640547704874</cx:pt>
          <cx:pt idx="2656">0.0010404781400716206</cx:pt>
          <cx:pt idx="2657">0.0067442338214586915</cx:pt>
          <cx:pt idx="2658">-0.0068041453996314696</cx:pt>
          <cx:pt idx="2659">0.0025570445361285548</cx:pt>
          <cx:pt idx="2660">-0.0070882772071683246</cx:pt>
          <cx:pt idx="2661">-0.023064888852139757</cx:pt>
          <cx:pt idx="2662">0.018192077601414051</cx:pt>
          <cx:pt idx="2663">-0.0057023420132194394</cx:pt>
          <cx:pt idx="2664">0.026469850132665687</cx:pt>
          <cx:pt idx="2665">0.019543564341480815</cx:pt>
          <cx:pt idx="2666">0.027566891372230493</cx:pt>
          <cx:pt idx="2667">-0.0046748808556601271</cx:pt>
          <cx:pt idx="2668">0.011562847277801802</cx:pt>
          <cx:pt idx="2669">0.0025654478822557864</cx:pt>
          <cx:pt idx="2670">-0.00088749726623414942</cx:pt>
          <cx:pt idx="2671">-0.012375909755567169</cx:pt>
          <cx:pt idx="2672">0.0016892796743086572</cx:pt>
          <cx:pt idx="2673">-0.014993620760953548</cx:pt>
          <cx:pt idx="2674">-0.012188443473918812</cx:pt>
          <cx:pt idx="2675">-0.0044832901566402581</cx:pt>
          <cx:pt idx="2676">0.013611311954809392</cx:pt>
          <cx:pt idx="2677">5.5846525768922994e-05</cx:pt>
          <cx:pt idx="2678">0.0092930878013454017</cx:pt>
          <cx:pt idx="2679">0.0037275080211326729</cx:pt>
          <cx:pt idx="2680">0.0064386708578601523</cx:pt>
          <cx:pt idx="2681">-0.015720554379655308</cx:pt>
          <cx:pt idx="2682">-0.012256492931642372</cx:pt>
          <cx:pt idx="2683">0.018119354176111307</cx:pt>
          <cx:pt idx="2684">0.0073098508310103323</cx:pt>
          <cx:pt idx="2685">-0.0035285341424548446</cx:pt>
          <cx:pt idx="2686">0.00093051549019956565</cx:pt>
          <cx:pt idx="2687">-0.0016048178630995802</cx:pt>
          <cx:pt idx="2688">0.012356043760391514</cx:pt>
          <cx:pt idx="2689">0.0076207372242494895</cx:pt>
          <cx:pt idx="2690">0.0097331211285928906</cx:pt>
          <cx:pt idx="2691">0.0089150548853812097</cx:pt>
          <cx:pt idx="2692">-0.0012889712794692415</cx:pt>
          <cx:pt idx="2693">-0.0053048369140462365</cx:pt>
          <cx:pt idx="2694">0.010081655177333284</cx:pt>
          <cx:pt idx="2695">0.016925173527677341</cx:pt>
          <cx:pt idx="2696">0.033813981470707119</cx:pt>
          <cx:pt idx="2697">-0.012069915988963443</cx:pt>
          <cx:pt idx="2698">-0.0081157287157331767</cx:pt>
          <cx:pt idx="2699">0.006391042491829267</cx:pt>
          <cx:pt idx="2700">-0.0026444895086770968</cx:pt>
          <cx:pt idx="2701">0.0055464649311444915</cx:pt>
          <cx:pt idx="2702">0.0091192418088702782</cx:pt>
          <cx:pt idx="2703">0.0096744053639729564</cx:pt>
          <cx:pt idx="2704">0.0069235561385539877</cx:pt>
          <cx:pt idx="2705">-0.00082824715482952838</cx:pt>
          <cx:pt idx="2706">0.0030941975534940049</cx:pt>
          <cx:pt idx="2707">-0.0045297163229620629</cx:pt>
          <cx:pt idx="2708">0.01587519299081426</cx:pt>
          <cx:pt idx="2709">-0.0033519808760242688</cx:pt>
          <cx:pt idx="2710">-0.039491488552289677</cx:pt>
          <cx:pt idx="2711">0.020476291396159592</cx:pt>
          <cx:pt idx="2712">-0.013131640458949653</cx:pt>
          <cx:pt idx="2713">0.0087350546408037199</cx:pt>
          <cx:pt idx="2714">0.0011939703890203688</cx:pt>
          <cx:pt idx="2715">0.0091569472896873751</cx:pt>
          <cx:pt idx="2716">0.019083916293733273</cx:pt>
          <cx:pt idx="2717">-0.0027184127907200297</cx:pt>
          <cx:pt idx="2718">-0.011443165613432461</cx:pt>
          <cx:pt idx="2719">0.0089493279166154207</cx:pt>
          <cx:pt idx="2720">0.017626274059304729</cx:pt>
          <cx:pt idx="2721">0.021528802153153708</cx:pt>
          <cx:pt idx="2722">0.015815695919034999</cx:pt>
          <cx:pt idx="2723">0.010651368829765889</cx:pt>
          <cx:pt idx="2724">-0.0070478611856310313</cx:pt>
          <cx:pt idx="2725">-0.0032455790954763536</cx:pt>
          <cx:pt idx="2726">0.0055406531696139466</cx:pt>
          <cx:pt idx="2727">-0.016563224192047907</cx:pt>
          <cx:pt idx="2728">0.00091936639760160162</cx:pt>
          <cx:pt idx="2729">-0.015208342021722323</cx:pt>
          <cx:pt idx="2730">-0.0043279920489048178</cx:pt>
          <cx:pt idx="2731">0.023628756692820049</cx:pt>
          <cx:pt idx="2732">-0.0017401662169677387</cx:pt>
          <cx:pt idx="2733">0.00126528683914725</cx:pt>
          <cx:pt idx="2734">-0.014699465953599417</cx:pt>
          <cx:pt idx="2735">0.0068038281238585975</cx:pt>
          <cx:pt idx="2736">-0.015477186144612099</cx:pt>
          <cx:pt idx="2737">-0.012746622540146225</cx:pt>
          <cx:pt idx="2738">0.011614482206815088</cx:pt>
          <cx:pt idx="2739">-0.025435535526091513</cx:pt>
          <cx:pt idx="2740">0.0055425286782279795</cx:pt>
          <cx:pt idx="2741">0.022282178192824246</cx:pt>
          <cx:pt idx="2742">-0.0040496064846482754</cx:pt>
          <cx:pt idx="2743">0.010299098400360852</cx:pt>
          <cx:pt idx="2744">0.00041684986970170253</cx:pt>
          <cx:pt idx="2745">0.009568669959174091</cx:pt>
          <cx:pt idx="2746">0.0086038202402272477</cx:pt>
          <cx:pt idx="2747">-0.0061605755058704963</cx:pt>
          <cx:pt idx="2748">-0.0003878098002385296</cx:pt>
          <cx:pt idx="2749">-0.0010661124655260291</cx:pt>
          <cx:pt idx="2750">0.0079388648247129545</cx:pt>
          <cx:pt idx="2751">0.00017307922125338072</cx:pt>
          <cx:pt idx="2752">0.0028558490553997353</cx:pt>
          <cx:pt idx="2753">-0.010306160285900956</cx:pt>
          <cx:pt idx="2754">-0.019224258289339675</cx:pt>
          <cx:pt idx="2755">-0.0083354460085364353</cx:pt>
          <cx:pt idx="2756">0.0026745619816152767</cx:pt>
          <cx:pt idx="2757">-0.022440051417339717</cx:pt>
          <cx:pt idx="2758">0.013003377662058941</cx:pt>
          <cx:pt idx="2759">0.021682913072709187</cx:pt>
          <cx:pt idx="2760">0.0019713605294541</cx:pt>
          <cx:pt idx="2761">0.010527575743490327</cx:pt>
          <cx:pt idx="2762">0.003900386880379986</cx:pt>
          <cx:pt idx="2763">0.0021063538290293908</cx:pt>
          <cx:pt idx="2764">-0.0024399433047685936</cx:pt>
          <cx:pt idx="2765">-0.0025881631064226356</cx:pt>
          <cx:pt idx="2766">-0.0064291229269744215</cx:pt>
        </cx:lvl>
      </cx:numDim>
    </cx:data>
  </cx:chartData>
  <cx:chart>
    <cx:title pos="t" align="ctr" overlay="0">
      <cx:tx>
        <cx:txData>
          <cx:v>Histograma - Tecnología 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Histograma - Tecnología </a:t>
          </a:r>
        </a:p>
      </cx:txPr>
    </cx:title>
    <cx:plotArea>
      <cx:plotAreaRegion>
        <cx:series layoutId="clusteredColumn" uniqueId="{FAC45B58-9C0F-4B7A-A8DD-0850699FDD37}">
          <cx:tx>
            <cx:txData>
              <cx:f>'[Datos Sectores Equity (Index review).xlsx]Tecnología'!$AS$7</cx:f>
              <cx:v>Index Return</cx:v>
            </cx:txData>
          </cx:tx>
          <cx:dataId val="0"/>
          <cx:layoutPr>
            <cx:binning intervalClosed="r">
              <cx:binCount val="50"/>
            </cx:binning>
          </cx:layoutPr>
        </cx:series>
      </cx:plotAreaRegion>
      <cx:axis id="0">
        <cx:catScaling gapWidth="0"/>
        <cx:tickLabels/>
        <cx:numFmt formatCode="#,##0.00" sourceLinked="0"/>
      </cx:axis>
      <cx:axis id="1">
        <cx:valScaling/>
        <cx:majorGridlines/>
        <cx:tickLabels/>
      </cx:axis>
    </cx:plotArea>
  </cx:chart>
</cx:chartSpace>
</file>

<file path=ppt/charts/chartEx5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'[Datos Sectores Equity (Index review).xlsx]Consumo Básico'!$AS$8:$AS$2774</cx:f>
        <cx:lvl ptCount="2767" formatCode="General">
          <cx:pt idx="2">-0.0044894610419230659</cx:pt>
          <cx:pt idx="3">0.0038573520246361131</cx:pt>
          <cx:pt idx="4">0.01976814697892346</cx:pt>
          <cx:pt idx="5">0.01533226202146655</cx:pt>
          <cx:pt idx="6">-0.0090134093260177389</cx:pt>
          <cx:pt idx="7">-0.0040221545417620753</cx:pt>
          <cx:pt idx="8">-0.00065130106136017493</cx:pt>
          <cx:pt idx="9">-0.004339137192229287</cx:pt>
          <cx:pt idx="10">0.0012070392720327351</cx:pt>
          <cx:pt idx="11">0.0058024385344729512</cx:pt>
          <cx:pt idx="12">0.0037653456935200069</cx:pt>
          <cx:pt idx="13">0.0021821095487862558</cx:pt>
          <cx:pt idx="14">0.012546032809831043</cx:pt>
          <cx:pt idx="15">-0.009925059258110604</cx:pt>
          <cx:pt idx="16">-0.0021067710481785353</cx:pt>
          <cx:pt idx="17">-0.014540149543282692</cx:pt>
          <cx:pt idx="18">-0.0098392244372053437</cx:pt>
          <cx:pt idx="19">0.0090598623457587221</cx:pt>
          <cx:pt idx="20">-0.02165825668701719</cx:pt>
          <cx:pt idx="21">0.011935662124318408</cx:pt>
          <cx:pt idx="22">0.0065160922434532483</cx:pt>
          <cx:pt idx="23">0.0022282332225142198</cx:pt>
          <cx:pt idx="24">0.0030183148344319856</cx:pt>
          <cx:pt idx="25">-0.0065985431626015513</cx:pt>
          <cx:pt idx="26">-0.0082056286408608119</cx:pt>
          <cx:pt idx="27">0.013594169971477207</cx:pt>
          <cx:pt idx="28">0.0057311578958678345</cx:pt>
          <cx:pt idx="29">0.0023066555928674438</cx:pt>
          <cx:pt idx="30">-0.0054772484222441499</cx:pt>
          <cx:pt idx="31">0.0012036156540701107</cx:pt>
          <cx:pt idx="32">0.0029430506976917794</cx:pt>
          <cx:pt idx="33">-0.0070708564921433265</cx:pt>
          <cx:pt idx="34">0.0019882735407497974</cx:pt>
          <cx:pt idx="35">0.0019692576796161336</cx:pt>
          <cx:pt idx="36">0.0037782570494112864</cx:pt>
          <cx:pt idx="37">-0.0051288960318740268</cx:pt>
          <cx:pt idx="38">0.0025222704587743055</cx:pt>
          <cx:pt idx="39">0.013295296920774288</cx:pt>
          <cx:pt idx="40">0.00065234111665098766</cx:pt>
          <cx:pt idx="41">-0.0049460652633780229</cx:pt>
          <cx:pt idx="42">-0.0085557002538852785</cx:pt>
          <cx:pt idx="43">0.0033730871995267613</cx:pt>
          <cx:pt idx="44">-0.022499847714816255</cx:pt>
          <cx:pt idx="45">0.0034306012533867358</cx:pt>
          <cx:pt idx="46">-0.015522147465648516</cx:pt>
          <cx:pt idx="47">-0.010976097950440382</cx:pt>
          <cx:pt idx="48">0.012169647948177853</cx:pt>
          <cx:pt idx="49">-0.0090420214604850259</cx:pt>
          <cx:pt idx="50">0.012734266651973089</cx:pt>
          <cx:pt idx="51">-0.0061866388886753845</cx:pt>
          <cx:pt idx="52">0.0045380175233983447</cx:pt>
          <cx:pt idx="53">-0.0064426681446665525</cx:pt>
          <cx:pt idx="54">0.01185014385626447</cx:pt>
          <cx:pt idx="55">0.0039685649520921004</cx:pt>
          <cx:pt idx="56">-0.0066807960128295344</cx:pt>
          <cx:pt idx="57">-0.0079950161700530747</cx:pt>
          <cx:pt idx="58">-0.0030635350005583191</cx:pt>
          <cx:pt idx="59">0.0013868736874093545</cx:pt>
          <cx:pt idx="60">0.011719104774470407</cx:pt>
          <cx:pt idx="61">-0.0071123733564959629</cx:pt>
          <cx:pt idx="62">-0.0027295748027982886</cx:pt>
          <cx:pt idx="63">0.0044777299082943986</cx:pt>
          <cx:pt idx="64">0.0083092342484398611</cx:pt>
          <cx:pt idx="65">-0.0034455197956887152</cx:pt>
          <cx:pt idx="66">0.0025250003437775745</cx:pt>
          <cx:pt idx="67">0.00085359468732581275</cx:pt>
          <cx:pt idx="68">0.0010358236528185713</cx:pt>
          <cx:pt idx="69">-0.0049546503968209152</cx:pt>
          <cx:pt idx="70">0.0010476071999643533</cx:pt>
          <cx:pt idx="71">-0.0013609458132519605</cx:pt>
          <cx:pt idx="72">0.0048204483451383031</cx:pt>
          <cx:pt idx="73">-0.0098968400435117086</cx:pt>
          <cx:pt idx="74">0.0058587854284472187</cx:pt>
          <cx:pt idx="75">-0.0020465339489162443</cx:pt>
          <cx:pt idx="76">0.0046138725414551843</cx:pt>
          <cx:pt idx="77">-0.0028594615748099958</cx:pt>
          <cx:pt idx="78">0.0010235662727578071</cx:pt>
          <cx:pt idx="79">-0.0040398523044696127</cx:pt>
          <cx:pt idx="80">-0.0015130422013474782</cx:pt>
          <cx:pt idx="81">-0.0031981449004039788</cx:pt>
          <cx:pt idx="82">-0.002074995885048505</cx:pt>
          <cx:pt idx="83">0.0091978687552297048</cx:pt>
          <cx:pt idx="84">0.0025167558710629452</cx:pt>
          <cx:pt idx="85">-0.007649255334240092</cx:pt>
          <cx:pt idx="86">0.00093504669926911476</cx:pt>
          <cx:pt idx="87">0.0052018569130889633</cx:pt>
          <cx:pt idx="88">0.0024062369882326506</cx:pt>
          <cx:pt idx="89">-0.0029893899482012713</cx:pt>
          <cx:pt idx="90">-0.00057169912302139261</cx:pt>
          <cx:pt idx="91">-0.0023720461135039099</cx:pt>
          <cx:pt idx="92">0.014966888247686142</cx:pt>
          <cx:pt idx="93">0.0042092588761765753</cx:pt>
          <cx:pt idx="94">-0.0034353029980897496</cx:pt>
          <cx:pt idx="95">-0.0098459146615055004</cx:pt>
          <cx:pt idx="96">-0.0018237951203168587</cx:pt>
          <cx:pt idx="97">-0.0013572149668029723</cx:pt>
          <cx:pt idx="98">-0.0047329850406755292</cx:pt>
          <cx:pt idx="99">-0.0080310488826706439</cx:pt>
          <cx:pt idx="100">0.0061148326812095416</cx:pt>
          <cx:pt idx="101">-0.00071569126270754242</cx:pt>
          <cx:pt idx="102">-0.0040306860840176421</cx:pt>
          <cx:pt idx="103">-0.00097401776539511576</cx:pt>
          <cx:pt idx="104">-0.0026220705359375172</cx:pt>
          <cx:pt idx="105">-0.00011901305914559528</cx:pt>
          <cx:pt idx="106">-0.0080873039698081423</cx:pt>
          <cx:pt idx="107">-0.014924406589359354</cx:pt>
          <cx:pt idx="108">-0.00040281766376507717</cx:pt>
          <cx:pt idx="109">0.0033888632506739276</cx:pt>
          <cx:pt idx="110">0.0084756097930050647</cx:pt>
          <cx:pt idx="111">-0.0030369572448330513</cx:pt>
          <cx:pt idx="112">-0.0033983590203600163</cx:pt>
          <cx:pt idx="113">-0.0092520503541427962</cx:pt>
          <cx:pt idx="114">0.012265754362956287</cx:pt>
          <cx:pt idx="115">0.0055608886640490093</cx:pt>
          <cx:pt idx="116">0.0088546816563199651</cx:pt>
          <cx:pt idx="117">-0.0027220048545893599</cx:pt>
          <cx:pt idx="118">0.0022615864622605201</cx:pt>
          <cx:pt idx="119">-0.0050399820099752976</cx:pt>
          <cx:pt idx="120">-0.0034752039649964201</cx:pt>
          <cx:pt idx="121">-0.00030420758857332373</cx:pt>
          <cx:pt idx="122">0.0029102855225319733</cx:pt>
          <cx:pt idx="123">-0.013977027626633172</cx:pt>
          <cx:pt idx="124">-0.0014139297144936014</cx:pt>
          <cx:pt idx="125">0.010964678120228378</cx:pt>
          <cx:pt idx="126">-0.00067125669725717286</cx:pt>
          <cx:pt idx="127">0.003164227765319385</cx:pt>
          <cx:pt idx="128">0.019949216487425384</cx:pt>
          <cx:pt idx="129">-0.010381645718789755</cx:pt>
          <cx:pt idx="130">-0.0030951660487028385</cx:pt>
          <cx:pt idx="131">0.0081854803107219709</cx:pt>
          <cx:pt idx="132">0.0090666910299036802</cx:pt>
          <cx:pt idx="133">0.0036597079131835283</cx:pt>
          <cx:pt idx="134">-0.0034466047356583682</cx:pt>
          <cx:pt idx="135">0.010203122915229949</cx:pt>
          <cx:pt idx="136">-0.0015136990902123964</cx:pt>
          <cx:pt idx="137">0.0019237104501591002</cx:pt>
          <cx:pt idx="138">-0.0024408827632041294</cx:pt>
          <cx:pt idx="139">0.0024295858100268266</cx:pt>
          <cx:pt idx="140">-0.0031615909813237863</cx:pt>
          <cx:pt idx="141">-0.0064471842288241071</cx:pt>
          <cx:pt idx="142">-5.7766884312210673e-05</cx:pt>
          <cx:pt idx="143">0.0091421207633571762</cx:pt>
          <cx:pt idx="144">0.0017085532995693225</cx:pt>
          <cx:pt idx="145">0.00073426467387063279</cx:pt>
          <cx:pt idx="146">0.00094595578837992217</cx:pt>
          <cx:pt idx="147">0.0055962371562259822</cx:pt>
          <cx:pt idx="148">-4.5814092051262411e-06</cx:pt>
          <cx:pt idx="149">0.010371088662878692</cx:pt>
          <cx:pt idx="150">-0.0057818569383305896</cx:pt>
          <cx:pt idx="151">-0.0067366432867362923</cx:pt>
          <cx:pt idx="152">0.0020000231660322783</cx:pt>
          <cx:pt idx="153">-0.0022653817903054165</cx:pt>
          <cx:pt idx="154">0.0022764161696200813</cx:pt>
          <cx:pt idx="155">-0.0025222825954456548</cx:pt>
          <cx:pt idx="156">0.0036527797404565733</cx:pt>
          <cx:pt idx="157">-0.0017021857061392603</cx:pt>
          <cx:pt idx="158">-0.0098870876525165869</cx:pt>
          <cx:pt idx="159">-0.012808295261778343</cx:pt>
          <cx:pt idx="160">-0.0083586398175419831</cx:pt>
          <cx:pt idx="161">-0.024338244965798311</cx:pt>
          <cx:pt idx="162">-0.034765465406958872</cx:pt>
          <cx:pt idx="163">-0.012428354215941762</cx:pt>
          <cx:pt idx="164">0.027556407805965299</cx:pt>
          <cx:pt idx="165">0.01349305205723377</cx:pt>
          <cx:pt idx="166">-0.00266186306952224</cx:pt>
          <cx:pt idx="167">-0.0067161044531795144</cx:pt>
          <cx:pt idx="168">-0.021287686824923952</cx:pt>
          <cx:pt idx="169">0.013183102387058963</cx:pt>
          <cx:pt idx="170">0.0077023966203537998</cx:pt>
          <cx:pt idx="171">-0.016940553191204879</cx:pt>
          <cx:pt idx="172">0.022011291535374969</cx:pt>
          <cx:pt idx="173">-0.018514147987821458</cx:pt>
          <cx:pt idx="174">-0.0012519621690856686</cx:pt>
          <cx:pt idx="175">0.0016966731018060871</cx:pt>
          <cx:pt idx="176">-0.0040672542911420854</cx:pt>
          <cx:pt idx="177">0.012080056937823616</cx:pt>
          <cx:pt idx="178">0.010764978846427018</cx:pt>
          <cx:pt idx="179">0.0019006180958225484</cx:pt>
          <cx:pt idx="180">-0.011494719745494143</cx:pt>
          <cx:pt idx="181">0.0068346018906392048</cx:pt>
          <cx:pt idx="182">-0.0095925119235420499</cx:pt>
          <cx:pt idx="183">0.0018241370305433283</cx:pt>
          <cx:pt idx="184">0.0052965680170068176</cx:pt>
          <cx:pt idx="185">0.0075081990801701554</cx:pt>
          <cx:pt idx="186">-0.010614174485743231</cx:pt>
          <cx:pt idx="187">6.4949708484514672e-05</cx:pt>
          <cx:pt idx="188">0.010839644200423996</cx:pt>
          <cx:pt idx="189">-0.0030503147646629325</cx:pt>
          <cx:pt idx="190">0.01212672063531706</cx:pt>
          <cx:pt idx="191">0.01486376061368028</cx:pt>
          <cx:pt idx="192">-0.0025647102402177398</cx:pt>
          <cx:pt idx="193">0.0097757069877433579</cx:pt>
          <cx:pt idx="194">0.011537673773440092</cx:pt>
          <cx:pt idx="195">0.0010840071841612333</cx:pt>
          <cx:pt idx="196">0.0019482100755382863</cx:pt>
          <cx:pt idx="197">-0.0068212368196328256</cx:pt>
          <cx:pt idx="198">-0.025122852320370627</cx:pt>
          <cx:pt idx="199">0.0032174407327281722</cx:pt>
          <cx:pt idx="200">0.0071094738918356191</cx:pt>
          <cx:pt idx="201">0.0046250369807822496</cx:pt>
          <cx:pt idx="202">0.0016648185289883655</cx:pt>
          <cx:pt idx="203">-0.0030406211703528333</cx:pt>
          <cx:pt idx="204">0.019489665703454766</cx:pt>
          <cx:pt idx="205">-0.0031212273335058283</cx:pt>
          <cx:pt idx="206">0.00027467767407422724</cx:pt>
          <cx:pt idx="207">-0.0039374702374902577</cx:pt>
          <cx:pt idx="208">0.00051847472390165563</cx:pt>
          <cx:pt idx="209">0.00018425241303819488</cx:pt>
          <cx:pt idx="210">-0.010512579944940596</cx:pt>
          <cx:pt idx="211">0.0022858245097978503</cx:pt>
          <cx:pt idx="212">-0.0026956663000317527</cx:pt>
          <cx:pt idx="213">-0.0027196952542777862</cx:pt>
          <cx:pt idx="214">0.0010414378488927919</cx:pt>
          <cx:pt idx="215">-0.00035307118178790997</cx:pt>
          <cx:pt idx="216">-0.0067290357672229496</cx:pt>
          <cx:pt idx="217">0.0039130638494085804</cx:pt>
          <cx:pt idx="218">-0.0019149696084243065</cx:pt>
          <cx:pt idx="219">-0.013346394701646178</cx:pt>
          <cx:pt idx="220">-0.0082580824872724792</cx:pt>
          <cx:pt idx="221">0.016662075807768777</cx:pt>
          <cx:pt idx="222">0.0041966769473620212</cx:pt>
          <cx:pt idx="223">0.014716645291632847</cx:pt>
          <cx:pt idx="224">0.0054703728920670941</cx:pt>
          <cx:pt idx="225">-0.0093878459306947441</cx:pt>
          <cx:pt idx="226">0.0067619948747626316</cx:pt>
          <cx:pt idx="227">0.0013308084121494482</cx:pt>
          <cx:pt idx="228">0.0017630203303063534</cx:pt>
          <cx:pt idx="229">8.5872807738355105e-05</cx:pt>
          <cx:pt idx="230">-0.011913448717886023</cx:pt>
          <cx:pt idx="231">0.007881929273016999</cx:pt>
          <cx:pt idx="232">-0.0069976032057921609</cx:pt>
          <cx:pt idx="233">-0.0042205692636586674</cx:pt>
          <cx:pt idx="234">0.022642303351379102</cx:pt>
          <cx:pt idx="235">0.00060460144131599782</cx:pt>
          <cx:pt idx="236">-0.0049380531772326569</cx:pt>
          <cx:pt idx="237">-0.010294848217325412</cx:pt>
          <cx:pt idx="238">0.0028237296539631437</cx:pt>
          <cx:pt idx="239">-0.01109382735094004</cx:pt>
          <cx:pt idx="240">0.011487361647155237</cx:pt>
          <cx:pt idx="241">0.005700819089538102</cx:pt>
          <cx:pt idx="242">0.016955385167245592</cx:pt>
          <cx:pt idx="243">-0.013118167510548387</cx:pt>
          <cx:pt idx="244">-0.019307986260194025</cx:pt>
          <cx:pt idx="245">0.010492476281280902</cx:pt>
          <cx:pt idx="246">0.010254906006468613</cx:pt>
          <cx:pt idx="247">0.0096314500132964661</cx:pt>
          <cx:pt idx="248">-0.0022622911796872005</cx:pt>
          <cx:pt idx="249">-0.0016766878268679453</cx:pt>
          <cx:pt idx="250">0.010399384617301156</cx:pt>
          <cx:pt idx="251">-0.0020798389383237365</cx:pt>
          <cx:pt idx="252">-0.010438982285688585</cx:pt>
          <cx:pt idx="253">-0.012513815131081508</cx:pt>
          <cx:pt idx="254">0.011544886357680187</cx:pt>
          <cx:pt idx="255">0.00012200151317820962</cx:pt>
          <cx:pt idx="256">-0.010731527368171519</cx:pt>
          <cx:pt idx="257">-0.01099090402925143</cx:pt>
          <cx:pt idx="258">0.01147895094993479</cx:pt>
          <cx:pt idx="259">0.0022332149245719623</cx:pt>
          <cx:pt idx="260">-0.019375211744374791</cx:pt>
          <cx:pt idx="261">0.0072626845008508575</cx:pt>
          <cx:pt idx="262">-0.015961628676113674</cx:pt>
          <cx:pt idx="263">0.016996667006511579</cx:pt>
          <cx:pt idx="264">-0.020338852803109091</cx:pt>
          <cx:pt idx="265">0.0051882761624855349</cx:pt>
          <cx:pt idx="266">0.017962515555025749</cx:pt>
          <cx:pt idx="267">-0.0046511598106451224</cx:pt>
          <cx:pt idx="268">0.0095071477249801407</cx:pt>
          <cx:pt idx="269">-0.0011963632908599511</cx:pt>
          <cx:pt idx="270">0.0089760293926085082</cx:pt>
          <cx:pt idx="271">0.02172689711872863</cx:pt>
          <cx:pt idx="272">0.0017298579790938498</cx:pt>
          <cx:pt idx="273">-0.010905790391202897</cx:pt>
          <cx:pt idx="274">-0.008848974654489649</cx:pt>
          <cx:pt idx="275">-0.010460226716232738</cx:pt>
          <cx:pt idx="276">-6.1076300510510325e-05</cx:pt>
          <cx:pt idx="277">-0.0040165415808796311</cx:pt>
          <cx:pt idx="278">0.0033305631346788756</cx:pt>
          <cx:pt idx="279">-0.0038633563501492777</cx:pt>
          <cx:pt idx="280">-0.0070038131051248067</cx:pt>
          <cx:pt idx="281">0.013355448238972291</cx:pt>
          <cx:pt idx="282">0.0067533691122847088</cx:pt>
          <cx:pt idx="283">0.0081768573287227132</cx:pt>
          <cx:pt idx="284">-0.0057844641844454108</cx:pt>
          <cx:pt idx="285">0.0027716616838129246</cx:pt>
          <cx:pt idx="286">0.0073344398274267156</cx:pt>
          <cx:pt idx="287">0.0019696470435758826</cx:pt>
          <cx:pt idx="288">0.0061427888500750769</cx:pt>
          <cx:pt idx="289">0.011959475871515392</cx:pt>
          <cx:pt idx="290">-0.019594813871027548</cx:pt>
          <cx:pt idx="291">-0.0059197200501661653</cx:pt>
          <cx:pt idx="292">0.011313589372111047</cx:pt>
          <cx:pt idx="293">-0.00052848239018263342</cx:pt>
          <cx:pt idx="294">0.0063761364922015999</cx:pt>
          <cx:pt idx="295">0.0074896825038776316</cx:pt>
          <cx:pt idx="296">-0.0024151849404340253</cx:pt>
          <cx:pt idx="297">0.0031276690042553981</cx:pt>
          <cx:pt idx="298">0.0049296260849050477</cx:pt>
          <cx:pt idx="299">0.0014260967854177427</cx:pt>
          <cx:pt idx="300">9.0438337754153995e-05</cx:pt>
          <cx:pt idx="301">-0.0016992629823848204</cx:pt>
          <cx:pt idx="302">0.0011630834887055043</cx:pt>
          <cx:pt idx="303">0.0020404221072859883</cx:pt>
          <cx:pt idx="304">0.0029115314594289122</cx:pt>
          <cx:pt idx="305">-0.0034951313366786423</cx:pt>
          <cx:pt idx="306">0.0036320067227496502</cx:pt>
          <cx:pt idx="307">-0.0078547797081561996</cx:pt>
          <cx:pt idx="308">-0.00088645205275751139</cx:pt>
          <cx:pt idx="309">-0.00071675771169115365</cx:pt>
          <cx:pt idx="310">0.0033960024285860169</cx:pt>
          <cx:pt idx="311">0.0070923663871109823</cx:pt>
          <cx:pt idx="312">0.0065982613445796255</cx:pt>
          <cx:pt idx="313">-0.004475356602496209</cx:pt>
          <cx:pt idx="314">0.012452987727949285</cx:pt>
          <cx:pt idx="315">0.00038708826938136845</cx:pt>
          <cx:pt idx="316">-0.0047625920514314879</cx:pt>
          <cx:pt idx="317">0.0077125548006829938</cx:pt>
          <cx:pt idx="318">-0.0089425728314720832</cx:pt>
          <cx:pt idx="319">0.0058937945457801068</cx:pt>
          <cx:pt idx="320">-0.00792170868706309</cx:pt>
          <cx:pt idx="321">0.0085062769260928015</cx:pt>
          <cx:pt idx="322">-0.0053784767649821194</cx:pt>
          <cx:pt idx="323">-0.0062122504246216103</cx:pt>
          <cx:pt idx="324">0.0061165593371052349</cx:pt>
          <cx:pt idx="325">0.0053260736765075086</cx:pt>
          <cx:pt idx="326">0.0016405442142194133</cx:pt>
          <cx:pt idx="327">-0.017019319660808926</cx:pt>
          <cx:pt idx="328">-0.016215428276660355</cx:pt>
          <cx:pt idx="329">0.0057628218954213486</cx:pt>
          <cx:pt idx="330">0.0075746895050269594</cx:pt>
          <cx:pt idx="331">-0.0040558562601969734</cx:pt>
          <cx:pt idx="332">0.0059211852878535004</cx:pt>
          <cx:pt idx="333">0.0012058666474028545</cx:pt>
          <cx:pt idx="334">0.0023616352468985428</cx:pt>
          <cx:pt idx="335">0.012688232440852617</cx:pt>
          <cx:pt idx="336">-0.0049223416414742819</cx:pt>
          <cx:pt idx="337">0.0024356921344497245</cx:pt>
          <cx:pt idx="338">-0.00062449579497350204</cx:pt>
          <cx:pt idx="339">0.0079863916098993244</cx:pt>
          <cx:pt idx="340">0.0050638153947396743</cx:pt>
          <cx:pt idx="341">0.0096019397462250074</cx:pt>
          <cx:pt idx="342">-0.013386104540104565</cx:pt>
          <cx:pt idx="343">0.0058496186976873792</cx:pt>
          <cx:pt idx="344">-0.015539108148962245</cx:pt>
          <cx:pt idx="345">0.0079437174831024811</cx:pt>
          <cx:pt idx="346">-0.016731413573164409</cx:pt>
          <cx:pt idx="347">-0.012831437204613457</cx:pt>
          <cx:pt idx="348">0.022381775500539533</cx:pt>
          <cx:pt idx="349">-0.001270664303074404</cx:pt>
          <cx:pt idx="350">-0.00041342593307417975</cx:pt>
          <cx:pt idx="351">0.010957831263536255</cx:pt>
          <cx:pt idx="352">0.0020880561841504462</cx:pt>
          <cx:pt idx="353">0.0039015386925282734</cx:pt>
          <cx:pt idx="354">0.0018364144276546799</cx:pt>
          <cx:pt idx="355">-0.0036608982703380372</cx:pt>
          <cx:pt idx="356">0.0051309926818777557</cx:pt>
          <cx:pt idx="357">0.0029730078512746751</cx:pt>
          <cx:pt idx="358">0.0055676497194709256</cx:pt>
          <cx:pt idx="359">0.002204598423165797</cx:pt>
          <cx:pt idx="360">-0.00081139068795572239</cx:pt>
          <cx:pt idx="361">0.0042834014822424049</cx:pt>
          <cx:pt idx="362">0.0023365972961099783</cx:pt>
          <cx:pt idx="363">-0.00023863949936577802</cx:pt>
          <cx:pt idx="364">-0.012455436839170478</cx:pt>
          <cx:pt idx="365">0.0035058917270009361</cx:pt>
          <cx:pt idx="366">-0.0011241721130063956</cx:pt>
          <cx:pt idx="367">0.0067383128801500759</cx:pt>
          <cx:pt idx="368">-0.0050538540678077282</cx:pt>
          <cx:pt idx="369">0.0031397367132738473</cx:pt>
          <cx:pt idx="370">0.0043103055338205697</cx:pt>
          <cx:pt idx="371">-0.0008070787541887036</cx:pt>
          <cx:pt idx="372">0.0062791248348845136</cx:pt>
          <cx:pt idx="373">-0.020942321630121045</cx:pt>
          <cx:pt idx="374">-0.0044319258200564765</cx:pt>
          <cx:pt idx="375">0.0058014406024084267</cx:pt>
          <cx:pt idx="376">0.012183765607642755</cx:pt>
          <cx:pt idx="377">0.021090757470893708</cx:pt>
          <cx:pt idx="378">-0.0034475334774903481</cx:pt>
          <cx:pt idx="379">0.0049687615288459231</cx:pt>
          <cx:pt idx="380">0.002015564167046722</cx:pt>
          <cx:pt idx="381">-0.00078420092880624468</cx:pt>
          <cx:pt idx="382">0.0089560498545837169</cx:pt>
          <cx:pt idx="383">0.0013525821529836806</cx:pt>
          <cx:pt idx="384">-0.0049858588369038519</cx:pt>
          <cx:pt idx="385">0.0034033890981712404</cx:pt>
          <cx:pt idx="386">0.00031696012737491251</cx:pt>
          <cx:pt idx="387">-0.00037904503635000395</cx:pt>
          <cx:pt idx="388">-0.0029199724444019313</cx:pt>
          <cx:pt idx="389">-0.00052882296211928428</cx:pt>
          <cx:pt idx="390">-0.0031397498029846677</cx:pt>
          <cx:pt idx="391">-0.0021563048947773711</cx:pt>
          <cx:pt idx="392">0.0043232023899229168</cx:pt>
          <cx:pt idx="393">0.00097200810130375543</cx:pt>
          <cx:pt idx="394">-0.0077725978959964298</cx:pt>
          <cx:pt idx="395">-0.015899314468761031</cx:pt>
          <cx:pt idx="396">0.0048008274655559138</cx:pt>
          <cx:pt idx="397">0.0029969015381320768</cx:pt>
          <cx:pt idx="398">0.0020020218914861628</cx:pt>
          <cx:pt idx="399">-0.0042426302285666177</cx:pt>
          <cx:pt idx="400">-0.0046328204437605415</cx:pt>
          <cx:pt idx="401">0.00031658366366764081</cx:pt>
          <cx:pt idx="402">0.0048990822883812016</cx:pt>
          <cx:pt idx="403">-0.0031828272852975751</cx:pt>
          <cx:pt idx="404">0.0018656787099132408</cx:pt>
          <cx:pt idx="405">0.0040622594508688019</cx:pt>
          <cx:pt idx="406">-0.00055064225559628953</cx:pt>
          <cx:pt idx="407">0.0020117902883860519</cx:pt>
          <cx:pt idx="408">-0.0026072670416492829</cx:pt>
          <cx:pt idx="409">-0.0051050178232236645</cx:pt>
          <cx:pt idx="410">0.0036735820847699722</cx:pt>
          <cx:pt idx="411">0.0056966974718430886</cx:pt>
          <cx:pt idx="412">-0.006622075594091538</cx:pt>
          <cx:pt idx="413">-0.0013284628958412684</cx:pt>
          <cx:pt idx="414">-0.0015452268802271143</cx:pt>
          <cx:pt idx="415">-0.00069589046260167941</cx:pt>
          <cx:pt idx="416">-0.0034795860571483674</cx:pt>
          <cx:pt idx="417">-0.0033387220520287725</cx:pt>
          <cx:pt idx="418">0.0038064553602442687</cx:pt>
          <cx:pt idx="419">0.00029080783741747604</cx:pt>
          <cx:pt idx="420">0.0016368717227631772</cx:pt>
          <cx:pt idx="421">0.0027972089857990282</cx:pt>
          <cx:pt idx="422">0.0030188976373040147</cx:pt>
          <cx:pt idx="423">0.0044484011793672262</cx:pt>
          <cx:pt idx="424">-0.010043822244573626</cx:pt>
          <cx:pt idx="425">-0.00283199793420532</cx:pt>
          <cx:pt idx="426">-0.028654926382650214</cx:pt>
          <cx:pt idx="427">0.022754876797358312</cx:pt>
          <cx:pt idx="428">-0.015494225059240831</cx:pt>
          <cx:pt idx="429">-0.0020817740126411392</cx:pt>
          <cx:pt idx="430">0.0099298526749796116</cx:pt>
          <cx:pt idx="431">-0.0013063426709139876</cx:pt>
          <cx:pt idx="432">-0.0016248593985997563</cx:pt>
          <cx:pt idx="433">0.0018589207043385528</cx:pt>
          <cx:pt idx="434">0.0032693623576167813</cx:pt>
          <cx:pt idx="435">0.0081522338803488286</cx:pt>
          <cx:pt idx="436">-0.0041472907956312541</cx:pt>
          <cx:pt idx="437">-0.0098444512208772875</cx:pt>
          <cx:pt idx="438">0.0074052613974721956</cx:pt>
          <cx:pt idx="439">-0.00096508543548686301</cx:pt>
          <cx:pt idx="440">-0.0097485386154913499</cx:pt>
          <cx:pt idx="441">0.012790899754366005</cx:pt>
          <cx:pt idx="442">-0.0050712715294120754</cx:pt>
          <cx:pt idx="443">-0.0078210939173576736</cx:pt>
          <cx:pt idx="444">-0.0018880478655775776</cx:pt>
          <cx:pt idx="445">-0.0053379654416066576</cx:pt>
          <cx:pt idx="446">-0.0021666514362538715</cx:pt>
          <cx:pt idx="447">-0.0026127649742836608</cx:pt>
          <cx:pt idx="448">-0.0075207470947107153</cx:pt>
          <cx:pt idx="449">0.0040318959338627421</cx:pt>
          <cx:pt idx="450">0.00080791157076633602</cx:pt>
          <cx:pt idx="451">0.00071835869398635742</cx:pt>
          <cx:pt idx="452">-0.0029900785072577468</cx:pt>
          <cx:pt idx="453">0.0057180940635836114</cx:pt>
          <cx:pt idx="454">-0.0039556002264983106</cx:pt>
          <cx:pt idx="455">-0.0033308305884905431</cx:pt>
          <cx:pt idx="456">0.0025298009893085457</cx:pt>
          <cx:pt idx="457">0.010607037149160453</cx:pt>
          <cx:pt idx="458">0.0042863996777969746</cx:pt>
          <cx:pt idx="459">0.0032672135200028296</cx:pt>
          <cx:pt idx="460">-0.0050901908311362072</cx:pt>
          <cx:pt idx="461">0.0084871187674660144</cx:pt>
          <cx:pt idx="462">0.00049004936760039337</cx:pt>
          <cx:pt idx="463">-0.007139221628949974</cx:pt>
          <cx:pt idx="464">-0.0013605811184711171</cx:pt>
          <cx:pt idx="465">-0.0042180189519980442</cx:pt>
          <cx:pt idx="466">-0.012425095852521858</cx:pt>
          <cx:pt idx="467">0.016613941548497421</cx:pt>
          <cx:pt idx="468">0.011371064361750154</cx:pt>
          <cx:pt idx="469">-0.013968419745162714</cx:pt>
          <cx:pt idx="470">-0.027821972144460774</cx:pt>
          <cx:pt idx="471">-0.002590217173572201</cx:pt>
          <cx:pt idx="472">-0.0067784679070214543</cx:pt>
          <cx:pt idx="473">0.010438695575015077</cx:pt>
          <cx:pt idx="474">0.0016823347989493066</cx:pt>
          <cx:pt idx="475">-0.0059718225520844371</cx:pt>
          <cx:pt idx="476">-0.0057952419617527586</cx:pt>
          <cx:pt idx="477">0.01150083656592976</cx:pt>
          <cx:pt idx="478">0.0082256255571803924</cx:pt>
          <cx:pt idx="479">-0.0045240165673577316</cx:pt>
          <cx:pt idx="480">0.008390106681043414</cx:pt>
          <cx:pt idx="481">0.0011818770822494735</cx:pt>
          <cx:pt idx="482">-0.0015138235010646775</cx:pt>
          <cx:pt idx="483">-0.018523330994690536</cx:pt>
          <cx:pt idx="484">-0.0062266850177127887</cx:pt>
          <cx:pt idx="485">0.0072780967619481066</cx:pt>
          <cx:pt idx="486">-0.0018304829185759408</cx:pt>
          <cx:pt idx="487">0.0012420876009598175</cx:pt>
          <cx:pt idx="488">0.0145795971906423</cx:pt>
          <cx:pt idx="489">-0.0073872577940951849</cx:pt>
          <cx:pt idx="490">0.01156914213329994</cx:pt>
          <cx:pt idx="491">0.010151095410236599</cx:pt>
          <cx:pt idx="492">0.0039546671146051295</cx:pt>
          <cx:pt idx="493">-0.010413619836778991</cx:pt>
          <cx:pt idx="494">0.0078295127545232306</cx:pt>
          <cx:pt idx="495">0.0023346445060182844</cx:pt>
          <cx:pt idx="496">0.0026805824015440237</cx:pt>
          <cx:pt idx="497">-0.0019342739554346242</cx:pt>
          <cx:pt idx="498">0.0016375275623784985</cx:pt>
          <cx:pt idx="499">-0.003570640310444045</cx:pt>
          <cx:pt idx="500">0.0010508610891797831</cx:pt>
          <cx:pt idx="501">-9.7209901704563783e-05</cx:pt>
          <cx:pt idx="502">-0.0061558577269349686</cx:pt>
          <cx:pt idx="503">0.0030791712898167183</cx:pt>
          <cx:pt idx="504">-0.0050404413921129633</cx:pt>
          <cx:pt idx="505">0.0031786727353039653</cx:pt>
          <cx:pt idx="506">0.0020533970800159815</cx:pt>
          <cx:pt idx="507">0.0039146672868763076</cx:pt>
          <cx:pt idx="508">-0.0026571095982643382</cx:pt>
          <cx:pt idx="509">-0.0061819982049425171</cx:pt>
          <cx:pt idx="510">-0.0091499582241659112</cx:pt>
          <cx:pt idx="511">0.0044583893094772625</cx:pt>
          <cx:pt idx="512">-0.0036983560588975412</cx:pt>
          <cx:pt idx="513">-0.0016485744172006164</cx:pt>
          <cx:pt idx="514">0.011669134527267843</cx:pt>
          <cx:pt idx="515">0.0011677726794242079</cx:pt>
          <cx:pt idx="516">-0.0039830934942552288</cx:pt>
          <cx:pt idx="517">0.0075323709024735777</cx:pt>
          <cx:pt idx="518">-0.0020539542244773779</cx:pt>
          <cx:pt idx="519">0.0081035277981757695</cx:pt>
          <cx:pt idx="520">-0.001409544499286362</cx:pt>
          <cx:pt idx="521">-0.005191330716931385</cx:pt>
          <cx:pt idx="522">-0.0092928446523218734</cx:pt>
          <cx:pt idx="523">0.0036045568411049085</cx:pt>
          <cx:pt idx="524">0.003000972097350672</cx:pt>
          <cx:pt idx="525">-0.0061648293352829092</cx:pt>
          <cx:pt idx="526">0.0072739454432800693</cx:pt>
          <cx:pt idx="527">0.004077948730422153</cx:pt>
          <cx:pt idx="528">-0.0029363094035138098</cx:pt>
          <cx:pt idx="529">0.0078670167277981491</cx:pt>
          <cx:pt idx="530">0.0072648732628228553</cx:pt>
          <cx:pt idx="531">0.0035926837772195085</cx:pt>
          <cx:pt idx="532">-0.0051927229273005604</cx:pt>
          <cx:pt idx="533">-0.0012145254152253855</cx:pt>
          <cx:pt idx="534">0.0019691582761054722</cx:pt>
          <cx:pt idx="535">0.0065379754596961584</cx:pt>
          <cx:pt idx="536">-0.00082623878638144767</cx:pt>
          <cx:pt idx="537">0.0029788421045127897</cx:pt>
          <cx:pt idx="538">0.019538233856144539</cx:pt>
          <cx:pt idx="539">0.00014469779172437419</cx:pt>
          <cx:pt idx="540">0.0021379224639571986</cx:pt>
          <cx:pt idx="541">0.0051162887321435377</cx:pt>
          <cx:pt idx="542">-0.0093667914846097579</cx:pt>
          <cx:pt idx="543">-0.00016617451472129174</cx:pt>
          <cx:pt idx="544">0.0027577277850345211</cx:pt>
          <cx:pt idx="545">0.0091682463046072419</cx:pt>
          <cx:pt idx="546">-0.0029315909790604807</cx:pt>
          <cx:pt idx="547">-0.0046802980342902107</cx:pt>
          <cx:pt idx="548">-0.0015154695295490968</cx:pt>
          <cx:pt idx="549">-0.001019956937124927</cx:pt>
          <cx:pt idx="550">0.0027877115579723463</cx:pt>
          <cx:pt idx="551">0.0039268273030398223</cx:pt>
          <cx:pt idx="552">-0.0018874367272972634</cx:pt>
          <cx:pt idx="553">-4.6951033988036362e-05</cx:pt>
          <cx:pt idx="554">0.006591574109358597</cx:pt>
          <cx:pt idx="555">0.00050998938118673363</cx:pt>
          <cx:pt idx="556">-0.0039049624881701303</cx:pt>
          <cx:pt idx="557">0.0016137664485464545</cx:pt>
          <cx:pt idx="558">0.00017848533252539807</cx:pt>
          <cx:pt idx="559">-0.00044698813419199698</cx:pt>
          <cx:pt idx="560">-0.0046647306327796028</cx:pt>
          <cx:pt idx="561">-0.003292690353375656</cx:pt>
          <cx:pt idx="562">9.6971928458777638e-05</cx:pt>
          <cx:pt idx="563">0.0044065554154620323</cx:pt>
          <cx:pt idx="564">0.001565770497198812</cx:pt>
          <cx:pt idx="565">-0.0013099376340392965</cx:pt>
          <cx:pt idx="566">-0.0017305452045606655</cx:pt>
          <cx:pt idx="567">-0.0015569745032271291</cx:pt>
          <cx:pt idx="568">0.0046525499559809669</cx:pt>
          <cx:pt idx="569">-0.0003500174917382379</cx:pt>
          <cx:pt idx="570">-0.002031977774376496</cx:pt>
          <cx:pt idx="571">0.0058066765282590114</cx:pt>
          <cx:pt idx="572">0.0019905161891734871</cx:pt>
          <cx:pt idx="573">0.00020496259616696431</cx:pt>
          <cx:pt idx="574">0.0042556710686030147</cx:pt>
          <cx:pt idx="575">-0.0060796439436126143</cx:pt>
          <cx:pt idx="576">0.0061603940392366561</cx:pt>
          <cx:pt idx="577">0.0065942318122086986</cx:pt>
          <cx:pt idx="578">-0.004610724523418471</cx:pt>
          <cx:pt idx="579">-2.9682449883514534e-06</cx:pt>
          <cx:pt idx="580">-0.0014467935385292599</cx:pt>
          <cx:pt idx="581">0.0072135500153782369</cx:pt>
          <cx:pt idx="582">0.0014855337631270397</cx:pt>
          <cx:pt idx="583">-0.0055234721785662882</cx:pt>
          <cx:pt idx="584">-0.0019094752647182394</cx:pt>
          <cx:pt idx="585">-0.00016816680948111894</cx:pt>
          <cx:pt idx="586">-0.0060569449649775483</cx:pt>
          <cx:pt idx="587">-0.00095635954186924874</cx:pt>
          <cx:pt idx="588">0.0042194950867878783</cx:pt>
          <cx:pt idx="589">0.0065543570028031711</cx:pt>
          <cx:pt idx="590">0.0034415112958301841</cx:pt>
          <cx:pt idx="591">-0.00065508499914460918</cx:pt>
          <cx:pt idx="592">-0.0028271273527961322</cx:pt>
          <cx:pt idx="593">-0.00058572528206816531</cx:pt>
          <cx:pt idx="594">-7.2504654088562971e-05</cx:pt>
          <cx:pt idx="595">-0.0010729760027927665</cx:pt>
          <cx:pt idx="596">0.0062210206929564664</cx:pt>
          <cx:pt idx="597">-0.0040566829990679601</cx:pt>
          <cx:pt idx="598">0.00019233736793804407</cx:pt>
          <cx:pt idx="599">0.0059469287417156886</cx:pt>
          <cx:pt idx="600">0.0094506820325839149</cx:pt>
          <cx:pt idx="601">0.0051430949976059648</cx:pt>
          <cx:pt idx="602">0.0019506350893087872</cx:pt>
          <cx:pt idx="603">0.0053670910551678356</cx:pt>
          <cx:pt idx="604">0.009037779614694581</cx:pt>
          <cx:pt idx="605">0.0011196826667738378</cx:pt>
          <cx:pt idx="606">0.001466256647908437</cx:pt>
          <cx:pt idx="607">0.003056527292417165</cx:pt>
          <cx:pt idx="608">0.0071567890661226119</cx:pt>
          <cx:pt idx="609">0.0020963148648122901</cx:pt>
          <cx:pt idx="610">0.0019950190857595815</cx:pt>
          <cx:pt idx="611">-0.0046867961341079869</cx:pt>
          <cx:pt idx="612">-0.00063955450077771386</cx:pt>
          <cx:pt idx="613">-0.0073758702448407315</cx:pt>
          <cx:pt idx="614">-0.00047796980461718643</cx:pt>
          <cx:pt idx="615">-0.00095398886497351806</cx:pt>
          <cx:pt idx="616">-0.00051664326401546911</cx:pt>
          <cx:pt idx="617">0.0055692596797896864</cx:pt>
          <cx:pt idx="618">0.00069542284285409447</cx:pt>
          <cx:pt idx="619">-0.013235410547202868</cx:pt>
          <cx:pt idx="620">0.0041123238544902001</cx:pt>
          <cx:pt idx="621">-0.0017536147799225102</cx:pt>
          <cx:pt idx="622">-0.0013071289803534547</cx:pt>
          <cx:pt idx="623">-0.0062128919860641035</cx:pt>
          <cx:pt idx="624">0.00093709807501570223</cx:pt>
          <cx:pt idx="625">0.0025494744562544057</cx:pt>
          <cx:pt idx="626">-0.0084032148730539599</cx:pt>
          <cx:pt idx="627">0.0045959201620050707</cx:pt>
          <cx:pt idx="628">-0.013878792123689358</cx:pt>
          <cx:pt idx="629">0.00011536615814888966</cx:pt>
          <cx:pt idx="630">-0.00090443771101767097</cx:pt>
          <cx:pt idx="631">0.00018991519612103917</cx:pt>
          <cx:pt idx="632">-0.0015172356838979197</cx:pt>
          <cx:pt idx="633">0.00022456870755966989</cx:pt>
          <cx:pt idx="634">-0.0097814429406080546</cx:pt>
          <cx:pt idx="635">-0.0022841076716122507</cx:pt>
          <cx:pt idx="636">0.0054793606625368465</cx:pt>
          <cx:pt idx="637">0.0023214839428095757</cx:pt>
          <cx:pt idx="638">0.0095074902892256022</cx:pt>
          <cx:pt idx="639">0.00013593725241814515</cx:pt>
          <cx:pt idx="640">0.0015650764924401356</cx:pt>
          <cx:pt idx="641">0.0021829495381474415</cx:pt>
          <cx:pt idx="642">-0.0010844122769410351</cx:pt>
          <cx:pt idx="643">0.0028852747236679183</cx:pt>
          <cx:pt idx="644">-0.0021549382432846423</cx:pt>
          <cx:pt idx="645">0.0093679595456714147</cx:pt>
          <cx:pt idx="646">0.003262267779859222</cx:pt>
          <cx:pt idx="647">0.0099720700297474801</cx:pt>
          <cx:pt idx="648">-0.012631488382606165</cx:pt>
          <cx:pt idx="649">-0.0030834197839878777</cx:pt>
          <cx:pt idx="650">0.00051987363934395095</cx:pt>
          <cx:pt idx="651">0.00025850637900118822</cx:pt>
          <cx:pt idx="652">-0.0010588240814231643</cx:pt>
          <cx:pt idx="653">-0.0024326282764961394</cx:pt>
          <cx:pt idx="654">0.0073762747030595962</cx:pt>
          <cx:pt idx="655">-0.0020408567746255878</cx:pt>
          <cx:pt idx="656">-0.00073899978924875994</cx:pt>
          <cx:pt idx="657">-0.0039657923043045452</cx:pt>
          <cx:pt idx="658">0.00032339956028547257</cx:pt>
          <cx:pt idx="659">0.0042669469063130452</cx:pt>
          <cx:pt idx="660">0.0053629774673217738</cx:pt>
          <cx:pt idx="661">0.0035983941528318917</cx:pt>
          <cx:pt idx="662">-0.011952262184169532</cx:pt>
          <cx:pt idx="663">-0.0043342549246253087</cx:pt>
          <cx:pt idx="664">0.0048850329219088393</cx:pt>
          <cx:pt idx="665">0.0022902575876475456</cx:pt>
          <cx:pt idx="666">-0.0035554601022448665</cx:pt>
          <cx:pt idx="667">-0.011882445913083493</cx:pt>
          <cx:pt idx="668">0.0019298512918291561</cx:pt>
          <cx:pt idx="669">-0.0030753463734514122</cx:pt>
          <cx:pt idx="670">0.0050701509533387932</cx:pt>
          <cx:pt idx="671">-0.0016850891221712771</cx:pt>
          <cx:pt idx="672">-0.0030797533391169253</cx:pt>
          <cx:pt idx="673">0.003859396944510071</cx:pt>
          <cx:pt idx="674">0.0036094317516096332</cx:pt>
          <cx:pt idx="675">0.0020598464159181798</cx:pt>
          <cx:pt idx="676">0.0025335902952907901</cx:pt>
          <cx:pt idx="677">-0.0076296484361212218</cx:pt>
          <cx:pt idx="678">0.0064006717880665705</cx:pt>
          <cx:pt idx="679">-0.00015749057126148379</cx:pt>
          <cx:pt idx="680">0.0019945295625443346</cx:pt>
          <cx:pt idx="681">-0.004733549054525517</cx:pt>
          <cx:pt idx="682">0.0020628260938855589</cx:pt>
          <cx:pt idx="683">-0.0010134162402497177</cx:pt>
          <cx:pt idx="684">-0.0007304556771919674</cx:pt>
          <cx:pt idx="685">-0.0031991971073427315</cx:pt>
          <cx:pt idx="686">-0.0072909372714913068</cx:pt>
          <cx:pt idx="687">-0.00094573717252656204</cx:pt>
          <cx:pt idx="688">0.00479052909766355</cx:pt>
          <cx:pt idx="689">0.00160887489021141</cx:pt>
          <cx:pt idx="690">-0.0075954989568783179</cx:pt>
          <cx:pt idx="691">0.00063540322251499719</cx:pt>
          <cx:pt idx="692">-0.0035521197525679457</cx:pt>
          <cx:pt idx="693">0.00059158141167792307</cx:pt>
          <cx:pt idx="694">0.0037407356636998284</cx:pt>
          <cx:pt idx="695">0.0026482061568291093</cx:pt>
          <cx:pt idx="696">0.0025950930586763053</cx:pt>
          <cx:pt idx="697">-0.0047656190935562049</cx:pt>
          <cx:pt idx="698">0.0048791917643214808</cx:pt>
          <cx:pt idx="699">0.017519536934443504</cx:pt>
          <cx:pt idx="700">0.0070213916285871026</cx:pt>
          <cx:pt idx="701">0.004090410559161776</cx:pt>
          <cx:pt idx="702">0.0024378103921780161</cx:pt>
          <cx:pt idx="703">-7.925521342018826e-05</cx:pt>
          <cx:pt idx="704">-0.0036141955036130442</cx:pt>
          <cx:pt idx="705">-0.0018307267439422936</cx:pt>
          <cx:pt idx="706">-0.0043616625560162032</cx:pt>
          <cx:pt idx="707">0.00014169763573735825</cx:pt>
          <cx:pt idx="708">0.00083811049358709197</cx:pt>
          <cx:pt idx="709">-0.0036587220245884776</cx:pt>
          <cx:pt idx="710">-0.0018511080749503694</cx:pt>
          <cx:pt idx="711">0.0050819970260286215</cx:pt>
          <cx:pt idx="712">-0.0055818296864077041</cx:pt>
          <cx:pt idx="713">-0.012905879584335844</cx:pt>
          <cx:pt idx="714">0.011177438597359795</cx:pt>
          <cx:pt idx="715">0.0015867237986901725</cx:pt>
          <cx:pt idx="716">-8.6313687073392292e-05</cx:pt>
          <cx:pt idx="717">0.0020942306507791969</cx:pt>
          <cx:pt idx="718">-0.0086401694570766192</cx:pt>
          <cx:pt idx="719">0.0098044962747052215</cx:pt>
          <cx:pt idx="720">0.0094780761918145835</cx:pt>
          <cx:pt idx="721">-0.00043485654242178854</cx:pt>
          <cx:pt idx="722">0.01017766478384138</cx:pt>
          <cx:pt idx="723">0.0059637436093027945</cx:pt>
          <cx:pt idx="724">0.0046245072086924912</cx:pt>
          <cx:pt idx="725">-0.011409205844419387</cx:pt>
          <cx:pt idx="726">0.028070961640404186</cx:pt>
          <cx:pt idx="727">-0.0083662055403436048</cx:pt>
          <cx:pt idx="728">-0.0033074358259624721</cx:pt>
          <cx:pt idx="729">0.0013945962127646899</cx:pt>
          <cx:pt idx="730">-0.0015862651702429815</cx:pt>
          <cx:pt idx="731">0.00098750625944133991</cx:pt>
          <cx:pt idx="732">0.0009636598017571217</cx:pt>
          <cx:pt idx="733">0.0047096787265629237</cx:pt>
          <cx:pt idx="734">0.0029226250272568755</cx:pt>
          <cx:pt idx="735">0.0036700892957996279</cx:pt>
          <cx:pt idx="736">0.003994993858083707</cx:pt>
          <cx:pt idx="737">0.0071499088410006024</cx:pt>
          <cx:pt idx="738">0.0018747843708687977</cx:pt>
          <cx:pt idx="739">0.0042878700504483166</cx:pt>
          <cx:pt idx="740">-0.01060804409648405</cx:pt>
          <cx:pt idx="741">-0.00076939207245356966</cx:pt>
          <cx:pt idx="742">0.0014126731885124367</cx:pt>
          <cx:pt idx="743">-0.00080189166101376054</cx:pt>
          <cx:pt idx="744">0.0090236824248410251</cx:pt>
          <cx:pt idx="745">-0.0029862189682118732</cx:pt>
          <cx:pt idx="746">0.0073769322020328524</cx:pt>
          <cx:pt idx="747">-0.00016252408682237838</cx:pt>
          <cx:pt idx="748">0.0052426831642882355</cx:pt>
          <cx:pt idx="749">-0.0056632675609533042</cx:pt>
          <cx:pt idx="750">-0.0039579235417896447</cx:pt>
          <cx:pt idx="751">0.0022854178787388244</cx:pt>
          <cx:pt idx="752">0.0036078881714070575</cx:pt>
          <cx:pt idx="753">0.0010319597555982179</cx:pt>
          <cx:pt idx="754">-0.0040203453923964277</cx:pt>
          <cx:pt idx="755">-0.0004378282811308479</cx:pt>
          <cx:pt idx="756">-0.0075186918728272897</cx:pt>
          <cx:pt idx="757">0.0019309131989479525</cx:pt>
          <cx:pt idx="758">0.0034421881100179072</cx:pt>
          <cx:pt idx="759">0.0040261153799221487</cx:pt>
          <cx:pt idx="760">0.003220296214812751</cx:pt>
          <cx:pt idx="761">-0.0021314637149695611</cx:pt>
          <cx:pt idx="762">-0.0053252642704130259</cx:pt>
          <cx:pt idx="763">-0.00011699138073787045</cx:pt>
          <cx:pt idx="764">0.00068512517920836795</cx:pt>
          <cx:pt idx="765">0.004058890807179371</cx:pt>
          <cx:pt idx="766">0.015880263390489122</cx:pt>
          <cx:pt idx="767">0.0004587508973741431</cx:pt>
          <cx:pt idx="768">0.0096141840913418677</cx:pt>
          <cx:pt idx="769">0.0060627734651131603</cx:pt>
          <cx:pt idx="770">-0.001064761826194294</cx:pt>
          <cx:pt idx="771">0.00093136704032246358</cx:pt>
          <cx:pt idx="772">-0.0025022950971578225</cx:pt>
          <cx:pt idx="773">0.0079900959146863917</cx:pt>
          <cx:pt idx="774">-0.0054467753855558148</cx:pt>
          <cx:pt idx="775">-0.0054386622300168497</cx:pt>
          <cx:pt idx="776">-0.002176042672387031</cx:pt>
          <cx:pt idx="777">-0.0019943284937947578</cx:pt>
          <cx:pt idx="778">-0.012767864208003086</cx:pt>
          <cx:pt idx="779">-0.040345400261951832</cx:pt>
          <cx:pt idx="780">0.0071626437149528892</cx:pt>
          <cx:pt idx="781">0.0011263101788532574</cx:pt>
          <cx:pt idx="782">-0.026997636200669625</cx:pt>
          <cx:pt idx="783">-0.0014562554923459618</cx:pt>
          <cx:pt idx="784">0.012594820094261714</cx:pt>
          <cx:pt idx="785">0.0058940080659565589</cx:pt>
          <cx:pt idx="786">-0.0015513655072679601</cx:pt>
          <cx:pt idx="787">0.017149468857001044</cx:pt>
          <cx:pt idx="788">0.0052593052508991441</cx:pt>
          <cx:pt idx="789">-0.035517325270545685</cx:pt>
          <cx:pt idx="790">-0.011826929348075298</cx:pt>
          <cx:pt idx="791">0.0038345968430861977</cx:pt>
          <cx:pt idx="792">0.009413139589795427</cx:pt>
          <cx:pt idx="793">0.0075280890312606659</cx:pt>
          <cx:pt idx="794">-0.015710805478767131</cx:pt>
          <cx:pt idx="795">-0.012526322129394845</cx:pt>
          <cx:pt idx="796">-0.012913381022306153</cx:pt>
          <cx:pt idx="797">0.0061344038786664513</cx:pt>
          <cx:pt idx="798">0.012792918410770867</cx:pt>
          <cx:pt idx="799">-0.00019067322119191172</cx:pt>
          <cx:pt idx="800">-0.012949027408188792</cx:pt>
          <cx:pt idx="801">0.012073853329909451</cx:pt>
          <cx:pt idx="802">0.0068346301053188972</cx:pt>
          <cx:pt idx="803">-0.0029863769762611897</cx:pt>
          <cx:pt idx="804">0.00049398632159749025</cx:pt>
          <cx:pt idx="805">-0.012010075306568039</cx:pt>
          <cx:pt idx="806">-0.0042416859452395622</cx:pt>
          <cx:pt idx="807">0.0018513403366470949</cx:pt>
          <cx:pt idx="808">-0.011367576619149005</cx:pt>
          <cx:pt idx="809">-0.0016921004133141292</cx:pt>
          <cx:pt idx="810">-0.0091542388514665382</cx:pt>
          <cx:pt idx="811">-0.0092705886166589355</cx:pt>
          <cx:pt idx="812">-0.014403096426943294</cx:pt>
          <cx:pt idx="813">0.013684537620508763</cx:pt>
          <cx:pt idx="814">-3.9651998500041361e-05</cx:pt>
          <cx:pt idx="815">0.013548673488329974</cx:pt>
          <cx:pt idx="816">0.0096441727989764175</cx:pt>
          <cx:pt idx="817">-0.026389855705168094</cx:pt>
          <cx:pt idx="818">0.015563410567298536</cx:pt>
          <cx:pt idx="819">0.013020449023754472</cx:pt>
          <cx:pt idx="820">0.005690442427951567</cx:pt>
          <cx:pt idx="821">-0.011745962471364271</cx:pt>
          <cx:pt idx="822">-0.002035051236885944</cx:pt>
          <cx:pt idx="823">0.0035606353841578222</cx:pt>
          <cx:pt idx="824">-0.0026963878396274042</cx:pt>
          <cx:pt idx="825">-0.0017807899983815268</cx:pt>
          <cx:pt idx="826">0.0074584116873858764</cx:pt>
          <cx:pt idx="827">0.0066960085862016409</cx:pt>
          <cx:pt idx="828">0.0023335288257474423</cx:pt>
          <cx:pt idx="829">-0.0087105651368054558</cx:pt>
          <cx:pt idx="830">-0.026526470294281981</cx:pt>
          <cx:pt idx="831">-0.015380233726595924</cx:pt>
          <cx:pt idx="832">-0.0038023133606044498</cx:pt>
          <cx:pt idx="833">-0.010095674380473122</cx:pt>
          <cx:pt idx="834">-0.002635750848290837</cx:pt>
          <cx:pt idx="835">0.0044543485665778744</cx:pt>
          <cx:pt idx="836">0.0050538168954397493</cx:pt>
          <cx:pt idx="837">-0.0026230703716288799</cx:pt>
          <cx:pt idx="838">-0.0091861486986512166</cx:pt>
          <cx:pt idx="839">-0.01729978463216254</cx:pt>
          <cx:pt idx="840">-0.00012733999739673814</cx:pt>
          <cx:pt idx="841">0.014559319056203992</cx:pt>
          <cx:pt idx="842">-0.0095356098857120354</cx:pt>
          <cx:pt idx="843">-0.0045512360524787463</cx:pt>
          <cx:pt idx="844">-0.0082119408301838843</cx:pt>
          <cx:pt idx="845">0.0062662099057595984</cx:pt>
          <cx:pt idx="846">-0.0011449244599207838</cx:pt>
          <cx:pt idx="847">0.00052111627367729184</cx:pt>
          <cx:pt idx="848">-0.0040055987002520681</cx:pt>
          <cx:pt idx="849">0.0071684332977227528</cx:pt>
          <cx:pt idx="850">0.0016505873513159601</cx:pt>
          <cx:pt idx="851">-0.0020803207422047574</cx:pt>
          <cx:pt idx="852">0.0048759288949503099</cx:pt>
          <cx:pt idx="853">-0.0044618203615330943</cx:pt>
          <cx:pt idx="854">0.0034690849175554902</cx:pt>
          <cx:pt idx="855">-0.0018474988798768033</cx:pt>
          <cx:pt idx="856">-0.00034150700428980788</cx:pt>
          <cx:pt idx="857">-0.0013200798710466507</cx:pt>
          <cx:pt idx="858">0.01631819590441692</cx:pt>
          <cx:pt idx="859">-0.013975559483521664</cx:pt>
          <cx:pt idx="860">0.002022489459522092</cx:pt>
          <cx:pt idx="861">0.011195579435585398</cx:pt>
          <cx:pt idx="862">-0.0066370911873421569</cx:pt>
          <cx:pt idx="863">0.0048858803812365376</cx:pt>
          <cx:pt idx="864">0.0043231773791469483</cx:pt>
          <cx:pt idx="865">0.012282876713656764</cx:pt>
          <cx:pt idx="866">0.0058022695499066641</cx:pt>
          <cx:pt idx="867">0.00083364322961806416</cx:pt>
          <cx:pt idx="868">-0.0041681150098839929</cx:pt>
          <cx:pt idx="869">-0.0035348686067038183</cx:pt>
          <cx:pt idx="870">0.011203421146569066</cx:pt>
          <cx:pt idx="871">-0.014693029870212733</cx:pt>
          <cx:pt idx="872">0.0048333506039797795</cx:pt>
          <cx:pt idx="873">-0.00056959660587658936</cx:pt>
          <cx:pt idx="874">0.0012492115135899037</cx:pt>
          <cx:pt idx="875">0.0093340082987952017</cx:pt>
          <cx:pt idx="876">0.0070754889657930579</cx:pt>
          <cx:pt idx="877">-0.005774184835970031</cx:pt>
          <cx:pt idx="878">-0.00030556863633500908</cx:pt>
          <cx:pt idx="879">0.0041184816586327735</cx:pt>
          <cx:pt idx="880">0.0003254530994227571</cx:pt>
          <cx:pt idx="881">-0.0067278460178318593</cx:pt>
          <cx:pt idx="882">0.0030241673496056833</cx:pt>
          <cx:pt idx="883">0.012505875639815775</cx:pt>
          <cx:pt idx="884">0.0036327171537315819</cx:pt>
          <cx:pt idx="885">-0.0014036079376869718</cx:pt>
          <cx:pt idx="886">0.014305364489865649</cx:pt>
          <cx:pt idx="887">-0.0027462464737510349</cx:pt>
          <cx:pt idx="888">-0.00057773128685317994</cx:pt>
          <cx:pt idx="889">0.0071288301549902264</cx:pt>
          <cx:pt idx="890">-0.0046537917817680583</cx:pt>
          <cx:pt idx="891">0.0085658855904320302</cx:pt>
          <cx:pt idx="892">-0.0050807248979062945</cx:pt>
          <cx:pt idx="893">-0.002427967831144638</cx:pt>
          <cx:pt idx="894">0.0068502914381760385</cx:pt>
          <cx:pt idx="895">-0.0073411785158677906</cx:pt>
          <cx:pt idx="896">0.0030939859927700121</cx:pt>
          <cx:pt idx="897">0.0055553371558077352</cx:pt>
          <cx:pt idx="898">0.0053946853786224535</cx:pt>
          <cx:pt idx="899">0.0014304917946859411</cx:pt>
          <cx:pt idx="900">0.0023056095102141579</cx:pt>
          <cx:pt idx="901">0.005735854586962792</cx:pt>
          <cx:pt idx="902">-0.0097980532854164623</cx:pt>
          <cx:pt idx="903">0.0076719220374553169</cx:pt>
          <cx:pt idx="904">0.0091798969455229029</cx:pt>
          <cx:pt idx="905">0.00015266446318482597</cx:pt>
          <cx:pt idx="906">-0.0037926795955163005</cx:pt>
          <cx:pt idx="907">-0.0067005436256899796</cx:pt>
          <cx:pt idx="908">-0.0016916506397552174</cx:pt>
          <cx:pt idx="909">-0.0011248247649159424</cx:pt>
          <cx:pt idx="910">-0.0031118552073330173</cx:pt>
          <cx:pt idx="911">0.0053662415583790946</cx:pt>
          <cx:pt idx="912">0.0028072973380417012</cx:pt>
          <cx:pt idx="913">0.028156194910876713</cx:pt>
          <cx:pt idx="914">0.0036271144324011798</cx:pt>
          <cx:pt idx="915">-0.0037828444167878322</cx:pt>
          <cx:pt idx="916">-0.0054438189477597669</cx:pt>
          <cx:pt idx="917">-0.0073899500659095471</cx:pt>
          <cx:pt idx="918">-0.0027070891649872918</cx:pt>
          <cx:pt idx="919">-0.0030330274402873094</cx:pt>
          <cx:pt idx="920">0.00042488447728528079</cx:pt>
          <cx:pt idx="921">-0.00018750585421659983</cx:pt>
          <cx:pt idx="922">0.00055474891597378281</cx:pt>
          <cx:pt idx="923">-0.0016998095173053596</cx:pt>
          <cx:pt idx="924">-0.0021577574755587752</cx:pt>
          <cx:pt idx="925">-0.0013972651468970112</cx:pt>
          <cx:pt idx="926">0.01505411063499161</cx:pt>
          <cx:pt idx="927">0.00064782943361202253</cx:pt>
          <cx:pt idx="928">-0.0063492628150333694</cx:pt>
          <cx:pt idx="929">0.0049209595879334085</cx:pt>
          <cx:pt idx="930">-0.0058836915618293399</cx:pt>
          <cx:pt idx="931">0.012060686488002037</cx:pt>
          <cx:pt idx="932">-0.0034804770849511161</cx:pt>
          <cx:pt idx="933">-0.00026598401442608791</cx:pt>
          <cx:pt idx="934">0.004585566791993078</cx:pt>
          <cx:pt idx="935">-0.002661746095391744</cx:pt>
          <cx:pt idx="936">-0.0009070724724224785</cx:pt>
          <cx:pt idx="937">0.011366035370169253</cx:pt>
          <cx:pt idx="938">0.0019323034895514012</cx:pt>
          <cx:pt idx="939">-0.01573087629987667</cx:pt>
          <cx:pt idx="940">-0.0062222213351031145</cx:pt>
          <cx:pt idx="941">0.00043749560503730681</cx:pt>
          <cx:pt idx="942">-0.001321972192934106</cx:pt>
          <cx:pt idx="943">0.00017595750645622865</cx:pt>
          <cx:pt idx="944">0.0002583069331028615</cx:pt>
          <cx:pt idx="945">0.0070615621418620104</cx:pt>
          <cx:pt idx="946">-0.011790651627703866</cx:pt>
          <cx:pt idx="947">-0.0024792414330424241</cx:pt>
          <cx:pt idx="948">-0.0021797519025824261</cx:pt>
          <cx:pt idx="949">0.012098380375408169</cx:pt>
          <cx:pt idx="950">0.0041776973711174174</cx:pt>
          <cx:pt idx="951">-0.013193403480582637</cx:pt>
          <cx:pt idx="952">-0.023345045520111726</cx:pt>
          <cx:pt idx="953">0.0019963490444974918</cx:pt>
          <cx:pt idx="954">0.0017273315600939709</cx:pt>
          <cx:pt idx="955">0.010440491264072246</cx:pt>
          <cx:pt idx="956">0.0052227630241499998</cx:pt>
          <cx:pt idx="957">-0.0036586933042170849</cx:pt>
          <cx:pt idx="958">0.023693428996337262</cx:pt>
          <cx:pt idx="959">-0.0065399139277632946</cx:pt>
          <cx:pt idx="960">0.0056839034464363407</cx:pt>
          <cx:pt idx="961">0.006463206315721004</cx:pt>
          <cx:pt idx="962">0.0040716592189825465</cx:pt>
          <cx:pt idx="963">-0.015060335540747625</cx:pt>
          <cx:pt idx="964">0.008838367879469235</cx:pt>
          <cx:pt idx="965">0.024786772066125853</cx:pt>
          <cx:pt idx="966">-0.0091899173961759797</cx:pt>
          <cx:pt idx="967">0.002708555903720709</cx:pt>
          <cx:pt idx="968">0.0016135418934872419</cx:pt>
          <cx:pt idx="969">0.015000879500200723</cx:pt>
          <cx:pt idx="970">0.0057837112312769633</cx:pt>
          <cx:pt idx="971">0.0068813815777474443</cx:pt>
          <cx:pt idx="972">-2.9465259214506417e-05</cx:pt>
          <cx:pt idx="973">0.0077739658761656174</cx:pt>
          <cx:pt idx="974">-0.011235942788826335</cx:pt>
          <cx:pt idx="975">-0.0036023281874745672</cx:pt>
          <cx:pt idx="976">-0.0079703443077289212</cx:pt>
          <cx:pt idx="977">-0.005759725496549334</cx:pt>
          <cx:pt idx="978">-0.00029393284662898914</cx:pt>
          <cx:pt idx="979">-0.0009393390897598265</cx:pt>
          <cx:pt idx="980">-0.018690580911018616</cx:pt>
          <cx:pt idx="981">-0.0082887318832347429</cx:pt>
          <cx:pt idx="982">0.0047916018700198282</cx:pt>
          <cx:pt idx="983">-0.00026637663667080367</cx:pt>
          <cx:pt idx="984">0.0083488993079749874</cx:pt>
          <cx:pt idx="985">0.013242505858494371</cx:pt>
          <cx:pt idx="986">-0.00074755448407356367</cx:pt>
          <cx:pt idx="987">0.010015728151228944</cx:pt>
          <cx:pt idx="988">4.8851342071428241e-05</cx:pt>
          <cx:pt idx="989">-0.016376888310850764</cx:pt>
          <cx:pt idx="990">-0.0026911185870613177</cx:pt>
          <cx:pt idx="991">-0.011158303112048589</cx:pt>
          <cx:pt idx="992">0.0016564806275787014</cx:pt>
          <cx:pt idx="993">0.0063618661161464847</cx:pt>
          <cx:pt idx="994">-0.0043496331891831538</cx:pt>
          <cx:pt idx="995">0.0020663295928215388</cx:pt>
          <cx:pt idx="996">-0.014337311792705299</cx:pt>
          <cx:pt idx="997">-0.019088617642250272</cx:pt>
          <cx:pt idx="998">-0.01013146865724689</cx:pt>
          <cx:pt idx="999">-0.011420427482376441</cx:pt>
          <cx:pt idx="1000">-0.017083983360519469</cx:pt>
          <cx:pt idx="1001">-0.0099687252564739162</cx:pt>
          <cx:pt idx="1002">-0.025160816633755127</cx:pt>
          <cx:pt idx="1003">0.028821871848530124</cx:pt>
          <cx:pt idx="1004">0.010341334536849638</cx:pt>
          <cx:pt idx="1005">-0.0010137466765358977</cx:pt>
          <cx:pt idx="1006">0.0054664810671875355</cx:pt>
          <cx:pt idx="1007">-0.0032763733468888765</cx:pt>
          <cx:pt idx="1008">-0.007206754897687114</cx:pt>
          <cx:pt idx="1009">0.021144861937323574</cx:pt>
          <cx:pt idx="1010">-0.0043687155893191894</cx:pt>
          <cx:pt idx="1011">0.013253935538995195</cx:pt>
          <cx:pt idx="1012">-0.005436363641756598</cx:pt>
          <cx:pt idx="1013">0.0028143129705880615</cx:pt>
          <cx:pt idx="1014">0.0040269484909795997</cx:pt>
          <cx:pt idx="1015">-0.002921239617438811</cx:pt>
          <cx:pt idx="1016">0.0095069254565807206</cx:pt>
          <cx:pt idx="1017">-0.0066300114646093743</cx:pt>
          <cx:pt idx="1018">0.0039542659591700882</cx:pt>
          <cx:pt idx="1019">0.012802748767753816</cx:pt>
          <cx:pt idx="1020">-0.010976531120432917</cx:pt>
          <cx:pt idx="1021">0.01268324015133355</cx:pt>
          <cx:pt idx="1022">-0.01088637795072795</cx:pt>
          <cx:pt idx="1023">-0.0029122504974096472</cx:pt>
          <cx:pt idx="1024">0.004719678780673189</cx:pt>
          <cx:pt idx="1025">0.002958336152512881</cx:pt>
          <cx:pt idx="1026">0.0059620120697719001</cx:pt>
          <cx:pt idx="1027">0.021373795548301922</cx:pt>
          <cx:pt idx="1028">-0.0041696112611194934</cx:pt>
          <cx:pt idx="1029">0.0073116147935267687</cx:pt>
          <cx:pt idx="1030">-0.00041338965063965685</cx:pt>
          <cx:pt idx="1031">0.0017126421190139136</cx:pt>
          <cx:pt idx="1032">0.0025001533930248546</cx:pt>
          <cx:pt idx="1033">0.0030954062314620368</cx:pt>
          <cx:pt idx="1034">0.0036902671485376875</cx:pt>
          <cx:pt idx="1035">0.0082851029369716191</cx:pt>
          <cx:pt idx="1036">0.0027295471922891079</cx:pt>
          <cx:pt idx="1037">-0.015434240537191949</cx:pt>
          <cx:pt idx="1038">0.0076570521913615483</cx:pt>
          <cx:pt idx="1039">0.0054615815798379286</cx:pt>
          <cx:pt idx="1040">-0.00064186667382732949</cx:pt>
          <cx:pt idx="1041">0.0037991999483570739</cx:pt>
          <cx:pt idx="1042">0.00053856286689242972</cx:pt>
          <cx:pt idx="1043">-0.0045521204750948096</cx:pt>
          <cx:pt idx="1044">-0.00031845207529362268</cx:pt>
          <cx:pt idx="1045">-0.0019987961845771814</cx:pt>
          <cx:pt idx="1046">0.0090056997290673749</cx:pt>
          <cx:pt idx="1047">0.00023753971967085038</cx:pt>
          <cx:pt idx="1048">0.00013535768004365682</cx:pt>
          <cx:pt idx="1049">-0.00089088908580874137</cx:pt>
          <cx:pt idx="1050">0.0019169481761083002</cx:pt>
          <cx:pt idx="1051">-0.0041900962463169442</cx:pt>
          <cx:pt idx="1052">-0.00080807679996938687</cx:pt>
          <cx:pt idx="1053">0.014296662784105038</cx:pt>
          <cx:pt idx="1054">-0.0021611705463504961</cx:pt>
          <cx:pt idx="1055">0.0059666011049991164</cx:pt>
          <cx:pt idx="1056">-0.0037602482600938097</cx:pt>
          <cx:pt idx="1057">0.0042815685013553708</cx:pt>
          <cx:pt idx="1058">0.0046305113062471833</cx:pt>
          <cx:pt idx="1059">-0.0032615920618496792</cx:pt>
          <cx:pt idx="1060">-0.0054992113471662571</cx:pt>
          <cx:pt idx="1061">0.0053257523074780365</cx:pt>
          <cx:pt idx="1062">-0.0031827906770473761</cx:pt>
          <cx:pt idx="1063">0.001777136320719826</cx:pt>
          <cx:pt idx="1064">0.0084012453254581187</cx:pt>
          <cx:pt idx="1065">-0.006483359173539152</cx:pt>
          <cx:pt idx="1066">0.00053618523338867764</cx:pt>
          <cx:pt idx="1067">0.0074421567625106788</cx:pt>
          <cx:pt idx="1068">-0.0022773544263998587</cx:pt>
          <cx:pt idx="1069">-0.0049600661268987163</cx:pt>
          <cx:pt idx="1070">-0.0082044542918670322</cx:pt>
          <cx:pt idx="1071">0.0044007782765195227</cx:pt>
          <cx:pt idx="1072">0.0022765208314376234</cx:pt>
          <cx:pt idx="1073">0.0039658727624543684</cx:pt>
          <cx:pt idx="1074">0.00098796102312662115</cx:pt>
          <cx:pt idx="1075">0.0029421952385761682</cx:pt>
          <cx:pt idx="1076">0.0029957097272583625</cx:pt>
          <cx:pt idx="1077">0.0024156413602395357</cx:pt>
          <cx:pt idx="1078">0.0083080945728297058</cx:pt>
          <cx:pt idx="1079">1.6785084789293651e-06</cx:pt>
          <cx:pt idx="1080">0.0032643798833542964</cx:pt>
          <cx:pt idx="1081">-0.0025503690032347218</cx:pt>
          <cx:pt idx="1082">-0.002235589865161812</cx:pt>
          <cx:pt idx="1083">0.0041159885943062137</cx:pt>
          <cx:pt idx="1084">0.0011020088067367098</cx:pt>
          <cx:pt idx="1085">-0.0081736157150924926</cx:pt>
          <cx:pt idx="1086">0.0080327349951911254</cx:pt>
          <cx:pt idx="1087">0.00065659136199702458</cx:pt>
          <cx:pt idx="1088">0.013251983914640914</cx:pt>
          <cx:pt idx="1089">-0.010416388352332875</cx:pt>
          <cx:pt idx="1090">-0.0016061652727492675</cx:pt>
          <cx:pt idx="1091">0.012724537230247648</cx:pt>
          <cx:pt idx="1092">-0.0026221370868361438</cx:pt>
          <cx:pt idx="1093">-0.011186081450446079</cx:pt>
          <cx:pt idx="1094">-0.0041597640042183269</cx:pt>
          <cx:pt idx="1095">-0.0028194477492207611</cx:pt>
          <cx:pt idx="1096">0.015034699337266831</cx:pt>
          <cx:pt idx="1097">-0.010036733213314605</cx:pt>
          <cx:pt idx="1098">0.0047706509821029862</cx:pt>
          <cx:pt idx="1099">0.0059276895999957526</cx:pt>
          <cx:pt idx="1100">0.010824062728623763</cx:pt>
          <cx:pt idx="1101">-0.0032369035929836116</cx:pt>
          <cx:pt idx="1102">-0.00051445224935536284</cx:pt>
          <cx:pt idx="1103">-0.0046321387055901385</cx:pt>
          <cx:pt idx="1104">0.00862597108568516</cx:pt>
          <cx:pt idx="1105">-0.00051390454560234697</cx:pt>
          <cx:pt idx="1106">-0.0012896376058146295</cx:pt>
          <cx:pt idx="1107">-0.017695485647748532</cx:pt>
          <cx:pt idx="1108">-0.0027529377716405184</cx:pt>
          <cx:pt idx="1109">0.0041086604834687217</cx:pt>
          <cx:pt idx="1110">-0.011820882585008794</cx:pt>
          <cx:pt idx="1111">0.01252764800986699</cx:pt>
          <cx:pt idx="1112">0.0050840594719776776</cx:pt>
          <cx:pt idx="1113">0.01173920320530924</cx:pt>
          <cx:pt idx="1114">0.0087499096636288534</cx:pt>
          <cx:pt idx="1115">0.011114831377219114</cx:pt>
          <cx:pt idx="1116">0.0012035608880202214</cx:pt>
          <cx:pt idx="1117">0.0025960508376551778</cx:pt>
          <cx:pt idx="1118">0.0020627774151233047</cx:pt>
          <cx:pt idx="1119">-0.0044341687383912566</cx:pt>
          <cx:pt idx="1120">0.0027951024914369335</cx:pt>
          <cx:pt idx="1121">-0.000824329420673276</cx:pt>
          <cx:pt idx="1122">-0.0040708952124149838</cx:pt>
          <cx:pt idx="1123">0.0038447973937349696</cx:pt>
          <cx:pt idx="1124">0.0089563096741619788</cx:pt>
          <cx:pt idx="1125">-0.0029689207124046447</cx:pt>
          <cx:pt idx="1126">0.0032626776077262286</cx:pt>
          <cx:pt idx="1127">-0.00091849227636415294</cx:pt>
          <cx:pt idx="1128">-0.012096718232704071</cx:pt>
          <cx:pt idx="1129">-0.0009725867038114219</cx:pt>
          <cx:pt idx="1130">-0.0014395486986493861</cx:pt>
          <cx:pt idx="1131">0.0071190655037007824</cx:pt>
          <cx:pt idx="1132">0.0089589670601363559</cx:pt>
          <cx:pt idx="1133">0.011726147231129766</cx:pt>
          <cx:pt idx="1134">-0.0046414865204809815</cx:pt>
          <cx:pt idx="1135">0.0023092968455777408</cx:pt>
          <cx:pt idx="1136">-0.0056994055334131438</cx:pt>
          <cx:pt idx="1137">0.006064843183153608</cx:pt>
          <cx:pt idx="1138">0.0029175639260097916</cx:pt>
          <cx:pt idx="1139">0.0032955640800589811</cx:pt>
          <cx:pt idx="1140">0.0019702313495583452</cx:pt>
          <cx:pt idx="1141">0.00068568822375407251</cx:pt>
          <cx:pt idx="1142">-0.001032003246166919</cx:pt>
          <cx:pt idx="1143">0.0069419877907075291</cx:pt>
          <cx:pt idx="1144">-0.0079453243441712316</cx:pt>
          <cx:pt idx="1145">-0.0059320942808489818</cx:pt>
          <cx:pt idx="1146">0.0088122196900980547</cx:pt>
          <cx:pt idx="1147">-0.0064208288060529075</cx:pt>
          <cx:pt idx="1148">-0.0019176543674451522</cx:pt>
          <cx:pt idx="1149">0.012193471014772493</cx:pt>
          <cx:pt idx="1150">0.002206019014653178</cx:pt>
          <cx:pt idx="1151">-0.001624153693893599</cx:pt>
          <cx:pt idx="1152">-0.021533672151033738</cx:pt>
          <cx:pt idx="1153">-0.0058027632529165062</cx:pt>
          <cx:pt idx="1154">0.0014741585129891893</cx:pt>
          <cx:pt idx="1155">-0.02977264113522143</cx:pt>
          <cx:pt idx="1156">0.011035686021809536</cx:pt>
          <cx:pt idx="1157">0.0094630207788948019</cx:pt>
          <cx:pt idx="1158">0.012988230685522354</cx:pt>
          <cx:pt idx="1159">-0.0090837724429032284</cx:pt>
          <cx:pt idx="1160">-0.011487990757681218</cx:pt>
          <cx:pt idx="1161">0.014453252919394003</cx:pt>
          <cx:pt idx="1162">-0.015301699782461344</cx:pt>
          <cx:pt idx="1163">0.022238803710428096</cx:pt>
          <cx:pt idx="1164">0.0099824272830657413</cx:pt>
          <cx:pt idx="1165">0.0058617247235338964</cx:pt>
          <cx:pt idx="1166">-0.012348468469775701</cx:pt>
          <cx:pt idx="1167">0.002816851416403979</cx:pt>
          <cx:pt idx="1168">0.0021886641005035732</cx:pt>
          <cx:pt idx="1169">-0.013741481521262471</cx:pt>
          <cx:pt idx="1170">0.01070100381475398</cx:pt>
          <cx:pt idx="1171">-0.0044110897713388808</cx:pt>
          <cx:pt idx="1172">0.0098513238254196167</cx:pt>
          <cx:pt idx="1173">-0.0015305086823211428</cx:pt>
          <cx:pt idx="1174">-0.0011444379346599596</cx:pt>
          <cx:pt idx="1175">0.0038843823984991616</cx:pt>
          <cx:pt idx="1176">0.0098530623650880302</cx:pt>
          <cx:pt idx="1177">-0.0062034934252447717</cx:pt>
          <cx:pt idx="1178">0.00068746182892076232</cx:pt>
          <cx:pt idx="1179">-0.00087848588815485763</cx:pt>
          <cx:pt idx="1180">-0.0070020903944101875</cx:pt>
          <cx:pt idx="1181">0.0036041506929592811</cx:pt>
          <cx:pt idx="1182">0.0049460343333971894</cx:pt>
          <cx:pt idx="1183">-0.010614698307023034</cx:pt>
          <cx:pt idx="1184">-0.010072284292661136</cx:pt>
          <cx:pt idx="1185">0.0044043674046340183</cx:pt>
          <cx:pt idx="1186">0.00092196286409913894</cx:pt>
          <cx:pt idx="1187">0.00058421428622756715</cx:pt>
          <cx:pt idx="1188">-0.0023432973513811423</cx:pt>
          <cx:pt idx="1189">0.0053355834435930161</cx:pt>
          <cx:pt idx="1190">0.0028853043778519702</cx:pt>
          <cx:pt idx="1191">0.0016563069990592444</cx:pt>
          <cx:pt idx="1192">0.002910897814558824</cx:pt>
          <cx:pt idx="1193">-0.0017502944476651405</cx:pt>
          <cx:pt idx="1194">0.0043896061701693134</cx:pt>
          <cx:pt idx="1195">-0.0039308648528376799</cx:pt>
          <cx:pt idx="1196">-0.01922979820015959</cx:pt>
          <cx:pt idx="1197">0.0091745800926515686</cx:pt>
          <cx:pt idx="1198">0.017899570134089673</cx:pt>
          <cx:pt idx="1199">-0.008611716348889421</cx:pt>
          <cx:pt idx="1200">-0.0053481175597067786</cx:pt>
          <cx:pt idx="1201">0.0084878147076462278</cx:pt>
          <cx:pt idx="1202">0.0032335710855971003</cx:pt>
          <cx:pt idx="1203">-0.0029640736140809274</cx:pt>
          <cx:pt idx="1204">-0.0044978048970098191</cx:pt>
          <cx:pt idx="1205">-0.0013774875945859269</cx:pt>
          <cx:pt idx="1206">0.0014419107704580589</cx:pt>
          <cx:pt idx="1207">0.0047783663860106402</cx:pt>
          <cx:pt idx="1208">0.0020377287213695443</cx:pt>
          <cx:pt idx="1209">0.0030313492403748828</cx:pt>
          <cx:pt idx="1210">-0.00015408218117340716</cx:pt>
          <cx:pt idx="1211">0.0047815582838221394</cx:pt>
          <cx:pt idx="1212">0.0035076635082272097</cx:pt>
          <cx:pt idx="1213">-0.0056614778888938707</cx:pt>
          <cx:pt idx="1214">-0.0034695556082492531</cx:pt>
          <cx:pt idx="1215">-0.0024898028700457348</cx:pt>
          <cx:pt idx="1216">0.002526155700547243</cx:pt>
          <cx:pt idx="1217">-0.0020037352828553229</cx:pt>
          <cx:pt idx="1218">-0.0019233282187523992</cx:pt>
          <cx:pt idx="1219">-0.0080637296466249189</cx:pt>
          <cx:pt idx="1220">0.0024769385110134929</cx:pt>
          <cx:pt idx="1221">0.0042297853298039695</cx:pt>
          <cx:pt idx="1222">-0.0022719659084300707</cx:pt>
          <cx:pt idx="1223">0.0016102159005812002</cx:pt>
          <cx:pt idx="1224">-0.002685165878682963</cx:pt>
          <cx:pt idx="1225">0.0024576413606561274</cx:pt>
          <cx:pt idx="1226">0.010137897090209722</cx:pt>
          <cx:pt idx="1227">-0.00085122683989382578</cx:pt>
          <cx:pt idx="1228">7.6978989204130264e-05</cx:pt>
          <cx:pt idx="1229">0.0076429548731449413</cx:pt>
          <cx:pt idx="1230">-0.0063164909191932954</cx:pt>
          <cx:pt idx="1231">0.0013493905890879709</cx:pt>
          <cx:pt idx="1232">-0.0012213726143835658</cx:pt>
          <cx:pt idx="1233">-0.0016632851965595213</cx:pt>
          <cx:pt idx="1234">0.0011902598048755045</cx:pt>
          <cx:pt idx="1235">0.008299196145195897</cx:pt>
          <cx:pt idx="1236">0.00085047470444659062</cx:pt>
          <cx:pt idx="1237">-0.0013074217781580523</cx:pt>
          <cx:pt idx="1238">0.004087848947312199</cx:pt>
          <cx:pt idx="1239">-0.0021848457334137619</cx:pt>
          <cx:pt idx="1240">0.0059068558564731137</cx:pt>
          <cx:pt idx="1241">-0.00017417574889572049</cx:pt>
          <cx:pt idx="1242">0.0046422858140663902</cx:pt>
          <cx:pt idx="1243">0.0007445435909993435</cx:pt>
          <cx:pt idx="1244">-0.0025501064396622093</cx:pt>
          <cx:pt idx="1245">0.0025963972927975894</cx:pt>
          <cx:pt idx="1246">-0.0018110770213781923</cx:pt>
          <cx:pt idx="1247">0.0050685874668073387</cx:pt>
          <cx:pt idx="1248">0.0039385722459161828</cx:pt>
          <cx:pt idx="1249">0.0017492005013818558</cx:pt>
          <cx:pt idx="1250">-0.0035690505355919248</cx:pt>
          <cx:pt idx="1251">0.004178111577046735</cx:pt>
          <cx:pt idx="1252">0.0050521077929741864</cx:pt>
          <cx:pt idx="1253">-0.0043237318946884595</cx:pt>
          <cx:pt idx="1254">-0.0011870025537700684</cx:pt>
          <cx:pt idx="1255">0.0012977782967134861</cx:pt>
          <cx:pt idx="1256">0.0034748995332769695</cx:pt>
          <cx:pt idx="1257">-0.0049762157261308299</cx:pt>
          <cx:pt idx="1258">-0.00055848138452920925</cx:pt>
          <cx:pt idx="1259">-0.0062254120984798177</cx:pt>
          <cx:pt idx="1260">-0.0038254067216931123</cx:pt>
          <cx:pt idx="1261">0.0012137960962917652</cx:pt>
          <cx:pt idx="1262">-0.0061511779456795458</cx:pt>
          <cx:pt idx="1263">0.0044099843071835915</cx:pt>
          <cx:pt idx="1264">0.0094291789668403177</cx:pt>
          <cx:pt idx="1265">-0.0013522211625457867</cx:pt>
          <cx:pt idx="1266">0.0051661148391152351</cx:pt>
          <cx:pt idx="1267">-0.00061234674184602769</cx:pt>
          <cx:pt idx="1268">0.0058846546113938882</cx:pt>
          <cx:pt idx="1269">0.0041349029695910448</cx:pt>
          <cx:pt idx="1270">2.8793620742725092e-05</cx:pt>
          <cx:pt idx="1271">0.0032912852313166769</cx:pt>
          <cx:pt idx="1272">0.0029709021116745074</cx:pt>
          <cx:pt idx="1273">-0.0029985481578480378</cx:pt>
          <cx:pt idx="1274">-0.0065397362599891821</cx:pt>
          <cx:pt idx="1275">-0.001085149734961586</cx:pt>
          <cx:pt idx="1276">0.0018659213141009098</cx:pt>
          <cx:pt idx="1277">-0.0049102036942271507</cx:pt>
          <cx:pt idx="1278">0.015340507079077696</cx:pt>
          <cx:pt idx="1279">-0.010817240229763507</cx:pt>
          <cx:pt idx="1280">-0.00015971853757561195</cx:pt>
          <cx:pt idx="1281">0.0062352516373441668</cx:pt>
          <cx:pt idx="1282">0.0060211664308509865</cx:pt>
          <cx:pt idx="1283">0.0043333810810009645</cx:pt>
          <cx:pt idx="1284">0.00032569678780817828</cx:pt>
          <cx:pt idx="1285">0.0020282645674836366</cx:pt>
          <cx:pt idx="1286">-0.0039657468228555546</cx:pt>
          <cx:pt idx="1287">-0.0012539861393123459</cx:pt>
          <cx:pt idx="1288">0.0075983635108221384</cx:pt>
          <cx:pt idx="1289">0.0036392601634575735</cx:pt>
          <cx:pt idx="1290">-0.00060098087985569653</cx:pt>
          <cx:pt idx="1291">-0.0028890917791578475</cx:pt>
          <cx:pt idx="1292">0.0010599146976083512</cx:pt>
          <cx:pt idx="1293">0.0047929424987474224</cx:pt>
          <cx:pt idx="1294">-0.025823716171358015</cx:pt>
          <cx:pt idx="1295">-0.016214279146885349</cx:pt>
          <cx:pt idx="1296">-0.0042188667500010013</cx:pt>
          <cx:pt idx="1297">-0.040431817422595835</cx:pt>
          <cx:pt idx="1298">-0.02071264836429846</cx:pt>
          <cx:pt idx="1299">0.055563987054267336</cx:pt>
          <cx:pt idx="1300">-0.012946012321220971</cx:pt>
          <cx:pt idx="1301">0.050175738683014906</cx:pt>
          <cx:pt idx="1302">-0.020322001008753164</cx:pt>
          <cx:pt idx="1303">-0.0088061515915221159</cx:pt>
          <cx:pt idx="1304">-0.037995964659507088</cx:pt>
          <cx:pt idx="1305">0.032901441342266594</cx:pt>
          <cx:pt idx="1306">-0.046275543497666327</cx:pt>
          <cx:pt idx="1307">-0.091165544235291399</cx:pt>
          <cx:pt idx="1308">0.084259109192268325</cx:pt>
          <cx:pt idx="1309">-0.07643559608084928</cx:pt>
          <cx:pt idx="1310">0.08112637699472923</cx:pt>
          <cx:pt idx="1311">-0.029300494621083414</cx:pt>
          <cx:pt idx="1312">-0.032984437828921832</cx:pt>
          <cx:pt idx="1313">-0.066105935909773608</cx:pt>
          <cx:pt idx="1314">-0.024323302480185688</cx:pt>
          <cx:pt idx="1315">0.047300030667026857</cx:pt>
          <cx:pt idx="1316">0.00043397005544684958</cx:pt>
          <cx:pt idx="1317">0.051763340157411984</cx:pt>
          <cx:pt idx="1318">-0.0086172610344157248</cx:pt>
          <cx:pt idx="1319">0.044903721888218416</cx:pt>
          <cx:pt idx="1320">-0.014883461411998245</cx:pt>
          <cx:pt idx="1321">-0.020748387134346808</cx:pt>
          <cx:pt idx="1322">0.032812633005993581</cx:pt>
          <cx:pt idx="1323">0.0042554472425837741</cx:pt>
          <cx:pt idx="1324">0.041841782409078931</cx:pt>
          <cx:pt idx="1325">-0.012275004692640987</cx:pt>
          <cx:pt idx="1326">0.015342146433748597</cx:pt>
          <cx:pt idx="1327">0.0075492966322882942</cx:pt>
          <cx:pt idx="1328">-0.0048549815983223686</cx:pt>
          <cx:pt idx="1329">0.044345380012672152</cx:pt>
          <cx:pt idx="1330">-0.01503968700239733</cx:pt>
          <cx:pt idx="1331">0.0036174910432461723</cx:pt>
          <cx:pt idx="1332">0.010869102063386924</cx:pt>
          <cx:pt idx="1333">-0.02179052572344484</cx:pt>
          <cx:pt idx="1334">-0.025015774190187707</cx:pt>
          <cx:pt idx="1335">0.011664877713275139</cx:pt>
          <cx:pt idx="1336">-0.010966975512206529</cx:pt>
          <cx:pt idx="1337">0.0093126390849224954</cx:pt>
          <cx:pt idx="1338">0.0041669897365527496</cx:pt>
          <cx:pt idx="1339">0.0025574403481248005</cx:pt>
          <cx:pt idx="1340">-0.0072341581677953064</cx:pt>
          <cx:pt idx="1341">-0.012011817296875541</cx:pt>
          <cx:pt idx="1342">-0.010577193660037176</cx:pt>
          <cx:pt idx="1343">-0.0018575459997500301</cx:pt>
          <cx:pt idx="1344">0.0018048160437062525</cx:pt>
          <cx:pt idx="1345">-0.012689101262797266</cx:pt>
          <cx:pt idx="1346">-0.0056036834306765109</cx:pt>
          <cx:pt idx="1347">0.025554443324867285</cx:pt>
          <cx:pt idx="1348">-0.0021338148873494838</cx:pt>
          <cx:pt idx="1349">-0.0080986225138049879</cx:pt>
          <cx:pt idx="1350">-0.0079150604788063711</cx:pt>
          <cx:pt idx="1351">-0.0037951881331567128</cx:pt>
          <cx:pt idx="1352">0.0091927900107753504</cx:pt>
          <cx:pt idx="1353">0.018692894325020321</cx:pt>
          <cx:pt idx="1354">-0.01568658887289863</cx:pt>
          <cx:pt idx="1355">0.012852640377117289</cx:pt>
          <cx:pt idx="1356">-0.0088604134978492507</cx:pt>
          <cx:pt idx="1357">0.001719903713607235</cx:pt>
          <cx:pt idx="1358">0.0045114645751540578</cx:pt>
          <cx:pt idx="1359">0.010201437110682013</cx:pt>
          <cx:pt idx="1360">0.0096810464343388119</cx:pt>
          <cx:pt idx="1361">0.0020527401357279601</cx:pt>
          <cx:pt idx="1362">0.0048398773319092737</cx:pt>
          <cx:pt idx="1363">0.00071678291545119359</cx:pt>
          <cx:pt idx="1364">0.0046513139639784134</cx:pt>
          <cx:pt idx="1365">-0.0074406659926413961</cx:pt>
          <cx:pt idx="1366">0.015252040139338927</cx:pt>
          <cx:pt idx="1367">0.0075900807230403254</cx:pt>
          <cx:pt idx="1368">-0.00805188092462817</cx:pt>
          <cx:pt idx="1369">-0.00034067125817010559</cx:pt>
          <cx:pt idx="1370">-0.03774463528965822</cx:pt>
          <cx:pt idx="1371">-0.0048444568126950541</cx:pt>
          <cx:pt idx="1372">0.011342267362303961</cx:pt>
          <cx:pt idx="1373">0.015677594239844182</cx:pt>
          <cx:pt idx="1374">-0.0026904727354078611</cx:pt>
          <cx:pt idx="1375">0.0042664889152404959</cx:pt>
          <cx:pt idx="1376">-0.0059144252605071064</cx:pt>
          <cx:pt idx="1377">-0.0010399698262849653</cx:pt>
          <cx:pt idx="1378">-0.0023035481432443694</cx:pt>
          <cx:pt idx="1379">-0.016688197371456166</cx:pt>
          <cx:pt idx="1380">0.0054417653069680078</cx:pt>
          <cx:pt idx="1381">-0.020888338579066017</cx:pt>
          <cx:pt idx="1382">0.015677211911425997</cx:pt>
          <cx:pt idx="1383">0.0069372046569793717</cx:pt>
          <cx:pt idx="1384">0.0003132011502966055</cx:pt>
          <cx:pt idx="1385">0.0027678191857121279</cx:pt>
          <cx:pt idx="1386">0.0051224202375760282</cx:pt>
          <cx:pt idx="1387">0.01967305200200533</cx:pt>
          <cx:pt idx="1388">-0.0050559463757893315</cx:pt>
          <cx:pt idx="1389">-0.0075382310446506689</cx:pt>
          <cx:pt idx="1390">0.022855351651724951</cx:pt>
          <cx:pt idx="1391">-0.0018248883041596844</cx:pt>
          <cx:pt idx="1392">0.015950303469216717</cx:pt>
          <cx:pt idx="1393">0.0006101264212986326</cx:pt>
          <cx:pt idx="1394">0.0029506341049369035</cx:pt>
          <cx:pt idx="1395">0.0066635688606885768</cx:pt>
          <cx:pt idx="1396">-0.009752713664010924</cx:pt>
          <cx:pt idx="1397">0.011810429001932247</cx:pt>
          <cx:pt idx="1398">0.0091255747897480977</cx:pt>
          <cx:pt idx="1399">-0.0011228829217196114</cx:pt>
          <cx:pt idx="1400">0.00047747639747702911</cx:pt>
          <cx:pt idx="1401">0.0064006272339398197</cx:pt>
          <cx:pt idx="1402">0.0024673152151271434</cx:pt>
          <cx:pt idx="1403">0.00010739378399378803</cx:pt>
          <cx:pt idx="1404">-0.0017817837096963003</cx:pt>
          <cx:pt idx="1405">-0.0045384252003463459</cx:pt>
          <cx:pt idx="1406">-0.0049089263880822383</cx:pt>
          <cx:pt idx="1407">0.011319908190068192</cx:pt>
          <cx:pt idx="1408">0.00091692140082761178</cx:pt>
          <cx:pt idx="1409">0.00032700964285230683</cx:pt>
          <cx:pt idx="1410">0.0052301175324356635</cx:pt>
          <cx:pt idx="1411">0.0054231387372720066</cx:pt>
          <cx:pt idx="1412">-0.0048622215325268081</cx:pt>
          <cx:pt idx="1413">0.011815895710752512</cx:pt>
          <cx:pt idx="1414">-0.0013158505743438148</cx:pt>
          <cx:pt idx="1415">0.00020533247246629915</cx:pt>
          <cx:pt idx="1416">0.0078074894721823097</cx:pt>
          <cx:pt idx="1417">0.0030614409401997279</cx:pt>
          <cx:pt idx="1418">-0.0094272244405089814</cx:pt>
          <cx:pt idx="1419">-0.0013422771943727404</cx:pt>
          <cx:pt idx="1420">0.0025803527056387429</cx:pt>
          <cx:pt idx="1421">0.0081141753101040392</cx:pt>
          <cx:pt idx="1422">-0.0025129175730801926</cx:pt>
          <cx:pt idx="1423">0.0014968511848069486</cx:pt>
          <cx:pt idx="1424">0.010986931092902025</cx:pt>
          <cx:pt idx="1425">0.015396652694274805</cx:pt>
          <cx:pt idx="1426">-0.0052524026516170821</cx:pt>
          <cx:pt idx="1427">0.010237378032635219</cx:pt>
          <cx:pt idx="1428">0.017578975656267194</cx:pt>
          <cx:pt idx="1429">-0.019474730229708352</cx:pt>
          <cx:pt idx="1430">-0.0016256538094997016</cx:pt>
          <cx:pt idx="1431">-0.021631306786330223</cx:pt>
          <cx:pt idx="1432">0.015472943119913157</cx:pt>
          <cx:pt idx="1433">-0.011752963318316515</cx:pt>
          <cx:pt idx="1434">0.0071132612573254215</cx:pt>
          <cx:pt idx="1435">0.0026546126273620531</cx:pt>
          <cx:pt idx="1436">0.0001157007626487073</cx:pt>
          <cx:pt idx="1437">-0.0081030541877114767</cx:pt>
          <cx:pt idx="1438">-0.0071795301047271167</cx:pt>
          <cx:pt idx="1439">-0.010855685344138801</cx:pt>
          <cx:pt idx="1440">-0.0071272348971534996</cx:pt>
          <cx:pt idx="1441">0.0055891901133218753</cx:pt>
          <cx:pt idx="1442">-0.0174805220272337</cx:pt>
          <cx:pt idx="1443">0.0080172761036432297</cx:pt>
          <cx:pt idx="1444">0.0032962488714646412</cx:pt>
          <cx:pt idx="1445">0.011038366199714779</cx:pt>
          <cx:pt idx="1446">-0.0074099880225239872</cx:pt>
          <cx:pt idx="1447">0.012815399501472528</cx:pt>
          <cx:pt idx="1448">0.0079373531886178673</cx:pt>
          <cx:pt idx="1449">-0.009147864031149637</cx:pt>
          <cx:pt idx="1450">0.0064144613100866662</cx:pt>
          <cx:pt idx="1451">-0.0077983652984192735</cx:pt>
          <cx:pt idx="1452">0.011250974133737924</cx:pt>
          <cx:pt idx="1453">0.0055238275822414445</cx:pt>
          <cx:pt idx="1454">0.010147624137291479</cx:pt>
          <cx:pt idx="1455">0.011368100357280246</cx:pt>
          <cx:pt idx="1456">-0.00095317222113073651</cx:pt>
          <cx:pt idx="1457">-0.0058340112307699544</cx:pt>
          <cx:pt idx="1458">-0.0014204368883209088</cx:pt>
          <cx:pt idx="1459">-3.5742902886128666e-06</cx:pt>
          <cx:pt idx="1460">-0.01245926369811569</cx:pt>
          <cx:pt idx="1461">-0.00057716880652747629</cx:pt>
          <cx:pt idx="1462">0.00017196865162684904</cx:pt>
          <cx:pt idx="1463">0.0013750098282352278</cx:pt>
          <cx:pt idx="1464">-5.2375241975026658e-05</cx:pt>
          <cx:pt idx="1465">-0.013601092922008728</cx:pt>
          <cx:pt idx="1466">-0.0018711573128572516</cx:pt>
          <cx:pt idx="1467">-0.027854380627950873</cx:pt>
          <cx:pt idx="1468">0.00094521653762573801</cx:pt>
          <cx:pt idx="1469">-0.0045750674774142222</cx:pt>
          <cx:pt idx="1470">0.01363677958287308</cx:pt>
          <cx:pt idx="1471">0.015856250801214486</cx:pt>
          <cx:pt idx="1472">0.0041265498440424975</cx:pt>
          <cx:pt idx="1473">0.0048484746070450247</cx:pt>
          <cx:pt idx="1474">0.0041828870341168202</cx:pt>
          <cx:pt idx="1475">0.0028448140722596702</cx:pt>
          <cx:pt idx="1476">0.021394046184522553</cx:pt>
          <cx:pt idx="1477">0.010802980440786919</cx:pt>
          <cx:pt idx="1478">-0.0042410542824674385</cx:pt>
          <cx:pt idx="1479">0.013088174011687331</cx:pt>
          <cx:pt idx="1480">0.0095406680299550406</cx:pt>
          <cx:pt idx="1481">-0.0055805976028524438</cx:pt>
          <cx:pt idx="1482">-0.012699355312899152</cx:pt>
          <cx:pt idx="1483">0.0055447620936829988</cx:pt>
          <cx:pt idx="1484">-0.0067934245177446277</cx:pt>
          <cx:pt idx="1485">0.0016509263833444008</cx:pt>
          <cx:pt idx="1486">0.0069471486750625078</cx:pt>
          <cx:pt idx="1487">-0.0028587581600358022</cx:pt>
          <cx:pt idx="1488">-0.001683788960927534</cx:pt>
          <cx:pt idx="1489">-0.0020490343989118527</cx:pt>
          <cx:pt idx="1490">0.0089344965291398831</cx:pt>
          <cx:pt idx="1491">-0.0062477855029438936</cx:pt>
          <cx:pt idx="1492">0.00095686550689351706</cx:pt>
          <cx:pt idx="1493">0.0092945891594288232</cx:pt>
          <cx:pt idx="1494">-0.0037440857931129766</cx:pt>
          <cx:pt idx="1495">0.0057786094361567198</cx:pt>
          <cx:pt idx="1496">-0.0012782258278331352</cx:pt>
          <cx:pt idx="1497">-0.0050532474853092523</cx:pt>
          <cx:pt idx="1498">0.0027242557207535247</cx:pt>
          <cx:pt idx="1499">-0.0041401263431763285</cx:pt>
          <cx:pt idx="1500">0.001411779711940235</cx:pt>
          <cx:pt idx="1501">0.00151926777249276</cx:pt>
          <cx:pt idx="1502">0.0049561610032325988</cx:pt>
          <cx:pt idx="1503">0.0053570958516384257</cx:pt>
          <cx:pt idx="1504">-0.010862518151117429</cx:pt>
          <cx:pt idx="1505">-0.0090676964825915606</cx:pt>
          <cx:pt idx="1506">0.0011523472969314538</cx:pt>
          <cx:pt idx="1507">0.0028329890949889804</cx:pt>
          <cx:pt idx="1508">0.0082426734052063171</cx:pt>
          <cx:pt idx="1509">-0.0033742241902020567</cx:pt>
          <cx:pt idx="1510">-0.0008532219782475248</cx:pt>
          <cx:pt idx="1511">0.0067729508561310062</cx:pt>
          <cx:pt idx="1512">-0.0096364995892690708</cx:pt>
          <cx:pt idx="1513">-0.0010422260975408832</cx:pt>
          <cx:pt idx="1514">-0.0038615243533395333</cx:pt>
          <cx:pt idx="1515">-0.00051114964460236901</cx:pt>
          <cx:pt idx="1516">0.0064041146381985572</cx:pt>
          <cx:pt idx="1517">-0.0090741502593935808</cx:pt>
          <cx:pt idx="1518">0.00064769460905517878</cx:pt>
          <cx:pt idx="1519">-0.0020284900052640717</cx:pt>
          <cx:pt idx="1520">-0.0065173194272907225</cx:pt>
          <cx:pt idx="1521">-0.0064408826825833451</cx:pt>
          <cx:pt idx="1522">-0.0049181174093105486</cx:pt>
          <cx:pt idx="1523">0.0037926381883975819</cx:pt>
          <cx:pt idx="1524">-0.0052470799520866074</cx:pt>
          <cx:pt idx="1525">-0.0024505054536956999</cx:pt>
          <cx:pt idx="1526">0.0062173428614365712</cx:pt>
          <cx:pt idx="1527">0.0085642826352546522</cx:pt>
          <cx:pt idx="1528">-0.022459036789177919</cx:pt>
          <cx:pt idx="1529">0.011944992236445268</cx:pt>
          <cx:pt idx="1530">-0.022783418616214354</cx:pt>
          <cx:pt idx="1531">-0.00038134681714960858</cx:pt>
          <cx:pt idx="1532">0.010974461504371697</cx:pt>
          <cx:pt idx="1533">-0.00018907027003851708</cx:pt>
          <cx:pt idx="1534">0.010236434551825725</cx:pt>
          <cx:pt idx="1535">0.007147311155121211</cx:pt>
          <cx:pt idx="1536">0.0034654296264955788</cx:pt>
          <cx:pt idx="1537">-0.0016506871871109626</cx:pt>
          <cx:pt idx="1538">-0.0041681806588655199</cx:pt>
          <cx:pt idx="1539">9.3902478907371425e-05</cx:pt>
          <cx:pt idx="1540">0.0018389857670707624</cx:pt>
          <cx:pt idx="1541">0.00048971914137519888</cx:pt>
          <cx:pt idx="1542">0.0038670798687836078</cx:pt>
          <cx:pt idx="1543">-0.0079846685538538572</cx:pt>
          <cx:pt idx="1544">-0.012089160543301471</cx:pt>
          <cx:pt idx="1545">0.0015249834617445312</cx:pt>
          <cx:pt idx="1546">-0.0029581674385967243</cx:pt>
          <cx:pt idx="1547">-0.0026681530680285016</cx:pt>
          <cx:pt idx="1548">-0.010775923222885817</cx:pt>
          <cx:pt idx="1549">-0.016153285626956705</cx:pt>
          <cx:pt idx="1550">0.011261622608060016</cx:pt>
          <cx:pt idx="1551">-0.001980034175065289</cx:pt>
          <cx:pt idx="1552">-0.0098676985740195761</cx:pt>
          <cx:pt idx="1553">-0.0014841320539301988</cx:pt>
          <cx:pt idx="1554">0.020544516539420236</cx:pt>
          <cx:pt idx="1555">0.0034330624149088575</cx:pt>
          <cx:pt idx="1556">0.003868027454681189</cx:pt>
          <cx:pt idx="1557">0.013173188787946401</cx:pt>
          <cx:pt idx="1558">-0.0031847903555632072</cx:pt>
          <cx:pt idx="1559">0.0068065565119276661</cx:pt>
          <cx:pt idx="1560">0.0050379337400108422</cx:pt>
          <cx:pt idx="1561">0.0020642410802326106</cx:pt>
          <cx:pt idx="1562">-0.0012161965922143389</cx:pt>
          <cx:pt idx="1563">-0.0045298379126396228</cx:pt>
          <cx:pt idx="1564">0.0033403323885550194</cx:pt>
          <cx:pt idx="1565">0.011274615715322298</cx:pt>
          <cx:pt idx="1566">0.0047771779791699132</cx:pt>
          <cx:pt idx="1567">-0.0049537202201064539</cx:pt>
          <cx:pt idx="1568">0.0076644566461707706</cx:pt>
          <cx:pt idx="1569">0.019466382296998787</cx:pt>
          <cx:pt idx="1570">0.010243662914726184</cx:pt>
          <cx:pt idx="1571">-0.014294684653016324</cx:pt>
          <cx:pt idx="1572">-0.0026617876433998725</cx:pt>
          <cx:pt idx="1573">-0.0028682581567045368</cx:pt>
          <cx:pt idx="1574">0.014354198234322525</cx:pt>
          <cx:pt idx="1575">0.0036019095570110548</cx:pt>
          <cx:pt idx="1576">-0.00048985811036434497</cx:pt>
          <cx:pt idx="1577">0.0014541338437685739</cx:pt>
          <cx:pt idx="1578">0.00062208329169979762</cx:pt>
          <cx:pt idx="1579">0.0018510184949008962</cx:pt>
          <cx:pt idx="1580">-0.0043603683122279283</cx:pt>
          <cx:pt idx="1581">-0.0013766214738280917</cx:pt>
          <cx:pt idx="1582">0.007349922885009596</cx:pt>
          <cx:pt idx="1583">0.0066347395923205404</cx:pt>
          <cx:pt idx="1584">-0.0085428609007591472</cx:pt>
          <cx:pt idx="1585">0.0028583418931986499</cx:pt>
          <cx:pt idx="1586">0.0039475057276160408</cx:pt>
          <cx:pt idx="1587">-0.0083392185919393055</cx:pt>
          <cx:pt idx="1588">0.0022772344193432892</cx:pt>
          <cx:pt idx="1589">-0.012850694519515496</cx:pt>
          <cx:pt idx="1590">-0.00025651865981884801</cx:pt>
          <cx:pt idx="1591">0.0032375190074133758</cx:pt>
          <cx:pt idx="1592">0.0081164284287087579</cx:pt>
          <cx:pt idx="1593">0.0025311865354967289</cx:pt>
          <cx:pt idx="1594">0.011433601647132462</cx:pt>
          <cx:pt idx="1595">-0.0089257844273850639</cx:pt>
          <cx:pt idx="1596">-0.00044501282421192365</cx:pt>
          <cx:pt idx="1597">0.010731863360018461</cx:pt>
          <cx:pt idx="1598">-0.0024180675186784915</cx:pt>
          <cx:pt idx="1599">0.0079926345642859116</cx:pt>
          <cx:pt idx="1600">-0.006818689711605248</cx:pt>
          <cx:pt idx="1601">-0.014119557813824381</cx:pt>
          <cx:pt idx="1602">0.013195453412516701</cx:pt>
          <cx:pt idx="1603">0.005924678601829267</cx:pt>
          <cx:pt idx="1604">-0.0023421937688566227</cx:pt>
          <cx:pt idx="1605">0.00085242567986418044</cx:pt>
          <cx:pt idx="1606">-0.0021813379509490168</cx:pt>
          <cx:pt idx="1607">0.0097741438201461167</cx:pt>
          <cx:pt idx="1608">-0.0012193304415797906</cx:pt>
          <cx:pt idx="1609">0.0037516954764015998</cx:pt>
          <cx:pt idx="1610">-0.00022168943661501493</cx:pt>
          <cx:pt idx="1611">-0.00029839950466359393</cx:pt>
          <cx:pt idx="1612">-0.0046873746938925149</cx:pt>
          <cx:pt idx="1613">0.00086947483547904951</cx:pt>
          <cx:pt idx="1614">-0.0035368724652936022</cx:pt>
          <cx:pt idx="1615">0.003084828587667746</cx:pt>
          <cx:pt idx="1616">0.0048483829157938661</cx:pt>
          <cx:pt idx="1617">0.0037055773717463341</cx:pt>
          <cx:pt idx="1618">-0.0017529454981192866</cx:pt>
          <cx:pt idx="1619">-0.0088566823605911137</cx:pt>
          <cx:pt idx="1620">-0.0023774142809049538</cx:pt>
          <cx:pt idx="1621">0.006869610538429197</cx:pt>
          <cx:pt idx="1622">0.0014756945120872917</cx:pt>
          <cx:pt idx="1623">-0.0041136268901015268</cx:pt>
          <cx:pt idx="1624">-0.0031327248577480309</cx:pt>
          <cx:pt idx="1625">-0.013866349704959247</cx:pt>
          <cx:pt idx="1626">0.0047229565699539264</cx:pt>
          <cx:pt idx="1627">-0.0159922406233384</cx:pt>
          <cx:pt idx="1628">0.0097581020174234909</cx:pt>
          <cx:pt idx="1629">0.0020918852231317079</cx:pt>
          <cx:pt idx="1630">-0.0072183055521455545</cx:pt>
          <cx:pt idx="1631">0.0037739291954559406</cx:pt>
          <cx:pt idx="1632">0.0080749672594460989</cx:pt>
          <cx:pt idx="1633">-0.0016362452391443497</cx:pt>
          <cx:pt idx="1634">-0.0064983067196205287</cx:pt>
          <cx:pt idx="1635">0.010502896423426934</cx:pt>
          <cx:pt idx="1636">-0.0020249182601076725</cx:pt>
          <cx:pt idx="1637">0.0027725552279319219</cx:pt>
          <cx:pt idx="1638">-0.004502284307945293</cx:pt>
          <cx:pt idx="1639">0.004861723844172992</cx:pt>
          <cx:pt idx="1640">-0.0027605359940042241</cx:pt>
          <cx:pt idx="1641">0.005644504879912594</cx:pt>
          <cx:pt idx="1642">-5.8828333066219434e-05</cx:pt>
          <cx:pt idx="1643">0.0024526504854828512</cx:pt>
          <cx:pt idx="1644">0.011656151077745485</cx:pt>
          <cx:pt idx="1645">0.0037030190457825805</cx:pt>
          <cx:pt idx="1646">0.00066315005281917389</cx:pt>
          <cx:pt idx="1647">-0.0053542128288305256</cx:pt>
          <cx:pt idx="1648">0.00095745644331908758</cx:pt>
          <cx:pt idx="1649">0.00034714294587939081</cx:pt>
          <cx:pt idx="1650">-0.0019585774838801143</cx:pt>
          <cx:pt idx="1651">0.01307304712175532</cx:pt>
          <cx:pt idx="1652">0.0016186103949478595</cx:pt>
          <cx:pt idx="1653">0.0025260256878806603</cx:pt>
          <cx:pt idx="1654">-0.010621156650279906</cx:pt>
          <cx:pt idx="1655">0.0054855190622788751</cx:pt>
          <cx:pt idx="1656">-0.00051654010993677085</cx:pt>
          <cx:pt idx="1657">-0.0024793923740502252</cx:pt>
          <cx:pt idx="1658">0.0048538900414288226</cx:pt>
          <cx:pt idx="1659">-0.013159878351182029</cx:pt>
          <cx:pt idx="1660">0.0073770841773910818</cx:pt>
          <cx:pt idx="1661">0.0018888345551674819</cx:pt>
          <cx:pt idx="1662">0.0029482554261183787</cx:pt>
          <cx:pt idx="1663">0.0078061536873655383</cx:pt>
          <cx:pt idx="1664">0.0034673886999215197</cx:pt>
          <cx:pt idx="1665">-0.0017693937700848823</cx:pt>
          <cx:pt idx="1666">0.0078402499277401231</cx:pt>
          <cx:pt idx="1667">0.0053884571280401064</cx:pt>
          <cx:pt idx="1668">0.00016901613585527649</cx:pt>
          <cx:pt idx="1669">-0.012905468657464959</cx:pt>
          <cx:pt idx="1670">0.0086041080934825161</cx:pt>
          <cx:pt idx="1671">0.0012168355170001581</cx:pt>
          <cx:pt idx="1672">-0.00445061630292151</cx:pt>
          <cx:pt idx="1673">-0.0083939021674813517</cx:pt>
          <cx:pt idx="1674">0.00039855616188820434</cx:pt>
          <cx:pt idx="1675">-0.0056115037110695976</cx:pt>
          <cx:pt idx="1676">0.0026476402191490901</cx:pt>
          <cx:pt idx="1677">0.0065984169892286211</cx:pt>
          <cx:pt idx="1678">0.001518989918805504</cx:pt>
          <cx:pt idx="1679">0.0034457903297485568</cx:pt>
          <cx:pt idx="1680">0.0037436999036815836</cx:pt>
          <cx:pt idx="1681">0.00053351105171937224</cx:pt>
          <cx:pt idx="1682">-0.013745353973293458</cx:pt>
          <cx:pt idx="1683">0.0067698678930989114</cx:pt>
          <cx:pt idx="1684">-0.0064953009378628671</cx:pt>
          <cx:pt idx="1685">-0.0021993028686003034</cx:pt>
          <cx:pt idx="1686">0.0005495202343020172</cx:pt>
          <cx:pt idx="1687">-0.0079136907636771954</cx:pt>
          <cx:pt idx="1688">0.0046548432034337417</cx:pt>
          <cx:pt idx="1689">-0.0027967761875787936</cx:pt>
          <cx:pt idx="1690">-0.0052229142994973891</cx:pt>
          <cx:pt idx="1691">-0.010062888376304742</cx:pt>
          <cx:pt idx="1692">-0.00093800174411774143</cx:pt>
          <cx:pt idx="1693">0.0020818588816244451</cx:pt>
          <cx:pt idx="1694">0.0030812913251020671</cx:pt>
          <cx:pt idx="1695">-0.0010786022267984588</cx:pt>
          <cx:pt idx="1696">-0.0067640453223835025</cx:pt>
          <cx:pt idx="1697">-0.014994117260178423</cx:pt>
          <cx:pt idx="1698">0.0059118526076230582</cx:pt>
          <cx:pt idx="1699">-0.018824492942431131</cx:pt>
          <cx:pt idx="1700">0.00039795507548677533</cx:pt>
          <cx:pt idx="1701">-0.00382378973953768</cx:pt>
          <cx:pt idx="1702">0.0044504411489905121</cx:pt>
          <cx:pt idx="1703">0.011517614199991375</cx:pt>
          <cx:pt idx="1704">0.0039050806985002576</cx:pt>
          <cx:pt idx="1705">-0.00026546941480803466</cx:pt>
          <cx:pt idx="1706">-0.00064422553786432253</cx:pt>
          <cx:pt idx="1707">0.0013390097083144808</cx:pt>
          <cx:pt idx="1708">0.00080245383007959302</cx:pt>
          <cx:pt idx="1709">0.010165979537505152</cx:pt>
          <cx:pt idx="1710">-0.00053340963181141936</cx:pt>
          <cx:pt idx="1711">-0.0046219926303369303</cx:pt>
          <cx:pt idx="1712">0.002951425548828037</cx:pt>
          <cx:pt idx="1713">0.0077311952559207097</cx:pt>
          <cx:pt idx="1714">-0.002503656544299199</cx:pt>
          <cx:pt idx="1715">0.005439434857854579</cx:pt>
          <cx:pt idx="1716">0.00045306025073276298</cx:pt>
          <cx:pt idx="1717">0.003658278261286806</cx:pt>
          <cx:pt idx="1718">-0.0033293829143124917</cx:pt>
          <cx:pt idx="1719">0.00037829281891753829</cx:pt>
          <cx:pt idx="1720">-3.0019000636246859e-06</cx:pt>
          <cx:pt idx="1721">-0.00074169052468862201</cx:pt>
          <cx:pt idx="1722">0.0038001074380423702</cx:pt>
          <cx:pt idx="1723">0.0089831512848860054</cx:pt>
          <cx:pt idx="1724">0.0018228511679786487</cx:pt>
          <cx:pt idx="1725">0.0055108631079293108</cx:pt>
          <cx:pt idx="1726">-0.0082261445134737248</cx:pt>
          <cx:pt idx="1727">0.0037576342773466328</cx:pt>
          <cx:pt idx="1728">0.0016679934048797061</cx:pt>
          <cx:pt idx="1729">-0.0001944890483221803</cx:pt>
          <cx:pt idx="1730">-0.0007520297865769032</cx:pt>
          <cx:pt idx="1731">0.0019741321843110096</cx:pt>
          <cx:pt idx="1732">-0.011649282611826399</cx:pt>
          <cx:pt idx="1733">-0.0040894662116627038</cx:pt>
          <cx:pt idx="1734">-0.0034305692055211379</cx:pt>
          <cx:pt idx="1735">-0.0075473027158977548</cx:pt>
          <cx:pt idx="1736">0.0087086305374096985</cx:pt>
          <cx:pt idx="1737">0.0053812571143652035</cx:pt>
          <cx:pt idx="1738">-0.001211508983737663</cx:pt>
          <cx:pt idx="1739">-0.015576999326800534</cx:pt>
          <cx:pt idx="1740">0.0013468948177682526</cx:pt>
          <cx:pt idx="1741">-0.025933619134020109</cx:pt>
          <cx:pt idx="1742">-0.0060896077969615266</cx:pt>
          <cx:pt idx="1743">0.0051819770408896597</cx:pt>
          <cx:pt idx="1744">0.014540327969168846</cx:pt>
          <cx:pt idx="1745">0.017024449858425428</cx:pt>
          <cx:pt idx="1746">0.0012614390220967318</cx:pt>
          <cx:pt idx="1747">-0.0038286989120512745</cx:pt>
          <cx:pt idx="1748">0.0019487958602683265</cx:pt>
          <cx:pt idx="1749">0.018632378076270072</cx:pt>
          <cx:pt idx="1750">0.015090333079068572</cx:pt>
          <cx:pt idx="1751">0.0037067410576395298</cx:pt>
          <cx:pt idx="1752">0.0097846151343774466</cx:pt>
          <cx:pt idx="1753">0.0060683689965795292</cx:pt>
          <cx:pt idx="1754">-0.014901919043324687</cx:pt>
          <cx:pt idx="1755">-8.506328221068922e-05</cx:pt>
          <cx:pt idx="1756">4.7451231635033423e-05</cx:pt>
          <cx:pt idx="1757">0.0029509913613777637</cx:pt>
          <cx:pt idx="1758">0.00043698777256863418</cx:pt>
          <cx:pt idx="1759">0.0088916434905033839</cx:pt>
          <cx:pt idx="1760">0.0075792643974076992</cx:pt>
          <cx:pt idx="1761">0.0034679070258956408</cx:pt>
          <cx:pt idx="1762">-0.0030592898113486386</cx:pt>
          <cx:pt idx="1763">0.0074648056731517597</cx:pt>
          <cx:pt idx="1764">0.00043559734770018909</cx:pt>
          <cx:pt idx="1765">0.0035840416995305963</cx:pt>
          <cx:pt idx="1766">0.0043934490403359514</cx:pt>
          <cx:pt idx="1767">-0.0010542453143367505</cx:pt>
          <cx:pt idx="1768">0.0026658397618614126</cx:pt>
          <cx:pt idx="1769">-0.0025711405657308064</cx:pt>
          <cx:pt idx="1770">-0.0020663516636224813</cx:pt>
          <cx:pt idx="1771">-0.00061893381800211104</cx:pt>
          <cx:pt idx="1772">0.0060353598643143455</cx:pt>
          <cx:pt idx="1773">0.0017387804753604998</cx:pt>
          <cx:pt idx="1774">-0.014539600096537351</cx:pt>
          <cx:pt idx="1775">0.0071859477147567527</cx:pt>
          <cx:pt idx="1776">-0.0052878298199203746</cx:pt>
          <cx:pt idx="1777">-0.00066670210986545118</cx:pt>
          <cx:pt idx="1778">-0.003915280774983345</cx:pt>
          <cx:pt idx="1779">-0.010277404722793515</cx:pt>
          <cx:pt idx="1780">-0.0081003200424180043</cx:pt>
          <cx:pt idx="1781">0.0044910777164311041</cx:pt>
          <cx:pt idx="1782">0.009756661986584033</cx:pt>
          <cx:pt idx="1783">0.0074815751948182751</cx:pt>
          <cx:pt idx="1784">-0.0015960699488688699</cx:pt>
          <cx:pt idx="1785">0.0090140928256568654</cx:pt>
          <cx:pt idx="1786">0.0014666696903664765</cx:pt>
          <cx:pt idx="1787">-0.011952794340868295</cx:pt>
          <cx:pt idx="1788">-0.00032733811337122976</cx:pt>
          <cx:pt idx="1789">0.0025304860756284169</cx:pt>
          <cx:pt idx="1790">-0.0014602767366497628</cx:pt>
          <cx:pt idx="1791">-0.010274276531707063</cx:pt>
          <cx:pt idx="1792">-0.0041316007330269326</cx:pt>
          <cx:pt idx="1793">-0.0029167826657890898</cx:pt>
          <cx:pt idx="1794">0.0014895863513003696</cx:pt>
          <cx:pt idx="1795">0.0011247679383745675</cx:pt>
          <cx:pt idx="1796">0.016044577190271928</cx:pt>
          <cx:pt idx="1797">-6.7865900656305194e-05</cx:pt>
          <cx:pt idx="1798">-0.0067542017845141095</cx:pt>
          <cx:pt idx="1799">-0.0075589230638535426</cx:pt>
          <cx:pt idx="1800">-0.019663368201473474</cx:pt>
          <cx:pt idx="1801">0.031496354599581285</cx:pt>
          <cx:pt idx="1802">-0.013134112174129336</cx:pt>
          <cx:pt idx="1803">-0.0045721838208741252</cx:pt>
          <cx:pt idx="1804">0.0075938455786250117</cx:pt>
          <cx:pt idx="1805">0.0066818912942143678</cx:pt>
          <cx:pt idx="1806">0.0023410911963179138</cx:pt>
          <cx:pt idx="1807">-0.022153583794978803</cx:pt>
          <cx:pt idx="1808">-0.027996582198633137</cx:pt>
          <cx:pt idx="1809">0.009021907251408565</cx:pt>
          <cx:pt idx="1810">-0.0071639449327409741</cx:pt>
          <cx:pt idx="1811">-0.010502314549541475</cx:pt>
          <cx:pt idx="1812">0.0084799098181295267</cx:pt>
          <cx:pt idx="1813">0.022807323190137747</cx:pt>
          <cx:pt idx="1814">0.0023398367635239711</cx:pt>
          <cx:pt idx="1815">0.0046003013453478339</cx:pt>
          <cx:pt idx="1816">0.00078916124615917337</cx:pt>
          <cx:pt idx="1817">0.00039894113616367462</cx:pt>
          <cx:pt idx="1818">0.0059583524813522793</cx:pt>
          <cx:pt idx="1819">-0.011978417577890955</cx:pt>
          <cx:pt idx="1820">0.0038873496166505032</cx:pt>
          <cx:pt idx="1821">0.0090108887369938842</cx:pt>
          <cx:pt idx="1822">0.0041020396316028499</cx:pt>
          <cx:pt idx="1823">0.010960747644486898</cx:pt>
          <cx:pt idx="1824">0.0019328946390253705</cx:pt>
          <cx:pt idx="1825">-0.0034480914156875316</cx:pt>
          <cx:pt idx="1826">0.014696912275884743</cx:pt>
          <cx:pt idx="1827">-0.0026395419418580395</cx:pt>
          <cx:pt idx="1828">0.00024580344794064747</cx:pt>
          <cx:pt idx="1829">0.014896166208077103</cx:pt>
          <cx:pt idx="1830">0.0069822238580441757</cx:pt>
          <cx:pt idx="1831">0.0049026930453798731</cx:pt>
          <cx:pt idx="1832">-0.0038618763192690576</cx:pt>
          <cx:pt idx="1833">0.0017637623367673274</cx:pt>
          <cx:pt idx="1834">0.008632053627667691</cx:pt>
          <cx:pt idx="1835">-0.0012528466344183704</cx:pt>
          <cx:pt idx="1836">-0.0072826883322525994</cx:pt>
          <cx:pt idx="1837">0.014236426825217613</cx:pt>
          <cx:pt idx="1838">0.012903287927140822</cx:pt>
          <cx:pt idx="1839">0.0045649006873678061</cx:pt>
          <cx:pt idx="1840">-0.015636262514483631</cx:pt>
          <cx:pt idx="1841">0.0051902896724505508</cx:pt>
          <cx:pt idx="1842">-0.012335523514856572</cx:pt>
          <cx:pt idx="1843">-0.00013130982971276494</cx:pt>
          <cx:pt idx="1844">0.015243732772264424</cx:pt>
          <cx:pt idx="1845">-0.021985128388104555</cx:pt>
          <cx:pt idx="1846">-0.012014011465908418</cx:pt>
          <cx:pt idx="1847">-0.00060858028623848328</cx:pt>
          <cx:pt idx="1848">0.021322031190800686</cx:pt>
          <cx:pt idx="1849">-0.015153221231082701</cx:pt>
          <cx:pt idx="1850">0.0013225419423693596</cx:pt>
          <cx:pt idx="1851">-0.000342606545628454</cx:pt>
          <cx:pt idx="1852">-0.01352432244807044</cx:pt>
          <cx:pt idx="1853">-0.00096753560110173105</cx:pt>
          <cx:pt idx="1854">0.0016371132209822476</cx:pt>
          <cx:pt idx="1855">0.013664983026177935</cx:pt>
          <cx:pt idx="1856">0.0045977420503905079</cx:pt>
          <cx:pt idx="1857">-0.026564832893774842</cx:pt>
          <cx:pt idx="1858">-0.056204973734592226</cx:pt>
          <cx:pt idx="1859">-0.020812910295397148</cx:pt>
          <cx:pt idx="1860">0.0042760954357275059</cx:pt>
          <cx:pt idx="1861">0.021667223174159183</cx:pt>
          <cx:pt idx="1862">0.016397715221189796</cx:pt>
          <cx:pt idx="1863">-0.0011451609514268328</cx:pt>
          <cx:pt idx="1864">0.010514498264488744</cx:pt>
          <cx:pt idx="1865">0.011073006117916234</cx:pt>
          <cx:pt idx="1866">-0.0072877155858940956</cx:pt>
          <cx:pt idx="1867">-0.011922956194900846</cx:pt>
          <cx:pt idx="1868">0.01143636884221679</cx:pt>
          <cx:pt idx="1869">-0.011782283561503763</cx:pt>
          <cx:pt idx="1870">0.00045931325762816819</cx:pt>
          <cx:pt idx="1871">0.0019427856787466065</cx:pt>
          <cx:pt idx="1872">-0.017220895563470777</cx:pt>
          <cx:pt idx="1873">-0.015225336133603981</cx:pt>
          <cx:pt idx="1874">-0.0024979091137892532</cx:pt>
          <cx:pt idx="1875">-0.020943561576925816</cx:pt>
          <cx:pt idx="1876">-0.012060026726991012</cx:pt>
          <cx:pt idx="1877">-6.9486028392882709e-05</cx:pt>
          <cx:pt idx="1878">-0.00091186795044266545</cx:pt>
          <cx:pt idx="1879">-0.0041984568013886418</cx:pt>
          <cx:pt idx="1880">0.024851015402114582</cx:pt>
          <cx:pt idx="1881">-0.0075018810288793505</cx:pt>
          <cx:pt idx="1882">0.019571085159765592</cx:pt>
          <cx:pt idx="1883">0.015461838217366717</cx:pt>
          <cx:pt idx="1884">-0.002069150850448385</cx:pt>
          <cx:pt idx="1885">-0.013281103605058618</cx:pt>
          <cx:pt idx="1886">0.0011364765928739027</cx:pt>
          <cx:pt idx="1887">0.00023044968235864618</cx:pt>
          <cx:pt idx="1888">0.015802929838521895</cx:pt>
          <cx:pt idx="1889">-0.0045430914336118322</cx:pt>
          <cx:pt idx="1890">0.0012742974218171658</cx:pt>
          <cx:pt idx="1891">-0.00057785218426495573</cx:pt>
          <cx:pt idx="1892">-0.00075855440275146785</cx:pt>
          <cx:pt idx="1893">-0.00015333057122704738</cx:pt>
          <cx:pt idx="1894">-0.0016622319041973306</cx:pt>
          <cx:pt idx="1895">-0.0032283193454337627</cx:pt>
          <cx:pt idx="1896">0.0016283436769857671</cx:pt>
          <cx:pt idx="1897">0.0039494866667056242</cx:pt>
          <cx:pt idx="1898">-0.0088031624522143942</cx:pt>
          <cx:pt idx="1899">0.012227775316335936</cx:pt>
          <cx:pt idx="1900">-0.0069060714257154765</cx:pt>
          <cx:pt idx="1901">0.0060004923393245395</cx:pt>
          <cx:pt idx="1902">0.0063240370299976504</cx:pt>
          <cx:pt idx="1903">0.0062039973301184891</cx:pt>
          <cx:pt idx="1904">-0.012387866142854472</cx:pt>
          <cx:pt idx="1905">0.012276729851522608</cx:pt>
          <cx:pt idx="1906">0.014598443319161807</cx:pt>
          <cx:pt idx="1907">-0.0033618379347370724</cx:pt>
          <cx:pt idx="1908">0.0097010136731714991</cx:pt>
          <cx:pt idx="1909">-0.005632799243507812</cx:pt>
          <cx:pt idx="1910">0.0019446231846477287</cx:pt>
          <cx:pt idx="1911">-0.012157498774861176</cx:pt>
          <cx:pt idx="1912">-0.0046568223550541099</cx:pt>
          <cx:pt idx="1913">0.00048465071492739765</cx:pt>
          <cx:pt idx="1914">0.0010601505930167841</cx:pt>
          <cx:pt idx="1915">0.0075549857846510613</cx:pt>
          <cx:pt idx="1916">-0.00087575917188202298</cx:pt>
          <cx:pt idx="1917">0.0082968595518845417</cx:pt>
          <cx:pt idx="1918">0.010529161573572756</cx:pt>
          <cx:pt idx="1919">0.018568312477372492</cx:pt>
          <cx:pt idx="1920">-0.0030079025263070949</cx:pt>
          <cx:pt idx="1921">0.001022973451339345</cx:pt>
          <cx:pt idx="1922">-0.0050394208881190819</cx:pt>
          <cx:pt idx="1923">-0.01224582988480862</cx:pt>
          <cx:pt idx="1924">-0.0049549388292865065</cx:pt>
          <cx:pt idx="1925">0.0041945023283257435</cx:pt>
          <cx:pt idx="1926">0.0044460922897660068</cx:pt>
          <cx:pt idx="1927">-0.024203052293671024</cx:pt>
          <cx:pt idx="1928">-0.00084162197548898654</cx:pt>
          <cx:pt idx="1929">-0.0078087038629477204</cx:pt>
          <cx:pt idx="1930">-0.0035182982024007112</cx:pt>
          <cx:pt idx="1931">0.0085382682110284863</cx:pt>
          <cx:pt idx="1932">-0.014151681594409545</cx:pt>
          <cx:pt idx="1933">-0.0056843616819571043</cx:pt>
          <cx:pt idx="1934">0.018603233883756617</cx:pt>
          <cx:pt idx="1935">0.0010463795884609994</cx:pt>
          <cx:pt idx="1936">0.0071384807270616938</cx:pt>
          <cx:pt idx="1937">0.0052579675248161728</cx:pt>
          <cx:pt idx="1938">-0.031791999597590756</cx:pt>
          <cx:pt idx="1939">-0.0013863545583242814</cx:pt>
          <cx:pt idx="1940">-0.010226459934677159</cx:pt>
          <cx:pt idx="1941">0.00416393598097507</cx:pt>
          <cx:pt idx="1942">0.0062218341300087137</cx:pt>
          <cx:pt idx="1943">-0.0041160820762740549</cx:pt>
          <cx:pt idx="1944">-0.001528701164763901</cx:pt>
          <cx:pt idx="1945">-0.0021517906691250811</cx:pt>
          <cx:pt idx="1946">-0.017018208183814595</cx:pt>
          <cx:pt idx="1947">-0.0016929897396425063</cx:pt>
          <cx:pt idx="1948">-0.016568761398309297</cx:pt>
          <cx:pt idx="1949">0.011743011397540372</cx:pt>
          <cx:pt idx="1950">-0.013321387148380555</cx:pt>
          <cx:pt idx="1951">-0.019919187336483641</cx:pt>
          <cx:pt idx="1952">0.019714478863286776</cx:pt>
          <cx:pt idx="1953">0.015213116304612325</cx:pt>
          <cx:pt idx="1954">-0.0051110747017280985</cx:pt>
          <cx:pt idx="1955">-0.014162467012594509</cx:pt>
          <cx:pt idx="1956">-0.014339806713891016</cx:pt>
          <cx:pt idx="1957">0.0025462738877343569</cx:pt>
          <cx:pt idx="1958">0.011237607331452263</cx:pt>
          <cx:pt idx="1959">0.0041783118061968667</cx:pt>
          <cx:pt idx="1960">0.015078081710517657</cx:pt>
          <cx:pt idx="1961">-0.015519119463069097</cx:pt>
          <cx:pt idx="1962">0.0092673889998723859</cx:pt>
          <cx:pt idx="1963">0.013541017043019956</cx:pt>
          <cx:pt idx="1964">-0.0054553076976069387</cx:pt>
          <cx:pt idx="1965">-0.012623201555061515</cx:pt>
          <cx:pt idx="1966">0.015439720175534214</cx:pt>
          <cx:pt idx="1967">0.020365098746435491</cx:pt>
          <cx:pt idx="1968">0.0112626193438457</cx:pt>
          <cx:pt idx="1969">0.008072606867893314</cx:pt>
          <cx:pt idx="1970">-0.0017955912575962345</cx:pt>
          <cx:pt idx="1971">0.020390964232229785</cx:pt>
          <cx:pt idx="1972">-0.0052708516461892792</cx:pt>
          <cx:pt idx="1973">-0.00092574725624124815</cx:pt>
          <cx:pt idx="1974">-0.012602070617293158</cx:pt>
          <cx:pt idx="1975">-0.0034178374975517749</cx:pt>
          <cx:pt idx="1976">0.014789413749028786</cx:pt>
          <cx:pt idx="1977">0.010173510002895025</cx:pt>
          <cx:pt idx="1978">0.0012059160549825006</cx:pt>
          <cx:pt idx="1979">-0.01365848769325303</cx:pt>
          <cx:pt idx="1980">0.02261090201558397</cx:pt>
          <cx:pt idx="1981">0.00011960115693611492</cx:pt>
          <cx:pt idx="1982">-0.012474272676214326</cx:pt>
          <cx:pt idx="1983">0.017219536398641284</cx:pt>
          <cx:pt idx="1984">0.0043071293551676399</cx:pt>
          <cx:pt idx="1985">-0.0016815525901385296</cx:pt>
          <cx:pt idx="1986">0.010799981563264819</cx:pt>
          <cx:pt idx="1987">0.011285825985807633</cx:pt>
          <cx:pt idx="1988">0.005912146091184972</cx:pt>
          <cx:pt idx="1989">0.0045279524079503922</cx:pt>
          <cx:pt idx="1990">5.0699367001049163e-05</cx:pt>
          <cx:pt idx="1991">-0.0012979093199732695</cx:pt>
          <cx:pt idx="1992">-0.0029764340713584344</cx:pt>
          <cx:pt idx="1993">0.015514056944081915</cx:pt>
          <cx:pt idx="1994">0.0044905200137909159</cx:pt>
          <cx:pt idx="1995">0.0054511832721236752</cx:pt>
          <cx:pt idx="1996">-0.011780488545350035</cx:pt>
          <cx:pt idx="1997">-0.00734660134990444</cx:pt>
          <cx:pt idx="1998">0.0020647563804353543</cx:pt>
          <cx:pt idx="1999">0.0024485599249767145</cx:pt>
          <cx:pt idx="2000">-0.0099607971316278531</cx:pt>
          <cx:pt idx="2001">0.010607420472507305</cx:pt>
          <cx:pt idx="2002">-0.0011968519832263817</cx:pt>
          <cx:pt idx="2003">0.00022824052796798346</cx:pt>
          <cx:pt idx="2004">-0.012711579148620767</cx:pt>
          <cx:pt idx="2005">-0.0068760648520021514</cx:pt>
          <cx:pt idx="2006">-0.00073255366951772451</cx:pt>
          <cx:pt idx="2007">0.0027655519009005688</cx:pt>
          <cx:pt idx="2008">0.0073477008589848325</cx:pt>
          <cx:pt idx="2009">-0.0044536229625016209</cx:pt>
          <cx:pt idx="2010">0.0052990172008567284</cx:pt>
          <cx:pt idx="2011">0.004823841251679525</cx:pt>
          <cx:pt idx="2012">-0.012664653388143734</cx:pt>
          <cx:pt idx="2013">0.0043613858147494916</cx:pt>
          <cx:pt idx="2014">-0.0042918079358440888</cx:pt>
          <cx:pt idx="2015">-0.00050932566466563994</cx:pt>
          <cx:pt idx="2016">0.002190588161129027</cx:pt>
          <cx:pt idx="2017">-0.0082590539476152802</cx:pt>
          <cx:pt idx="2018">0.024554633768945733</cx:pt>
          <cx:pt idx="2019">-0.011884292616272399</cx:pt>
          <cx:pt idx="2020">-0.0024287809166268757</cx:pt>
          <cx:pt idx="2021">0.0010585701184305674</cx:pt>
          <cx:pt idx="2022">-0.0098156138654227152</cx:pt>
          <cx:pt idx="2023">0.0053084740677251654</cx:pt>
          <cx:pt idx="2024">-0.0018238979466789903</cx:pt>
          <cx:pt idx="2025">-0.026240355049268919</cx:pt>
          <cx:pt idx="2026">-0.0081810967872979791</cx:pt>
          <cx:pt idx="2027">0.0068392389166656862</cx:pt>
          <cx:pt idx="2028">0.0025748492221439171</cx:pt>
          <cx:pt idx="2029">0.0058237502944113503</cx:pt>
          <cx:pt idx="2030">0.0024660191667816209</cx:pt>
          <cx:pt idx="2031">-0.0029757154151157017</cx:pt>
          <cx:pt idx="2032">-0.0028021896169136912</cx:pt>
          <cx:pt idx="2033">0.00053188060441818259</cx:pt>
          <cx:pt idx="2034">0.01143765547148011</cx:pt>
          <cx:pt idx="2035">0.011614430545141547</cx:pt>
          <cx:pt idx="2036">-0.0097594349021405246</cx:pt>
          <cx:pt idx="2037">-0.0068994718760764812</cx:pt>
          <cx:pt idx="2038">-0.00019777534795880334</cx:pt>
          <cx:pt idx="2039">-0.0041996960041862019</cx:pt>
          <cx:pt idx="2040">-0.0057819888115528727</cx:pt>
          <cx:pt idx="2041">0.00016884101100608919</cx:pt>
          <cx:pt idx="2042">0.010755312986609157</cx:pt>
          <cx:pt idx="2043">0.013315883229762666</cx:pt>
          <cx:pt idx="2044">-0.0085960569511273014</cx:pt>
          <cx:pt idx="2045">0.002330764648611679</cx:pt>
          <cx:pt idx="2046">-0.0083662018662236555</cx:pt>
          <cx:pt idx="2047">0.014693668984177769</cx:pt>
          <cx:pt idx="2048">-0.0041582257863674605</cx:pt>
          <cx:pt idx="2049">-0.0055172759683675921</cx:pt>
          <cx:pt idx="2050">-0.0031540059520851825</cx:pt>
          <cx:pt idx="2051">-0.0048948047331905274</cx:pt>
          <cx:pt idx="2052">-0.0023558153845110417</cx:pt>
          <cx:pt idx="2053">-0.0043258907084518213</cx:pt>
          <cx:pt idx="2054">-0.010440396101337525</cx:pt>
          <cx:pt idx="2055">0.012309642105389273</cx:pt>
          <cx:pt idx="2056">0.0011921508010274957</cx:pt>
          <cx:pt idx="2057">0.0054020669190696985</cx:pt>
          <cx:pt idx="2058">-0.010956834477572971</cx:pt>
          <cx:pt idx="2059">7.26615138071925e-05</cx:pt>
          <cx:pt idx="2060">-0.0071652222413997498</cx:pt>
          <cx:pt idx="2061">-0.002422491061126623</cx:pt>
          <cx:pt idx="2062">0.0048126673089631073</cx:pt>
          <cx:pt idx="2063">0.0066689672169018945</cx:pt>
          <cx:pt idx="2064">0.0071973898655723189</cx:pt>
          <cx:pt idx="2065">-0.0019149182908022927</cx:pt>
          <cx:pt idx="2066">-0.0033904269682789694</cx:pt>
          <cx:pt idx="2067">0.013646765145180833</cx:pt>
          <cx:pt idx="2068">-0.0029982332973673936</cx:pt>
          <cx:pt idx="2069">-0.0094122721883926844</cx:pt>
          <cx:pt idx="2070">-0.0046833524163813409</cx:pt>
          <cx:pt idx="2071">0.015668561251589289</cx:pt>
          <cx:pt idx="2072">0.0074513444451104732</cx:pt>
          <cx:pt idx="2073">0.00066578428330559393</cx:pt>
          <cx:pt idx="2074">0.005985625338234133</cx:pt>
          <cx:pt idx="2075">0.0034947512659969705</cx:pt>
          <cx:pt idx="2076">0.0078197741318131696</cx:pt>
          <cx:pt idx="2077">0.0053982084707115017</cx:pt>
          <cx:pt idx="2078">-0.0040680431438815104</cx:pt>
          <cx:pt idx="2079">0.008964744940386184</cx:pt>
          <cx:pt idx="2080">0.0016979476780316744</cx:pt>
          <cx:pt idx="2081">-0.00345614318625559</cx:pt>
          <cx:pt idx="2082">0.00035403424160281884</cx:pt>
          <cx:pt idx="2083">-0.0014710661271982051</cx:pt>
          <cx:pt idx="2084">0.0051518574032355579</cx:pt>
          <cx:pt idx="2085">-0.0051024790396654932</cx:pt>
          <cx:pt idx="2086">0.0056543260746529439</cx:pt>
          <cx:pt idx="2087">0.0037121473619379482</cx:pt>
          <cx:pt idx="2088">0.00085294447638868003</cx:pt>
          <cx:pt idx="2089">0.00067456776306791728</cx:pt>
          <cx:pt idx="2090">0.0076686687029546155</cx:pt>
          <cx:pt idx="2091">0.0055538241120543248</cx:pt>
          <cx:pt idx="2092">0.0016481331303679989</cx:pt>
          <cx:pt idx="2093">-0.0057143718324351531</cx:pt>
          <cx:pt idx="2094">0.0092950776319213856</cx:pt>
          <cx:pt idx="2095">0.0093839214911193135</cx:pt>
          <cx:pt idx="2096">0.0037229644734346357</cx:pt>
          <cx:pt idx="2097">-0.0025387174795466166</cx:pt>
          <cx:pt idx="2098">-0.0040854718819817396</cx:pt>
          <cx:pt idx="2099">-0.0024733939723152656</cx:pt>
          <cx:pt idx="2100">0.008381011625326968</cx:pt>
          <cx:pt idx="2101">0.00039078056881863344</cx:pt>
          <cx:pt idx="2102">-0.0030293281413900164</cx:pt>
          <cx:pt idx="2103">-0.0008583132839850284</cx:pt>
          <cx:pt idx="2104">0.0031133039097438085</cx:pt>
          <cx:pt idx="2105">0.0018889211283269793</cx:pt>
          <cx:pt idx="2106">-0.0036571809612712665</cx:pt>
          <cx:pt idx="2107">-0.0073658197265931268</cx:pt>
          <cx:pt idx="2108">-0.0026403966628436677</cx:pt>
          <cx:pt idx="2109">-0.0013380323508722306</cx:pt>
          <cx:pt idx="2110">-0.0012169386934867388</cx:pt>
          <cx:pt idx="2111">-0.0148272924221051</cx:pt>
          <cx:pt idx="2112">-0.0050813996489044045</cx:pt>
          <cx:pt idx="2113">-0.0053237514281194425</cx:pt>
          <cx:pt idx="2114">-0.0070947106925056064</cx:pt>
          <cx:pt idx="2115">0.0011085247560371023</cx:pt>
          <cx:pt idx="2116">-0.010712532570973784</cx:pt>
          <cx:pt idx="2117">0.0033707575852109503</cx:pt>
          <cx:pt idx="2118">0.0049699615748575749</cx:pt>
          <cx:pt idx="2119">0.012932931124577159</cx:pt>
          <cx:pt idx="2120">-0.0026349769880512448</cx:pt>
          <cx:pt idx="2121">-0.005394596947389009</cx:pt>
          <cx:pt idx="2122">-0.002671919443017738</cx:pt>
          <cx:pt idx="2123">0.0093098206392280627</cx:pt>
          <cx:pt idx="2124">0.0011941690504897564</cx:pt>
          <cx:pt idx="2125">0.0010016542466167108</cx:pt>
          <cx:pt idx="2126">0.0029011296262682323</cx:pt>
          <cx:pt idx="2127">0.0023093313596080781</cx:pt>
          <cx:pt idx="2128">0.0081679954288567357</cx:pt>
          <cx:pt idx="2129">-0.00095662445513582236</cx:pt>
          <cx:pt idx="2130">-0.0067985583610880133</cx:pt>
          <cx:pt idx="2131">0.0039778823324146187</cx:pt>
          <cx:pt idx="2132">0.0061042886635264875</cx:pt>
          <cx:pt idx="2133">-0.0063947798764861672</cx:pt>
          <cx:pt idx="2134">-0.0001546109619218372</cx:pt>
          <cx:pt idx="2135">0.001993360702014323</cx:pt>
          <cx:pt idx="2136">-0.0031537388275059363</cx:pt>
          <cx:pt idx="2137">-0.0023116078898004172</cx:pt>
          <cx:pt idx="2138">0.0096307000185285214</cx:pt>
          <cx:pt idx="2139">0.0057642819203688588</cx:pt>
          <cx:pt idx="2140">5.0962296352224625e-05</cx:pt>
          <cx:pt idx="2141">-0.0037898884186575998</cx:pt>
          <cx:pt idx="2142">-0.014893392901106717</cx:pt>
          <cx:pt idx="2143">3.5865794526963776e-05</cx:pt>
          <cx:pt idx="2144">-0.0016868254368046993</cx:pt>
          <cx:pt idx="2145">0.0041960594359228658</cx:pt>
          <cx:pt idx="2146">0.004109308960325856</cx:pt>
          <cx:pt idx="2147">0.0047466067137798117</cx:pt>
          <cx:pt idx="2148">-0.003061142584187982</cx:pt>
          <cx:pt idx="2149">-0.0019674213315105551</cx:pt>
          <cx:pt idx="2150">0.0078164104056319735</cx:pt>
          <cx:pt idx="2151">0.0096462674352061489</cx:pt>
          <cx:pt idx="2152">0.0039451417239750536</cx:pt>
          <cx:pt idx="2153">0.0034095662662390314</cx:pt>
          <cx:pt idx="2154">-0.00086117557522157875</cx:pt>
          <cx:pt idx="2155">0.0029920137588169146</cx:pt>
          <cx:pt idx="2156">-0.0081423623235879882</cx:pt>
          <cx:pt idx="2157">0.010447613984531409</cx:pt>
          <cx:pt idx="2158">-0.0048247618593425419</cx:pt>
          <cx:pt idx="2159">-0.0025884210920000001</cx:pt>
          <cx:pt idx="2160">0.0018332184324051743</cx:pt>
          <cx:pt idx="2161">-0.0017997332646276921</cx:pt>
          <cx:pt idx="2162">-0.013454557428434493</cx:pt>
          <cx:pt idx="2163">0.012612518691183577</cx:pt>
          <cx:pt idx="2164">-0.0040426039861632072</cx:pt>
          <cx:pt idx="2165">0.0011447395047586768</cx:pt>
          <cx:pt idx="2166">-0.0020484614453894837</cx:pt>
          <cx:pt idx="2167">0.002858798046516375</cx:pt>
          <cx:pt idx="2168">-0.0053258051601162825</cx:pt>
          <cx:pt idx="2169">-0.0089392001351615968</cx:pt>
          <cx:pt idx="2170">-0.0028997273955946399</cx:pt>
          <cx:pt idx="2171">-0.010628327530265937</cx:pt>
          <cx:pt idx="2172">0.0061181714082212584</cx:pt>
          <cx:pt idx="2173">-0.004614586938161175</cx:pt>
          <cx:pt idx="2174">-0.0036607661210708315</cx:pt>
          <cx:pt idx="2175">0.0082238890645908291</cx:pt>
          <cx:pt idx="2176">-0.0052122551839035476</cx:pt>
          <cx:pt idx="2177">0.0069047755354063982</cx:pt>
          <cx:pt idx="2178">0.0039686648040362258</cx:pt>
          <cx:pt idx="2179">0.0038175216421525307</cx:pt>
          <cx:pt idx="2180">0.0027268067542980147</cx:pt>
          <cx:pt idx="2181">-0.0030225422158926081</cx:pt>
          <cx:pt idx="2182">-0.0082982682418550353</cx:pt>
          <cx:pt idx="2183">-0.0072225620581756935</cx:pt>
          <cx:pt idx="2184">3.7408925224353788e-05</cx:pt>
          <cx:pt idx="2185">0.005321520434657433</cx:pt>
          <cx:pt idx="2186">0.00021533559217867216</cx:pt>
          <cx:pt idx="2187">0.01027034821113464</cx:pt>
          <cx:pt idx="2188">-0.0049650795362393176</cx:pt>
          <cx:pt idx="2189">0.003111827482553473</cx:pt>
          <cx:pt idx="2190">0.0050458582332731303</cx:pt>
          <cx:pt idx="2191">-0.0076087556618467797</cx:pt>
          <cx:pt idx="2192">0.00070190016053925841</cx:pt>
          <cx:pt idx="2193">-0.0027696979192833953</cx:pt>
          <cx:pt idx="2194">0.0018291271958825702</cx:pt>
          <cx:pt idx="2195">-0.01238463731081898</cx:pt>
          <cx:pt idx="2196">-0.0028174493444632358</cx:pt>
          <cx:pt idx="2197">-0.0044641764616801909</cx:pt>
          <cx:pt idx="2198">-0.0053330753146334214</cx:pt>
          <cx:pt idx="2199">-0.0084813155223265099</cx:pt>
          <cx:pt idx="2200">0.0016814133427303386</cx:pt>
          <cx:pt idx="2201">-0.0046003660588894626</cx:pt>
          <cx:pt idx="2202">-0.0059677983668776757</cx:pt>
          <cx:pt idx="2203">-0.0098452361147187886</cx:pt>
          <cx:pt idx="2204">0.010627458234928784</cx:pt>
          <cx:pt idx="2205">-0.0248168931026355</cx:pt>
          <cx:pt idx="2206">-0.0047129311639305602</cx:pt>
          <cx:pt idx="2207">0.0001559684968380708</cx:pt>
          <cx:pt idx="2208">0.010157105513993594</cx:pt>
          <cx:pt idx="2209">-0.0054093701188165297</cx:pt>
          <cx:pt idx="2210">-0.01089811241482035</cx:pt>
          <cx:pt idx="2211">0.0068435973501119029</cx:pt>
          <cx:pt idx="2212">0.010845239507931176</cx:pt>
          <cx:pt idx="2213">0.0065831786349269767</cx:pt>
          <cx:pt idx="2214">0.0054627378224889585</cx:pt>
          <cx:pt idx="2215">-0.004485594596104191</cx:pt>
          <cx:pt idx="2216">-0.0022820498358630094</cx:pt>
          <cx:pt idx="2217">-0.0012659369605289251</cx:pt>
          <cx:pt idx="2218">0.014394016144376118</cx:pt>
          <cx:pt idx="2219">0.0020429265453277895</cx:pt>
          <cx:pt idx="2220">-0.012445495505544361</cx:pt>
          <cx:pt idx="2221">-0.0091473841707596336</cx:pt>
          <cx:pt idx="2222">0.01662922365766422</cx:pt>
          <cx:pt idx="2223">0.0037697994894866104</cx:pt>
          <cx:pt idx="2224">0.003306456814348701</cx:pt>
          <cx:pt idx="2225">0.011734854941309953</cx:pt>
          <cx:pt idx="2226">0.0025705872663464137</cx:pt>
          <cx:pt idx="2227">0.0011524145048389138</cx:pt>
          <cx:pt idx="2228">0.0020573598796184392</cx:pt>
          <cx:pt idx="2229">-0.0035669105298998206</cx:pt>
          <cx:pt idx="2230">-0.0035153485969685034</cx:pt>
          <cx:pt idx="2231">0.0054799707814511857</cx:pt>
          <cx:pt idx="2232">0.004932323227736477</cx:pt>
          <cx:pt idx="2233">0.0037324978999142911</cx:pt>
          <cx:pt idx="2234">0.0036872647637579835</cx:pt>
          <cx:pt idx="2235">-0.017293913916369249</cx:pt>
          <cx:pt idx="2236">-0.0022847514728866303</cx:pt>
          <cx:pt idx="2237">0.00059322595833120526</cx:pt>
          <cx:pt idx="2238">0.0035001914278936447</cx:pt>
          <cx:pt idx="2239">0.0048526187507791294</cx:pt>
          <cx:pt idx="2240">0.0041301581034979534</cx:pt>
          <cx:pt idx="2241">-0.00078477433406638525</cx:pt>
          <cx:pt idx="2242">0.0060342881773268664</cx:pt>
          <cx:pt idx="2243">-0.0093632172813365392</cx:pt>
          <cx:pt idx="2244">0.0051942914251086169</cx:pt>
          <cx:pt idx="2245">-0.00034977020819304002</cx:pt>
          <cx:pt idx="2246">-0.00063446906138290519</cx:pt>
          <cx:pt idx="2247">-0.0049056996772227817</cx:pt>
          <cx:pt idx="2248">-0.0056137210954553454</cx:pt>
          <cx:pt idx="2249">-0.0013446174358597569</cx:pt>
          <cx:pt idx="2250">-0.0060572699499312054</cx:pt>
          <cx:pt idx="2251">0.0081264419874911079</cx:pt>
          <cx:pt idx="2252">0.0037476753920635797</cx:pt>
          <cx:pt idx="2253">0.014855826571772717</cx:pt>
          <cx:pt idx="2254">-0.016825033580510931</cx:pt>
          <cx:pt idx="2255">-0.0015000805428607138</cx:pt>
          <cx:pt idx="2256">0.010752479901621646</cx:pt>
          <cx:pt idx="2257">0.0010104811992943427</cx:pt>
          <cx:pt idx="2258">-0.021681899999344972</cx:pt>
          <cx:pt idx="2259">0.0078577850472722251</cx:pt>
          <cx:pt idx="2260">0.0076401112277160333</cx:pt>
          <cx:pt idx="2261">0.0036932652463675135</cx:pt>
          <cx:pt idx="2262">0.0040813444964020061</cx:pt>
          <cx:pt idx="2263">-0.00028605533491681239</cx:pt>
          <cx:pt idx="2264">0.0025213747540719605</cx:pt>
          <cx:pt idx="2265">0.015698951177664323</cx:pt>
          <cx:pt idx="2266">-0.0037378986765629844</cx:pt>
          <cx:pt idx="2267">-0.0014868590076208567</cx:pt>
          <cx:pt idx="2268">-0.0043764370110888967</cx:pt>
          <cx:pt idx="2269">0.0082514882676891586</cx:pt>
          <cx:pt idx="2270">0.0018067156445364179</cx:pt>
          <cx:pt idx="2271">0.00020693435148102853</cx:pt>
          <cx:pt idx="2272">-0.00016022138903274544</cx:pt>
          <cx:pt idx="2273">0.0034413146988904364</cx:pt>
          <cx:pt idx="2274">-0.0046185011880662437</cx:pt>
          <cx:pt idx="2275">-0.0019796836744868161</cx:pt>
          <cx:pt idx="2276">0.00073702323069714493</cx:pt>
          <cx:pt idx="2277">-0.0040806393167403029</cx:pt>
          <cx:pt idx="2278">-0.00083426233404893641</cx:pt>
          <cx:pt idx="2279">0.0084990227975597857</cx:pt>
          <cx:pt idx="2280">-0.012030512270773772</cx:pt>
          <cx:pt idx="2281">0.0094902249366815138</cx:pt>
          <cx:pt idx="2282">0.0057251749295571149</cx:pt>
          <cx:pt idx="2283">0.0056199521324205052</cx:pt>
          <cx:pt idx="2284">0.0037452179912322373</cx:pt>
          <cx:pt idx="2285">-0.0061121607866722978</cx:pt>
          <cx:pt idx="2286">0.021384328239425866</cx:pt>
          <cx:pt idx="2287">-0.002371899604679224</cx:pt>
          <cx:pt idx="2288">-0.0085689628932688645</cx:pt>
          <cx:pt idx="2289">0.0033684250364301037</cx:pt>
          <cx:pt idx="2290">-0.0018662737493891155</cx:pt>
          <cx:pt idx="2291">-0.00148599957409418</cx:pt>
          <cx:pt idx="2292">-0.0079272844582880843</cx:pt>
          <cx:pt idx="2293">0.0052177703680953008</cx:pt>
          <cx:pt idx="2294">-0.007860700264827972</cx:pt>
          <cx:pt idx="2295">-0.0023815021033108453</cx:pt>
          <cx:pt idx="2296">0.0024044767725110499</cx:pt>
          <cx:pt idx="2297">0.00099990378664462694</cx:pt>
          <cx:pt idx="2298">0.015987647739696624</cx:pt>
          <cx:pt idx="2299">0.0024521285356204361</cx:pt>
          <cx:pt idx="2300">0.0046839389592982514</cx:pt>
          <cx:pt idx="2301">0.0021869994238986399</cx:pt>
          <cx:pt idx="2302">-0.00056060470756690614</cx:pt>
          <cx:pt idx="2303">-0.0011905987461309636</cx:pt>
          <cx:pt idx="2304">0.00094733290017920109</cx:pt>
          <cx:pt idx="2305">-0.0034929884991887175</cx:pt>
          <cx:pt idx="2306">-0.0027440613130278449</cx:pt>
          <cx:pt idx="2307">-0.00016262907606495318</cx:pt>
          <cx:pt idx="2308">-0.00056371649286715434</cx:pt>
          <cx:pt idx="2309">0.0093808930964193616</cx:pt>
          <cx:pt idx="2310">0.0012376933186065014</cx:pt>
          <cx:pt idx="2311">0.00010106367300568656</cx:pt>
          <cx:pt idx="2312">0.0093185900626881445</cx:pt>
          <cx:pt idx="2313">0.0054325502283787633</cx:pt>
          <cx:pt idx="2314">0.00372492029084161</cx:pt>
          <cx:pt idx="2315">-0.0041894688204308604</cx:pt>
          <cx:pt idx="2316">-0.0042029608615231327</cx:pt>
          <cx:pt idx="2317">0.0073250841476034095</cx:pt>
          <cx:pt idx="2318">0.0026989385299149428</cx:pt>
          <cx:pt idx="2319">0.0014280909914893896</cx:pt>
          <cx:pt idx="2320">5.3541384784427568e-05</cx:pt>
          <cx:pt idx="2321">-0.0078761033492539233</cx:pt>
          <cx:pt idx="2322">-0.0050227969230020337</cx:pt>
          <cx:pt idx="2323">-0.0014809889844707464</cx:pt>
          <cx:pt idx="2324">0.0070631685219069628</cx:pt>
          <cx:pt idx="2325">-0.0019574441837663728</cx:pt>
          <cx:pt idx="2326">-0.0079941444748266033</cx:pt>
          <cx:pt idx="2327">-0.0077930344824909048</cx:pt>
          <cx:pt idx="2328">-0.010443907606646851</cx:pt>
          <cx:pt idx="2329">-0.0039565708457729573</cx:pt>
          <cx:pt idx="2330">0.0024054144274735828</cx:pt>
          <cx:pt idx="2331">-0.00064984249953626107</cx:pt>
          <cx:pt idx="2332">0.0038489195000630501</cx:pt>
          <cx:pt idx="2333">-0.0049385228940493457</cx:pt>
          <cx:pt idx="2334">-0.0035571937495363607</cx:pt>
          <cx:pt idx="2335">-0.0037568974743716526</cx:pt>
          <cx:pt idx="2336">-0.0048732454653684859</cx:pt>
          <cx:pt idx="2337">0.0010093997939298058</cx:pt>
          <cx:pt idx="2338">0.0044629280738809696</cx:pt>
          <cx:pt idx="2339">0.0019874915544688928</cx:pt>
          <cx:pt idx="2340">0.011171114708788614</cx:pt>
          <cx:pt idx="2341">0.011181067593194744</cx:pt>
          <cx:pt idx="2342">0.0014262260918901626</cx:pt>
          <cx:pt idx="2343">0.011392922529345479</cx:pt>
          <cx:pt idx="2344">-0.0011188734005006407</cx:pt>
          <cx:pt idx="2345">-0.0015907146344921778</cx:pt>
          <cx:pt idx="2346">0.0058246049392029859</cx:pt>
          <cx:pt idx="2347">-0.0035236773836645544</cx:pt>
          <cx:pt idx="2348">-0.0029793827172613142</cx:pt>
          <cx:pt idx="2349">0.0053791250196489095</cx:pt>
          <cx:pt idx="2350">0.0019941936532576485</cx:pt>
          <cx:pt idx="2351">3.4277294445798795e-05</cx:pt>
          <cx:pt idx="2352">0.0093735220884240203</cx:pt>
          <cx:pt idx="2353">-0.0016120190930531205</cx:pt>
          <cx:pt idx="2354">0.0047331039112358825</cx:pt>
          <cx:pt idx="2355">0.0057469976804804552</cx:pt>
          <cx:pt idx="2356">-0.00021158377561821375</cx:pt>
          <cx:pt idx="2357">-0.0021867203020925524</cx:pt>
          <cx:pt idx="2358">0.00053175653815488836</cx:pt>
          <cx:pt idx="2359">0.019838546449218553</cx:pt>
          <cx:pt idx="2360">-0.00050139997118890927</cx:pt>
          <cx:pt idx="2361">-0.0066122654948781358</cx:pt>
          <cx:pt idx="2362">0.0077540328411554805</cx:pt>
          <cx:pt idx="2363">-0.00026493690569049538</cx:pt>
          <cx:pt idx="2364">-0.012520927909888612</cx:pt>
          <cx:pt idx="2365">0.00020873790861364002</cx:pt>
          <cx:pt idx="2366">-0.0079773866378078685</cx:pt>
          <cx:pt idx="2367">-0.0047250310355816142</cx:pt>
          <cx:pt idx="2368">0.0024485426915914973</cx:pt>
          <cx:pt idx="2369">0.013852013939246741</cx:pt>
          <cx:pt idx="2370">-0.0009520189129786907</cx:pt>
          <cx:pt idx="2371">0.011905120725137911</cx:pt>
          <cx:pt idx="2372">0.00028999555858582292</cx:pt>
          <cx:pt idx="2373">0.0039763776406251854</cx:pt>
          <cx:pt idx="2374">-0.0073885847127899322</cx:pt>
          <cx:pt idx="2375">-0.0021157145514175378</cx:pt>
          <cx:pt idx="2376">-0.0003968185906823772</cx:pt>
          <cx:pt idx="2377">-0.01215218053424957</cx:pt>
          <cx:pt idx="2378">0.00091144897370075211</cx:pt>
          <cx:pt idx="2379">-0.003866413531368055</cx:pt>
          <cx:pt idx="2380">0.0065822952957054212</cx:pt>
          <cx:pt idx="2381">0.0010145064597051512</cx:pt>
          <cx:pt idx="2382">0.0008917001273510088</cx:pt>
          <cx:pt idx="2383">0.0029447464108668985</cx:pt>
          <cx:pt idx="2384">0.014693732675247694</cx:pt>
          <cx:pt idx="2385">-0.0066840638003571578</cx:pt>
          <cx:pt idx="2386">0.0014586194764954535</cx:pt>
          <cx:pt idx="2387">-0.0048494422663831914</cx:pt>
          <cx:pt idx="2388">-0.0064640788840659028</cx:pt>
          <cx:pt idx="2389">-0.004305228357075969</cx:pt>
          <cx:pt idx="2390">0.0045346453197037074</cx:pt>
          <cx:pt idx="2391">0.00062994421433522655</cx:pt>
          <cx:pt idx="2392">0.012741077524217204</cx:pt>
          <cx:pt idx="2393">-0.0039016166379339796</cx:pt>
          <cx:pt idx="2394">-0.002131171096091255</cx:pt>
          <cx:pt idx="2395">0.0061709953485007138</cx:pt>
          <cx:pt idx="2396">-0.0018367826644673938</cx:pt>
          <cx:pt idx="2397">0.0042374530668366495</cx:pt>
          <cx:pt idx="2398">-0.0059109383044946649</cx:pt>
          <cx:pt idx="2399">0.010768508120225669</cx:pt>
          <cx:pt idx="2400">0.017215313713210768</cx:pt>
          <cx:pt idx="2401">-0.0024726887407576803</cx:pt>
          <cx:pt idx="2402">-0.0019027048064074758</cx:pt>
          <cx:pt idx="2403">-0.003229947921836267</cx:pt>
          <cx:pt idx="2404">-0.0010624029721704987</cx:pt>
          <cx:pt idx="2405">0.0046318786690646707</cx:pt>
          <cx:pt idx="2406">0.00096673828825273784</cx:pt>
          <cx:pt idx="2407">0.0078354792470265548</cx:pt>
          <cx:pt idx="2408">0.0027097818862909491</cx:pt>
          <cx:pt idx="2409">-0.0050097916104254884</cx:pt>
          <cx:pt idx="2410">-0.0056629831564440547</cx:pt>
          <cx:pt idx="2411">0.015123033146908301</cx:pt>
          <cx:pt idx="2412">0.011348212904761621</cx:pt>
          <cx:pt idx="2413">-0.020185774268374822</cx:pt>
          <cx:pt idx="2414">0.0010693768163347905</cx:pt>
          <cx:pt idx="2415">0.0025368324325725435</cx:pt>
          <cx:pt idx="2416">0.00054861509407340718</cx:pt>
          <cx:pt idx="2417">0.001135113196287781</cx:pt>
          <cx:pt idx="2418">-0.003062288680691163</cx:pt>
          <cx:pt idx="2419">0.0047208490787096751</cx:pt>
          <cx:pt idx="2420">0.0052011365576706079</cx:pt>
          <cx:pt idx="2421">0.013002669572545816</cx:pt>
          <cx:pt idx="2422">0.0027781546961831772</cx:pt>
          <cx:pt idx="2423">0.0025687143175521765</cx:pt>
          <cx:pt idx="2424">0.0070585826394165812</cx:pt>
          <cx:pt idx="2425">0.0044149558465507782</cx:pt>
          <cx:pt idx="2426">-0.00043084284862974608</cx:pt>
          <cx:pt idx="2427">0.0031502664897533148</cx:pt>
          <cx:pt idx="2428">0.0073783726811003508</cx:pt>
          <cx:pt idx="2429">0.0029852123736282049</cx:pt>
          <cx:pt idx="2430">-0.0010508949570389105</cx:pt>
          <cx:pt idx="2431">0.00098949478397459384</cx:pt>
          <cx:pt idx="2432">0.0084676104193751062</cx:pt>
          <cx:pt idx="2433">0.0091414771488272078</cx:pt>
          <cx:pt idx="2434">0.0083392736181129787</cx:pt>
          <cx:pt idx="2435">-0.0063383631119138806</cx:pt>
          <cx:pt idx="2436">-0.0018641019148052207</cx:pt>
          <cx:pt idx="2437">0.009771673649969205</cx:pt>
          <cx:pt idx="2438">0.00253900904900783</cx:pt>
          <cx:pt idx="2439">-0.0091273187800909664</cx:pt>
          <cx:pt idx="2440">0.0024421713998119894</cx:pt>
          <cx:pt idx="2441">0.0071878410056525309</cx:pt>
          <cx:pt idx="2442">0.0014236535753729099</cx:pt>
          <cx:pt idx="2443">-0.011934224487960044</cx:pt>
          <cx:pt idx="2444">-0.00082160184354104966</cx:pt>
          <cx:pt idx="2445">-0.01010997364959848</cx:pt>
          <cx:pt idx="2446">0.0058621611243302616</cx:pt>
          <cx:pt idx="2447">0.0076393321363818776</cx:pt>
          <cx:pt idx="2448">-0.0014741008865643318</cx:pt>
          <cx:pt idx="2449">0.00042737482970305675</cx:pt>
          <cx:pt idx="2450">-0.0033770532524234529</cx:pt>
          <cx:pt idx="2451">0.00083280199679372589</cx:pt>
          <cx:pt idx="2452">0.001874173280315459</cx:pt>
          <cx:pt idx="2453">-0.0019601122407154939</cx:pt>
          <cx:pt idx="2454">-0.0087429739295899513</cx:pt>
          <cx:pt idx="2455">-0.0084083487760542707</cx:pt>
          <cx:pt idx="2456">0.0014458092656818014</cx:pt>
          <cx:pt idx="2457">-0.013481814753203416</cx:pt>
          <cx:pt idx="2458">0.0046349834717889938</cx:pt>
          <cx:pt idx="2459">0.007998291186387169</cx:pt>
          <cx:pt idx="2460">-0.0042587475831574141</cx:pt>
          <cx:pt idx="2461">0.0050974543352566631</cx:pt>
          <cx:pt idx="2462">0.0043748297453538917</cx:pt>
          <cx:pt idx="2463">0.0087679035279721301</cx:pt>
          <cx:pt idx="2464">-0.00013166955729540088</cx:pt>
          <cx:pt idx="2465">-0.0056691788177328228</cx:pt>
          <cx:pt idx="2466">0.0033312120137766418</cx:pt>
          <cx:pt idx="2467">-0.0097160594272569477</cx:pt>
          <cx:pt idx="2468">0.013798404256778224</cx:pt>
          <cx:pt idx="2469">-0.0027099924454764483</cx:pt>
          <cx:pt idx="2470">-0.002739040654741291</cx:pt>
          <cx:pt idx="2471">-0.0086087935900613956</cx:pt>
          <cx:pt idx="2472">0.0018541882121302007</cx:pt>
          <cx:pt idx="2473">-0.010118959945818283</cx:pt>
          <cx:pt idx="2474">0.0013414870222939778</cx:pt>
          <cx:pt idx="2475">0.004633930717837075</cx:pt>
          <cx:pt idx="2476">-0.0029202209428607962</cx:pt>
          <cx:pt idx="2477">0.003395546305453597</cx:pt>
          <cx:pt idx="2478">0.008337488095092804</cx:pt>
          <cx:pt idx="2479">-0.01873609959443966</cx:pt>
          <cx:pt idx="2480">9.5618693178390886e-05</cx:pt>
          <cx:pt idx="2481">0.011024125369173726</cx:pt>
          <cx:pt idx="2482">-0.0043158170454632716</cx:pt>
          <cx:pt idx="2483">0.0030813566025257948</cx:pt>
          <cx:pt idx="2484">0.0028048216707323411</cx:pt>
          <cx:pt idx="2485">-0.0030714685278919584</cx:pt>
          <cx:pt idx="2486">-0.0083594082775315399</cx:pt>
          <cx:pt idx="2487">0.0040414181896415357</cx:pt>
          <cx:pt idx="2488">0.0066819070748921393</cx:pt>
          <cx:pt idx="2489">0.0052242779489935507</cx:pt>
          <cx:pt idx="2490">0.0095477473884639039</cx:pt>
          <cx:pt idx="2491">0.0092734825658152883</cx:pt>
          <cx:pt idx="2492">0.0026934643613471757</cx:pt>
          <cx:pt idx="2493">0.008790391894633225</cx:pt>
          <cx:pt idx="2494">0.0017835226633150885</cx:pt>
          <cx:pt idx="2495">0.0015566591865566366</cx:pt>
          <cx:pt idx="2496">-0.0019143888988536685</cx:pt>
          <cx:pt idx="2497">-0.0054279780242836289</cx:pt>
          <cx:pt idx="2498">-0.0056345437238344998</cx:pt>
          <cx:pt idx="2499">0.0055460306974966624</cx:pt>
          <cx:pt idx="2500">-0.0047300574187566641</cx:pt>
          <cx:pt idx="2501">-0.011630945872035362</cx:pt>
          <cx:pt idx="2502">0.0041867696949100409</cx:pt>
          <cx:pt idx="2503">-0.0033137226654359115</cx:pt>
          <cx:pt idx="2504">0.0029667628198823872</cx:pt>
          <cx:pt idx="2505">-0.0036780430349461733</cx:pt>
          <cx:pt idx="2506">-0.0031394916256434523</cx:pt>
          <cx:pt idx="2507">0.001326756325214075</cx:pt>
          <cx:pt idx="2508">-0.013882782762223043</cx:pt>
          <cx:pt idx="2509">-0.0067974265555004135</cx:pt>
          <cx:pt idx="2510">0.00076273310723974901</cx:pt>
          <cx:pt idx="2511">-0.0065700732578738361</cx:pt>
          <cx:pt idx="2512">0.010439647120745896</cx:pt>
          <cx:pt idx="2513">-0.0021874100283665026</cx:pt>
          <cx:pt idx="2514">-0.0039599892047072986</cx:pt>
          <cx:pt idx="2515">-0.0096889083304213443</cx:pt>
          <cx:pt idx="2516">0.0015000679661753339</cx:pt>
          <cx:pt idx="2517">-0.0042563226861664872</cx:pt>
          <cx:pt idx="2518">0.003454680972691737</cx:pt>
          <cx:pt idx="2519">-0.013371368227507665</cx:pt>
          <cx:pt idx="2520">-0.0026552246783134478</cx:pt>
          <cx:pt idx="2521">0.0064655028590818392</cx:pt>
          <cx:pt idx="2522">-0.01384896311107392</cx:pt>
          <cx:pt idx="2523">-0.00064096267473081996</cx:pt>
          <cx:pt idx="2524">0.0039719014396566148</cx:pt>
          <cx:pt idx="2525">-0.0019876719331987413</cx:pt>
          <cx:pt idx="2526">0.0073471779011224595</cx:pt>
          <cx:pt idx="2527">0.0063966030623754102</cx:pt>
          <cx:pt idx="2528">0.0020479159815541136</cx:pt>
          <cx:pt idx="2529">-0.0043379627084922266</cx:pt>
          <cx:pt idx="2530">0.0042243442317686404</cx:pt>
          <cx:pt idx="2531">0.0058588424449524737</cx:pt>
          <cx:pt idx="2532">0.027885531287286672</cx:pt>
          <cx:pt idx="2533">-0.015530583747350996</cx:pt>
          <cx:pt idx="2534">0.0033516287521676708</cx:pt>
          <cx:pt idx="2535">0.0097963997920309034</cx:pt>
          <cx:pt idx="2536">-0.0065211946726884649</cx:pt>
          <cx:pt idx="2537">0.0038850644884082484</cx:pt>
          <cx:pt idx="2538">-0.0065671538060619915</cx:pt>
          <cx:pt idx="2539">0.0096690527486133441</cx:pt>
          <cx:pt idx="2540">0.0091738841711587714</cx:pt>
          <cx:pt idx="2541">-0.0016755858887812333</cx:pt>
          <cx:pt idx="2542">0.010587389390186294</cx:pt>
          <cx:pt idx="2543">0.014582117861975887</cx:pt>
          <cx:pt idx="2544">0.004850420211385046</cx:pt>
          <cx:pt idx="2545">0.010365150656404854</cx:pt>
          <cx:pt idx="2546">-0.012035740437651307</cx:pt>
          <cx:pt idx="2547">0.0033049994299220596</cx:pt>
          <cx:pt idx="2548">0.0090434167048064184</cx:pt>
          <cx:pt idx="2549">-0.010859243276893811</cx:pt>
          <cx:pt idx="2550">0.01220218619235567</cx:pt>
          <cx:pt idx="2551">-0.0017708481600003107</cx:pt>
          <cx:pt idx="2552">0.018144586496989079</cx:pt>
          <cx:pt idx="2553">-0.017925428520441884</cx:pt>
          <cx:pt idx="2554">0.0035477367341207062</cx:pt>
          <cx:pt idx="2555">0.013947113290206377</cx:pt>
          <cx:pt idx="2556">0.011002932786102405</cx:pt>
          <cx:pt idx="2557">-0.01945106613574251</cx:pt>
          <cx:pt idx="2558">0.005271065596048609</cx:pt>
          <cx:pt idx="2559">0.0016707786828317928</cx:pt>
          <cx:pt idx="2560">-0.0023133440388394323</cx:pt>
          <cx:pt idx="2561">-0.0055065244127794274</cx:pt>
          <cx:pt idx="2562">-0.0091802261737604432</cx:pt>
          <cx:pt idx="2563">-0.022247726193439125</cx:pt>
          <cx:pt idx="2564">-0.0031927728670826873</cx:pt>
          <cx:pt idx="2565">0.0022351758186934492</cx:pt>
          <cx:pt idx="2566">0.015540787863731647</cx:pt>
          <cx:pt idx="2567">-0.011952940072797517</cx:pt>
          <cx:pt idx="2568">0.00083116642800360623</cx:pt>
          <cx:pt idx="2569">-0.0023080826531124933</cx:pt>
          <cx:pt idx="2570">-0.0025806406262395098</cx:pt>
          <cx:pt idx="2571">0.0066285954061741205</cx:pt>
          <cx:pt idx="2572">-0.012196030055357462</cx:pt>
          <cx:pt idx="2573">0.015234838464501452</cx:pt>
          <cx:pt idx="2574">0.010016674114407164</cx:pt>
          <cx:pt idx="2575">-0.0037796616227489454</cx:pt>
          <cx:pt idx="2576">0.018511302701501055</cx:pt>
          <cx:pt idx="2577">0.0014288970046222487</cx:pt>
          <cx:pt idx="2578">-0.0059387536238084257</cx:pt>
          <cx:pt idx="2579">0.0096819587298643418</cx:pt>
          <cx:pt idx="2580">-0.042617129793058324</cx:pt>
          <cx:pt idx="2581">-0.0098789458533206954</cx:pt>
          <cx:pt idx="2582">-0.013995922741494129</cx:pt>
          <cx:pt idx="2583">0.043587923756836934</cx:pt>
          <cx:pt idx="2584">0.0043386305020330484</cx:pt>
          <cx:pt idx="2585">0.014786891904532806</cx:pt>
          <cx:pt idx="2586">0.015771218359738493</cx:pt>
          <cx:pt idx="2587">-0.0062342806827504716</cx:pt>
          <cx:pt idx="2588">-0.012444855178290547</cx:pt>
          <cx:pt idx="2589">0.018755138052368735</cx:pt>
          <cx:pt idx="2590">-0.0086219126946291084</cx:pt>
          <cx:pt idx="2591">0.017188020322260078</cx:pt>
          <cx:pt idx="2592">-0.0049019620458611137</cx:pt>
          <cx:pt idx="2593">-0.010783243118987</cx:pt>
          <cx:pt idx="2594">-0.0027747084015077444</cx:pt>
          <cx:pt idx="2595">-0.0021518937247117184</cx:pt>
          <cx:pt idx="2596">0.0081304776797470335</cx:pt>
          <cx:pt idx="2597">0.011015426049865341</cx:pt>
          <cx:pt idx="2598">-0.007272222827157975</cx:pt>
          <cx:pt idx="2599">0.005753037889742311</cx:pt>
          <cx:pt idx="2600">0.0020130405270809468</cx:pt>
          <cx:pt idx="2601">-0.0021079361618991602</cx:pt>
          <cx:pt idx="2602">0.0037968172261347299</cx:pt>
          <cx:pt idx="2603">-0.009188020026316782</cx:pt>
          <cx:pt idx="2604">-0.0080069263589322703</cx:pt>
          <cx:pt idx="2605">-0.0060467610808364464</cx:pt>
          <cx:pt idx="2606">-0.012433979490199339</cx:pt>
          <cx:pt idx="2607">0.0004598088089113894</cx:pt>
          <cx:pt idx="2608">0.020799465873911183</cx:pt>
          <cx:pt idx="2609">0.010193344828186502</cx:pt>
          <cx:pt idx="2610">0.0038766126794328695</cx:pt>
          <cx:pt idx="2611">0.0010013464097018497</cx:pt>
          <cx:pt idx="2612">-0.0057692478615137786</cx:pt>
          <cx:pt idx="2613">-0.0034747192362674269</cx:pt>
          <cx:pt idx="2614">0.0068644727556330951</cx:pt>
          <cx:pt idx="2615">0.0079748676146423839</cx:pt>
          <cx:pt idx="2616">-0.0046868675488682052</cx:pt>
          <cx:pt idx="2617">0.0032341840159319252</cx:pt>
          <cx:pt idx="2618">0.010257825064403118</cx:pt>
          <cx:pt idx="2619">0.001065017114058997</cx:pt>
          <cx:pt idx="2620">-0.0036398258498609322</cx:pt>
          <cx:pt idx="2621">-0.0059508492006795895</cx:pt>
          <cx:pt idx="2622">-0.0078789833606018773</cx:pt>
          <cx:pt idx="2623">0.00012628258936833538</cx:pt>
          <cx:pt idx="2624">-0.00012942705438756747</cx:pt>
          <cx:pt idx="2625">0.0022748269797936006</cx:pt>
          <cx:pt idx="2626">-0.0029083661073751529</cx:pt>
          <cx:pt idx="2627">0.0043045028557614244</cx:pt>
          <cx:pt idx="2628">-0.011169497892493965</cx:pt>
          <cx:pt idx="2629">-0.0017144954955578297</cx:pt>
          <cx:pt idx="2630">-0.0082133803405819179</cx:pt>
          <cx:pt idx="2631">0.0012698340366175047</cx:pt>
          <cx:pt idx="2632">0.0067026899793206059</cx:pt>
          <cx:pt idx="2633">0.011129779321536526</cx:pt>
          <cx:pt idx="2634">0.00064055771182023279</cx:pt>
          <cx:pt idx="2635">-0.012985085640956158</cx:pt>
          <cx:pt idx="2636">-0.002518986317541474</cx:pt>
          <cx:pt idx="2637">0.0073562566842652072</cx:pt>
          <cx:pt idx="2638">0.0039071376128678604</cx:pt>
          <cx:pt idx="2639">0.007951647779767642</cx:pt>
          <cx:pt idx="2640">-0.00078696734336424119</cx:pt>
          <cx:pt idx="2641">0.0031818504363302193</cx:pt>
          <cx:pt idx="2642">0.0024941376679855336</cx:pt>
          <cx:pt idx="2643">-0.014272181549334463</cx:pt>
          <cx:pt idx="2644">-0.010991006276871013</cx:pt>
          <cx:pt idx="2645">-0.00052592072057308854</cx:pt>
          <cx:pt idx="2646">-0.0048035973304942393</cx:pt>
          <cx:pt idx="2647">0.0025718978537469508</cx:pt>
          <cx:pt idx="2648">-0.0053236937047899235</cx:pt>
          <cx:pt idx="2649">0.0026587172870796219</cx:pt>
          <cx:pt idx="2650">0.010820223147837805</cx:pt>
          <cx:pt idx="2651">-0.0035792179751202545</cx:pt>
          <cx:pt idx="2652">0.0030772248969940614</cx:pt>
          <cx:pt idx="2653">0.0028956901278580291</cx:pt>
          <cx:pt idx="2654">-0.0029119073316921256</cx:pt>
          <cx:pt idx="2655">0.0010741416069687654</cx:pt>
          <cx:pt idx="2656">0.0027636570639614907</cx:pt>
          <cx:pt idx="2657">-0.010164821219745625</cx:pt>
          <cx:pt idx="2658">0.010253292398185796</cx:pt>
          <cx:pt idx="2659">-0.012693902032589648</cx:pt>
          <cx:pt idx="2660">-0.0076027001507281023</cx:pt>
          <cx:pt idx="2661">0.0025496571197424264</cx:pt>
          <cx:pt idx="2662">0.0039242434511749108</cx:pt>
          <cx:pt idx="2663">-0.0036484804040558113</cx:pt>
          <cx:pt idx="2664">0.016400169894256186</cx:pt>
          <cx:pt idx="2665">0.0069860007637933741</cx:pt>
          <cx:pt idx="2666">0.006573001193593192</cx:pt>
          <cx:pt idx="2667">0.0032878809828772466</cx:pt>
          <cx:pt idx="2668">0.00037386498089310763</cx:pt>
          <cx:pt idx="2669">-0.0047023624324769022</cx:pt>
          <cx:pt idx="2670">-0.0065861429837096395</cx:pt>
          <cx:pt idx="2671">0.0028308885915537866</cx:pt>
          <cx:pt idx="2672">-0.00038628507403859664</cx:pt>
          <cx:pt idx="2673">0.010972279260441255</cx:pt>
          <cx:pt idx="2674">0.0094970413381883795</cx:pt>
          <cx:pt idx="2675">-0.011788372411428714</cx:pt>
          <cx:pt idx="2676">-0.0056895997621101641</cx:pt>
          <cx:pt idx="2677">-0.014544131351939899</cx:pt>
          <cx:pt idx="2678">-0.0022917664106076848</cx:pt>
          <cx:pt idx="2679">-0.00031501140610334461</cx:pt>
          <cx:pt idx="2680">-0.0030426436156982956</cx:pt>
          <cx:pt idx="2681">0.0081052643399187451</cx:pt>
          <cx:pt idx="2682">0.0046173033431166155</cx:pt>
          <cx:pt idx="2683">0.00050712633734631418</cx:pt>
          <cx:pt idx="2684">5.9942975334995984e-06</cx:pt>
          <cx:pt idx="2685">0.00056483926895048615</cx:pt>
          <cx:pt idx="2686">4.1028336468178054e-05</cx:pt>
          <cx:pt idx="2687">0.005336103568526443</cx:pt>
          <cx:pt idx="2688">-0.0080386969052478989</cx:pt>
          <cx:pt idx="2689">0.0085950194554430537</cx:pt>
          <cx:pt idx="2690">-0.00025549869163615406</cx:pt>
          <cx:pt idx="2691">-0.0098808068932341019</cx:pt>
          <cx:pt idx="2692">0.004182746992972379</cx:pt>
          <cx:pt idx="2693">0.0098184855568772406</cx:pt>
          <cx:pt idx="2694">-0.011178260618377121</cx:pt>
          <cx:pt idx="2695">-0.0012187967985738183</cx:pt>
          <cx:pt idx="2696">-0.0059134598374182348</cx:pt>
          <cx:pt idx="2697">0.0045277043796068837</cx:pt>
          <cx:pt idx="2698">0.002146300436881981</cx:pt>
          <cx:pt idx="2699">-0.0059503206987292865</cx:pt>
          <cx:pt idx="2700">0.0027595523980581712</cx:pt>
          <cx:pt idx="2701">0.0012737128204234514</cx:pt>
          <cx:pt idx="2702">0.0011743676409067235</cx:pt>
          <cx:pt idx="2703">0.0001918442143096328</cx:pt>
          <cx:pt idx="2704">-0.0085830582373046804</cx:pt>
          <cx:pt idx="2705">0.0015984012698514315</cx:pt>
          <cx:pt idx="2706">-0.0051867582367192194</cx:pt>
          <cx:pt idx="2707">0.011278016208597681</cx:pt>
          <cx:pt idx="2708">-0.0082572602325101368</cx:pt>
          <cx:pt idx="2709">0.0012454189877679621</cx:pt>
          <cx:pt idx="2710">0.0073166771385795894</cx:pt>
          <cx:pt idx="2711">-0.0083648859860864649</cx:pt>
          <cx:pt idx="2712">0.020534777267061596</cx:pt>
          <cx:pt idx="2713">-0.0012772319128170331</cx:pt>
          <cx:pt idx="2714">-0.0025054761067055758</cx:pt>
          <cx:pt idx="2715">0.011432074020368933</cx:pt>
          <cx:pt idx="2716">-0.0019331485599794857</cx:pt>
          <cx:pt idx="2717">-0.0019421653430198129</cx:pt>
          <cx:pt idx="2718">0.0066226451829940174</cx:pt>
          <cx:pt idx="2719">-0.0053099178665042424</cx:pt>
          <cx:pt idx="2720">-0.0028331661179123715</cx:pt>
          <cx:pt idx="2721">-0.004471830583475442</cx:pt>
          <cx:pt idx="2722">-0.0098931291317610262</cx:pt>
          <cx:pt idx="2723">-0.021653357409900459</cx:pt>
          <cx:pt idx="2724">-0.0056449651295086478</cx:pt>
          <cx:pt idx="2725">-0.0048018378091245727</cx:pt>
          <cx:pt idx="2726">-0.0064152960281550772</cx:pt>
          <cx:pt idx="2727">0.0049844072472813626</cx:pt>
          <cx:pt idx="2728">-0.0023379172856121001</cx:pt>
          <cx:pt idx="2729">0.0011621870076760569</cx:pt>
          <cx:pt idx="2730">0.016178785558347598</cx:pt>
          <cx:pt idx="2731">-0.0041128462552045657</cx:pt>
          <cx:pt idx="2732">0.014865911818019955</cx:pt>
          <cx:pt idx="2733">-0.0041156941727694477</cx:pt>
          <cx:pt idx="2734">-0.0024652429041916038</cx:pt>
          <cx:pt idx="2735">0.00047530603432168156</cx:pt>
          <cx:pt idx="2736">-0.0042961605992019765</cx:pt>
          <cx:pt idx="2737">0.003164040076358132</cx:pt>
          <cx:pt idx="2738">-0.0037561386115349338</cx:pt>
          <cx:pt idx="2739">0.014142011478429944</cx:pt>
          <cx:pt idx="2740">0.0064552547373312574</cx:pt>
          <cx:pt idx="2741">-0.012247415971423366</cx:pt>
          <cx:pt idx="2742">0.015162575272521546</cx:pt>
          <cx:pt idx="2743">0.0081033859640669871</cx:pt>
          <cx:pt idx="2744">0.0057535182022807781</cx:pt>
          <cx:pt idx="2745">-0.0032238460878122365</cx:pt>
          <cx:pt idx="2746">-0.0063357845626510565</cx:pt>
          <cx:pt idx="2747">0.0020602720205951477</cx:pt>
          <cx:pt idx="2748">-0.0052109709762479823</cx:pt>
          <cx:pt idx="2749">-0.0052436403554277809</cx:pt>
          <cx:pt idx="2750">-0.0075287854485667624</cx:pt>
          <cx:pt idx="2751">0.0029963984272629585</cx:pt>
          <cx:pt idx="2752">-0.0007500141722941977</cx:pt>
          <cx:pt idx="2753">0.0017237904569194589</cx:pt>
          <cx:pt idx="2754">0.011862021991519849</cx:pt>
          <cx:pt idx="2755">0.0071930338098449877</cx:pt>
          <cx:pt idx="2756">-0.0046123906931049398</cx:pt>
          <cx:pt idx="2757">0.0024903664264397849</cx:pt>
          <cx:pt idx="2758">-0.0042978403760897399</cx:pt>
          <cx:pt idx="2759">-0.0034221774263701542</cx:pt>
          <cx:pt idx="2760">-0.0019881261085662634</cx:pt>
          <cx:pt idx="2761">-0.0037386497038789965</cx:pt>
          <cx:pt idx="2762">0.0053475574010995114</cx:pt>
          <cx:pt idx="2763">-0.0033575773186774001</cx:pt>
          <cx:pt idx="2764">0.0037617749355915689</cx:pt>
          <cx:pt idx="2765">-0.0025226324097090574</cx:pt>
          <cx:pt idx="2766">-0.0063894772923967823</cx:pt>
        </cx:lvl>
      </cx:numDim>
    </cx:data>
  </cx:chartData>
  <cx:chart>
    <cx:title pos="t" align="ctr" overlay="0">
      <cx:tx>
        <cx:txData>
          <cx:v>Histograma - Consumo Básico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Histograma - Consumo Básico</a:t>
          </a:r>
        </a:p>
      </cx:txPr>
    </cx:title>
    <cx:plotArea>
      <cx:plotAreaRegion>
        <cx:series layoutId="clusteredColumn" uniqueId="{C82E4985-9A21-44F2-A0EB-62BBA777E274}">
          <cx:tx>
            <cx:txData>
              <cx:f>'[Datos Sectores Equity (Index review).xlsx]Consumo Básico'!$AS$7</cx:f>
              <cx:v>Index Return</cx:v>
            </cx:txData>
          </cx:tx>
          <cx:dataId val="0"/>
          <cx:layoutPr>
            <cx:binning intervalClosed="r">
              <cx:binCount val="50"/>
            </cx:binning>
          </cx:layoutPr>
        </cx:series>
      </cx:plotAreaRegion>
      <cx:axis id="0">
        <cx:catScaling gapWidth="0"/>
        <cx:tickLabels/>
        <cx:numFmt formatCode="#,##0.00" sourceLinked="0"/>
      </cx:axis>
      <cx:axis id="1">
        <cx:valScaling/>
        <cx:majorGridlines/>
        <cx:tickLabels/>
      </cx:axis>
    </cx:plotArea>
  </cx:chart>
</cx:chartSpace>
</file>

<file path=ppt/charts/chartEx6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'[Datos Sectores Equity (Index review).xlsx]Inmobiliario'!$AS$8:$AS$2774</cx:f>
        <cx:lvl ptCount="2767" formatCode="General">
          <cx:pt idx="2">0.0016143456195265721</cx:pt>
          <cx:pt idx="3">0.0086893143591411752</cx:pt>
          <cx:pt idx="4">0.013056408559903587</cx:pt>
          <cx:pt idx="5">0.00098032947988436992</cx:pt>
          <cx:pt idx="6">-0.00011603026956987398</cx:pt>
          <cx:pt idx="7">0.0064966350033193723</cx:pt>
          <cx:pt idx="8">-0.0036720973678473958</cx:pt>
          <cx:pt idx="9">0.0039313334928060793</cx:pt>
          <cx:pt idx="10">0.0017427142256078107</cx:pt>
          <cx:pt idx="11">0.0073904558254689317</cx:pt>
          <cx:pt idx="12">-0.0016710484113647214</cx:pt>
          <cx:pt idx="13">-0.0033357803692947627</cx:pt>
          <cx:pt idx="14">0.017296977785512511</cx:pt>
          <cx:pt idx="15">0.0022723330703279896</cx:pt>
          <cx:pt idx="16">0.0092104699704839595</cx:pt>
          <cx:pt idx="17">0.002178606976977695</cx:pt>
          <cx:pt idx="18">-0.0070108939478870681</cx:pt>
          <cx:pt idx="19">0.0027546376040572997</cx:pt>
          <cx:pt idx="20">-0.019444550506026372</cx:pt>
          <cx:pt idx="21">0.0013867699058883734</cx:pt>
          <cx:pt idx="22">0.0060728540829170568</cx:pt>
          <cx:pt idx="23">-0.0057452019025837379</cx:pt>
          <cx:pt idx="24">0.014233004591581977</cx:pt>
          <cx:pt idx="25">-0.038559861044860387</cx:pt>
          <cx:pt idx="26">-0.00097276066149165619</cx:pt>
          <cx:pt idx="27">0.0069174731193777884</cx:pt>
          <cx:pt idx="28">-0.0033402923027887953</cx:pt>
          <cx:pt idx="29">0.0078984507411746889</cx:pt>
          <cx:pt idx="30">-0.0067856415878298501</cx:pt>
          <cx:pt idx="31">-0.0035856325812103416</cx:pt>
          <cx:pt idx="32">0.0096784846666886186</cx:pt>
          <cx:pt idx="33">-0.019321643434311083</cx:pt>
          <cx:pt idx="34">0.012607537346235041</cx:pt>
          <cx:pt idx="35">0.0064631255852038169</cx:pt>
          <cx:pt idx="36">-0.023024221580969745</cx:pt>
          <cx:pt idx="37">0.0066221321731917519</cx:pt>
          <cx:pt idx="38">-0.011077471379366405</cx:pt>
          <cx:pt idx="39">0.0068430075988188278</cx:pt>
          <cx:pt idx="40">0.0044326568043759791</cx:pt>
          <cx:pt idx="41">-0.0035677344004994014</cx:pt>
          <cx:pt idx="42">-0.0085677574573000109</cx:pt>
          <cx:pt idx="43">0.0049250199957641076</cx:pt>
          <cx:pt idx="44">-0.028752611911932652</cx:pt>
          <cx:pt idx="45">0.0025077416311577315</cx:pt>
          <cx:pt idx="46">-0.0069312816206962731</cx:pt>
          <cx:pt idx="47">2.0502746622855366e-05</cx:pt>
          <cx:pt idx="48">0.017824161161756523</cx:pt>
          <cx:pt idx="49">-0.005815638682862832</cx:pt>
          <cx:pt idx="50">0.0091627775441828572</cx:pt>
          <cx:pt idx="51">-0.0037719191057197137</cx:pt>
          <cx:pt idx="52">0.021757294708419139</cx:pt>
          <cx:pt idx="53">0.00090617891977613253</cx:pt>
          <cx:pt idx="54">0.026093182768528206</cx:pt>
          <cx:pt idx="55">0.001237685873970119</cx:pt>
          <cx:pt idx="56">-0.0092482320327793403</cx:pt>
          <cx:pt idx="57">-0.015360568333489005</cx:pt>
          <cx:pt idx="58">-0.0053413612121307437</cx:pt>
          <cx:pt idx="59">0.0040824089522206435</cx:pt>
          <cx:pt idx="60">0.013802433375310941</cx:pt>
          <cx:pt idx="61">-0.0024627892358299579</cx:pt>
          <cx:pt idx="62">0.0025486778166660035</cx:pt>
          <cx:pt idx="63">0.0056748497613220688</cx:pt>
          <cx:pt idx="64">0.013961343395974549</cx:pt>
          <cx:pt idx="65">-0.014842216937870092</cx:pt>
          <cx:pt idx="66">0.0011685763842071159</cx:pt>
          <cx:pt idx="67">-0.01542357646724399</cx:pt>
          <cx:pt idx="68">-0.0022537337371385164</cx:pt>
          <cx:pt idx="69">-0.0049802332354635971</cx:pt>
          <cx:pt idx="70">0.0056635644564664717</cx:pt>
          <cx:pt idx="71">-0.0044518061532065074</cx:pt>
          <cx:pt idx="72">0.0052452826639664048</cx:pt>
          <cx:pt idx="73">-0.0061756450677307095</cx:pt>
          <cx:pt idx="74">0.0021631880553543772</cx:pt>
          <cx:pt idx="75">-0.0018154614928976563</cx:pt>
          <cx:pt idx="76">0.00051805115986939122</cx:pt>
          <cx:pt idx="77">0.0017640597549058983</cx:pt>
          <cx:pt idx="78">-0.00010229383461425362</cx:pt>
          <cx:pt idx="79">-0.002244987214110265</cx:pt>
          <cx:pt idx="80">-0.0011945313771506332</cx:pt>
          <cx:pt idx="81">-0.021130300515828315</cx:pt>
          <cx:pt idx="82">-0.012672008072327564</cx:pt>
          <cx:pt idx="83">0.0043946669738747788</cx:pt>
          <cx:pt idx="84">0.00021845071818244618</cx:pt>
          <cx:pt idx="85">-0.01903232395273774</cx:pt>
          <cx:pt idx="86">-0.0023571529377232579</cx:pt>
          <cx:pt idx="87">0.012574457250779644</cx:pt>
          <cx:pt idx="88">0.014670948123252713</cx:pt>
          <cx:pt idx="89">-0.011385103821714541</cx:pt>
          <cx:pt idx="90">-0.0012434984438020188</cx:pt>
          <cx:pt idx="91">-0.0096253138828667553</cx:pt>
          <cx:pt idx="92">0.017196819514353721</cx:pt>
          <cx:pt idx="93">0.010786732850441492</cx:pt>
          <cx:pt idx="94">-0.0036380487453970892</cx:pt>
          <cx:pt idx="95">-0.0016561094313832852</cx:pt>
          <cx:pt idx="96">-0.00082211508884156962</cx:pt>
          <cx:pt idx="97">-0.0066480124274542977</cx:pt>
          <cx:pt idx="98">-9.5181802205443331e-05</cx:pt>
          <cx:pt idx="99">-0.0049185995953779935</cx:pt>
          <cx:pt idx="100">0.0066630941556779753</cx:pt>
          <cx:pt idx="101">-0.0055685114130400908</cx:pt>
          <cx:pt idx="102">-0.010791965834417341</cx:pt>
          <cx:pt idx="103">0.010903051636096971</cx:pt>
          <cx:pt idx="104">-0.0037363562810195953</cx:pt>
          <cx:pt idx="105">-0.015175579484265662</cx:pt>
          <cx:pt idx="106">0.0031217965209842558</cx:pt>
          <cx:pt idx="107">-0.014422694769121112</cx:pt>
          <cx:pt idx="108">-0.00016813887871018878</cx:pt>
          <cx:pt idx="109">-0.010319139028576386</cx:pt>
          <cx:pt idx="110">0.0086787969976895793</cx:pt>
          <cx:pt idx="111">0.005352437208867307</cx:pt>
          <cx:pt idx="112">-0.0027166116393587433</cx:pt>
          <cx:pt idx="113">-0.008753411113732323</cx:pt>
          <cx:pt idx="114">0.0069001921127760856</cx:pt>
          <cx:pt idx="115">0.0069355060075524839</cx:pt>
          <cx:pt idx="116">0.01500919816230626</cx:pt>
          <cx:pt idx="117">-0.0071708007504219483</cx:pt>
          <cx:pt idx="118">-0.009370071573064305</cx:pt>
          <cx:pt idx="119">-0.0054033088898404009</cx:pt>
          <cx:pt idx="120">-0.0075496932070694342</cx:pt>
          <cx:pt idx="121">-0.008761857031755969</cx:pt>
          <cx:pt idx="122">0.0069957583146229357</cx:pt>
          <cx:pt idx="123">-0.016185615460475714</cx:pt>
          <cx:pt idx="124">0.0032042666458624099</cx:pt>
          <cx:pt idx="125">0.012978929482986699</cx:pt>
          <cx:pt idx="126">0.0036845306363758735</cx:pt>
          <cx:pt idx="127">0.0015931041698388714</cx:pt>
          <cx:pt idx="128">0.017248463903618474</cx:pt>
          <cx:pt idx="129">-0.0059290127440295663</cx:pt>
          <cx:pt idx="130">-0.0024645204434265424</cx:pt>
          <cx:pt idx="131">0.0086505213186675051</cx:pt>
          <cx:pt idx="132">0.0011042133974533772</cx:pt>
          <cx:pt idx="133">0.00069821274023965118</cx:pt>
          <cx:pt idx="134">0.00023217600039639061</cx:pt>
          <cx:pt idx="135">0.0089908000369915784</cx:pt>
          <cx:pt idx="136">-0.005378938561694112</cx:pt>
          <cx:pt idx="137">0.0034276646331605569</cx:pt>
          <cx:pt idx="138">-3.0172246728526683e-05</cx:pt>
          <cx:pt idx="139">0.0021899585444692306</cx:pt>
          <cx:pt idx="140">-0.0041483572130783675</cx:pt>
          <cx:pt idx="141">0.0050226398021449188</cx:pt>
          <cx:pt idx="142">0.0034975522375137727</cx:pt>
          <cx:pt idx="143">0.0038767051240688293</cx:pt>
          <cx:pt idx="144">0.002449678444323661</cx:pt>
          <cx:pt idx="145">-0.0041775319208835048</cx:pt>
          <cx:pt idx="146">0.0074637359983801346</cx:pt>
          <cx:pt idx="147">0.0039571454281878693</cx:pt>
          <cx:pt idx="148">-0.0040098574539899224</cx:pt>
          <cx:pt idx="149">-0.001936606249162244</cx:pt>
          <cx:pt idx="150">0.0040828656175931569</cx:pt>
          <cx:pt idx="151">0.0025978186358986389</cx:pt>
          <cx:pt idx="152">-0.0015841898256582815</cx:pt>
          <cx:pt idx="153">0.007411802473790639</cx:pt>
          <cx:pt idx="154">-0.00068383148900682091</cx:pt>
          <cx:pt idx="155">0.0011250401817415783</cx:pt>
          <cx:pt idx="156">0.0054769236862911444</cx:pt>
          <cx:pt idx="157">0.0068360827941071753</cx:pt>
          <cx:pt idx="158">0.00065242508682475029</cx:pt>
          <cx:pt idx="159">-0.0033807270297131881</cx:pt>
          <cx:pt idx="160">-0.0062270753204786439</cx:pt>
          <cx:pt idx="161">-0.018844682453393862</cx:pt>
          <cx:pt idx="162">-0.050028320801031867</cx:pt>
          <cx:pt idx="163">-0.031482662977072452</cx:pt>
          <cx:pt idx="164">0.02358918844028051</cx:pt>
          <cx:pt idx="165">0.020626938993530092</cx:pt>
          <cx:pt idx="166">-0.0028435841483670054</cx:pt>
          <cx:pt idx="167">-0.022767756035099174</cx:pt>
          <cx:pt idx="168">-0.021147944113220043</cx:pt>
          <cx:pt idx="169">0.014381840878947977</cx:pt>
          <cx:pt idx="170">0.0036155039034989744</cx:pt>
          <cx:pt idx="171">-0.023249805613660721</cx:pt>
          <cx:pt idx="172">0.017375476953842828</cx:pt>
          <cx:pt idx="173">-0.014008973190291662</cx:pt>
          <cx:pt idx="174">0.0022595638536506658</cx:pt>
          <cx:pt idx="175">0.011026849020156713</cx:pt>
          <cx:pt idx="176">0.00070063041327114305</cx:pt>
          <cx:pt idx="177">0.012327424068831621</cx:pt>
          <cx:pt idx="178">0.0095059590932253506</cx:pt>
          <cx:pt idx="179">0.012489572137859648</cx:pt>
          <cx:pt idx="180">0.0030512176119172228</cx:pt>
          <cx:pt idx="181">0.0082242857531388425</cx:pt>
          <cx:pt idx="182">-0.0108067102927099</cx:pt>
          <cx:pt idx="183">0.0050732471639056698</cx:pt>
          <cx:pt idx="184">-0.0094676909926161758</cx:pt>
          <cx:pt idx="185">0.0052066881442725714</cx:pt>
          <cx:pt idx="186">-0.02241787833507395</cx:pt>
          <cx:pt idx="187">0.011114949148096539</cx:pt>
          <cx:pt idx="188">0.0093967167198768155</cx:pt>
          <cx:pt idx="189">0.0019075404908383848</cx:pt>
          <cx:pt idx="190">0.0061245829263960432</cx:pt>
          <cx:pt idx="191">0.020445202229123917</cx:pt>
          <cx:pt idx="192">-0.0028879757710144113</cx:pt>
          <cx:pt idx="193">0.0075859332961619097</cx:pt>
          <cx:pt idx="194">0.0088617903875623273</cx:pt>
          <cx:pt idx="195">-0.0015607647323951385</cx:pt>
          <cx:pt idx="196">0.0049977521042184692</cx:pt>
          <cx:pt idx="197">-0.0062019296555769106</cx:pt>
          <cx:pt idx="198">-0.0087833238686567082</cx:pt>
          <cx:pt idx="199">0.012235054981242669</cx:pt>
          <cx:pt idx="200">0.010747965767312987</cx:pt>
          <cx:pt idx="201">0.012807311607095966</cx:pt>
          <cx:pt idx="202">0.00045406640466809009</cx:pt>
          <cx:pt idx="203">0.0013790519966461671</cx:pt>
          <cx:pt idx="204">0.014998326758574331</cx:pt>
          <cx:pt idx="205">-0.016971099142770028</cx:pt>
          <cx:pt idx="206">-3.2444847540032042e-05</cx:pt>
          <cx:pt idx="207">0.00084754978308551848</cx:pt>
          <cx:pt idx="208">0.0091785555508740874</cx:pt>
          <cx:pt idx="209">-0.00036726063831378714</cx:pt>
          <cx:pt idx="210">-0.012035665445674845</cx:pt>
          <cx:pt idx="211">0.017448618217650706</cx:pt>
          <cx:pt idx="212">-0.011676339015648029</cx:pt>
          <cx:pt idx="213">-0.0054481933405115378</cx:pt>
          <cx:pt idx="214">0.0018795428539674806</cx:pt>
          <cx:pt idx="215">-0.039558259126455463</cx:pt>
          <cx:pt idx="216">-0.017448507100200194</cx:pt>
          <cx:pt idx="217">0.0073154000944369493</cx:pt>
          <cx:pt idx="218">0.00055641275193774953</cx:pt>
          <cx:pt idx="219">-0.0052628604761466554</cx:pt>
          <cx:pt idx="220">-0.010411306598834179</cx:pt>
          <cx:pt idx="221">0.014531368771173264</cx:pt>
          <cx:pt idx="222">-0.0016846793953328022</cx:pt>
          <cx:pt idx="223">0.015545821372596592</cx:pt>
          <cx:pt idx="224">0.0046538706458159771</cx:pt>
          <cx:pt idx="225">0.015718732517864195</cx:pt>
          <cx:pt idx="226">0.0022604351547357072</cx:pt>
          <cx:pt idx="227">-0.0052334930201558766</cx:pt>
          <cx:pt idx="228">0.0032285177047902298</cx:pt>
          <cx:pt idx="229">0.0081440393393381726</cx:pt>
          <cx:pt idx="230">-0.0070165312632506317</cx:pt>
          <cx:pt idx="231">0.016312837261250261</cx:pt>
          <cx:pt idx="232">-0.021151869580986568</cx:pt>
          <cx:pt idx="233">-0.01567971816602081</cx:pt>
          <cx:pt idx="234">0.019825819692982753</cx:pt>
          <cx:pt idx="235">0.0021082200277091827</cx:pt>
          <cx:pt idx="236">-0.0013152413322575615</cx:pt>
          <cx:pt idx="237">-0.0084788730409076571</cx:pt>
          <cx:pt idx="238">-0.0089984140662771554</cx:pt>
          <cx:pt idx="239">-0.0042591697238395379</cx:pt>
          <cx:pt idx="240">0.0052875643915287701</cx:pt>
          <cx:pt idx="241">0.010789181033527166</cx:pt>
          <cx:pt idx="242">0.021508703292694463</cx:pt>
          <cx:pt idx="243">-0.0086881972398701254</cx:pt>
          <cx:pt idx="244">-0.012673071188998819</cx:pt>
          <cx:pt idx="245">0.0045730592497728526</cx:pt>
          <cx:pt idx="246">0.0062053628302420893</cx:pt>
          <cx:pt idx="247">0.011965080259888494</cx:pt>
          <cx:pt idx="248">-0.00071229903646333323</cx:pt>
          <cx:pt idx="249">0.0057953601204172389</cx:pt>
          <cx:pt idx="250">0.011744675037300329</cx:pt>
          <cx:pt idx="251">-0.0056709563163362866</cx:pt>
          <cx:pt idx="252">-0.006090970543743893</cx:pt>
          <cx:pt idx="253">-0.0065919893190133213</cx:pt>
          <cx:pt idx="254">0.018776691927729211</cx:pt>
          <cx:pt idx="255">-0.0063906397123690041</cx:pt>
          <cx:pt idx="256">-0.024984226375692163</cx:pt>
          <cx:pt idx="257">-0.0073215051119933346</cx:pt>
          <cx:pt idx="258">0.0038071999833566351</cx:pt>
          <cx:pt idx="259">-0.0037863466276329234</cx:pt>
          <cx:pt idx="260">-0.018171431562511057</cx:pt>
          <cx:pt idx="261">0.00072410525771070093</cx:pt>
          <cx:pt idx="262">-0.01338019773772868</cx:pt>
          <cx:pt idx="263">0.009960568651521555</cx:pt>
          <cx:pt idx="264">-0.034063216611784373</cx:pt>
          <cx:pt idx="265">0.011305083230991071</cx:pt>
          <cx:pt idx="266">0.027354565950958934</cx:pt>
          <cx:pt idx="267">-0.013895080670895017</cx:pt>
          <cx:pt idx="268">0.02061801363757141</cx:pt>
          <cx:pt idx="269">-0.022555162557559589</cx:pt>
          <cx:pt idx="270">-0.0057937550294439345</cx:pt>
          <cx:pt idx="271">0.020476494317122791</cx:pt>
          <cx:pt idx="272">0.00079167590503251739</cx:pt>
          <cx:pt idx="273">-0.012142257754086821</cx:pt>
          <cx:pt idx="274">0.006790226267184305</cx:pt>
          <cx:pt idx="275">0.0042736300594719279</cx:pt>
          <cx:pt idx="276">-0.019528403733634854</cx:pt>
          <cx:pt idx="277">-0.036427217903687428</cx:pt>
          <cx:pt idx="278">-0.025507361024031883</cx:pt>
          <cx:pt idx="279">0.0068240724098484404</cx:pt>
          <cx:pt idx="280">-0.016396490362753136</cx:pt>
          <cx:pt idx="281">0.013934925516116086</cx:pt>
          <cx:pt idx="282">0.016596732142052567</cx:pt>
          <cx:pt idx="283">0.012819053613225004</cx:pt>
          <cx:pt idx="284">0.011361395753055135</cx:pt>
          <cx:pt idx="285">0.0029649650146833756</cx:pt>
          <cx:pt idx="286">0.012138514948377551</cx:pt>
          <cx:pt idx="287">0.00030858887216446889</cx:pt>
          <cx:pt idx="288">0.0024015628098030253</cx:pt>
          <cx:pt idx="289">0.017690675948971724</cx:pt>
          <cx:pt idx="290">-0.0014370068362545944</cx:pt>
          <cx:pt idx="291">-0.0010381512231471442</cx:pt>
          <cx:pt idx="292">0.032591729034860323</cx:pt>
          <cx:pt idx="293">0.0047541608668382716</cx:pt>
          <cx:pt idx="294">4.6332632941963221e-05</cx:pt>
          <cx:pt idx="295">0.0051570322853962992</cx:pt>
          <cx:pt idx="296">0.0021945355412865968</cx:pt>
          <cx:pt idx="297">-0.010095494352961743</cx:pt>
          <cx:pt idx="298">0.0059957952098120644</cx:pt>
          <cx:pt idx="299">-0.0026632280459646549</cx:pt>
          <cx:pt idx="300">0.028292386010716604</cx:pt>
          <cx:pt idx="301">0.00059457505057754602</cx:pt>
          <cx:pt idx="302">-0.0029646041995624837</cx:pt>
          <cx:pt idx="303">0.0088889921613368693</cx:pt>
          <cx:pt idx="304">0.015996007487308964</cx:pt>
          <cx:pt idx="305">-0.0010631210162319396</cx:pt>
          <cx:pt idx="306">-0.0047758692029479279</cx:pt>
          <cx:pt idx="307">0.002297498948322871</cx:pt>
          <cx:pt idx="308">-0.0056615506686214911</cx:pt>
          <cx:pt idx="309">-0.0010221659869216165</cx:pt>
          <cx:pt idx="310">0.0093379298475239729</cx:pt>
          <cx:pt idx="311">0.019305776071425505</cx:pt>
          <cx:pt idx="312">-0.0033929583177351409</cx:pt>
          <cx:pt idx="313">0.0054303874220077725</cx:pt>
          <cx:pt idx="314">0.0061573206580962563</cx:pt>
          <cx:pt idx="315">0.0017683098656335354</cx:pt>
          <cx:pt idx="316">-0.0043193550407127079</cx:pt>
          <cx:pt idx="317">-0.0012076829267454164</cx:pt>
          <cx:pt idx="318">-0.0068177822163236219</cx:pt>
          <cx:pt idx="319">0.0072090001839566625</cx:pt>
          <cx:pt idx="320">-0.00031098122839034244</cx:pt>
          <cx:pt idx="321">0.0070317845928853174</cx:pt>
          <cx:pt idx="322">0.0032839373130163136</cx:pt>
          <cx:pt idx="323">-0.0033074670691572213</cx:pt>
          <cx:pt idx="324">0.003590578753275008</cx:pt>
          <cx:pt idx="325">0.0067196581259340773</cx:pt>
          <cx:pt idx="326">0.0026967821586226068</cx:pt>
          <cx:pt idx="327">-0.017465557270618236</cx:pt>
          <cx:pt idx="328">-0.027549661956025782</cx:pt>
          <cx:pt idx="329">0.01405804753759436</cx:pt>
          <cx:pt idx="330">0.00941787371177937</cx:pt>
          <cx:pt idx="331">0.0034936983573386638</cx:pt>
          <cx:pt idx="332">0.0020253001165416833</cx:pt>
          <cx:pt idx="333">-0.0018736643287311457</cx:pt>
          <cx:pt idx="334">-0.0074124107068186465</cx:pt>
          <cx:pt idx="335">0.012276682179808734</cx:pt>
          <cx:pt idx="336">0.0015107913249684714</cx:pt>
          <cx:pt idx="337">0.018612001729091353</cx:pt>
          <cx:pt idx="338">0.0023990179730757079</cx:pt>
          <cx:pt idx="339">0.0057367433275498057</cx:pt>
          <cx:pt idx="340">0.0076270198787818048</cx:pt>
          <cx:pt idx="341">0.001648862430410502</cx:pt>
          <cx:pt idx="342">-0.018765150359712046</cx:pt>
          <cx:pt idx="343">0.0093705359573465936</cx:pt>
          <cx:pt idx="344">-0.0071058036062630336</cx:pt>
          <cx:pt idx="345">0.0091462517864457932</cx:pt>
          <cx:pt idx="346">-0.014172424027210492</cx:pt>
          <cx:pt idx="347">-0.015112829299730783</cx:pt>
          <cx:pt idx="348">-0.010900940136387632</cx:pt>
          <cx:pt idx="349">0.0087935456495421994</cx:pt>
          <cx:pt idx="350">-0.0013026747092758522</cx:pt>
          <cx:pt idx="351">0.010723736831656804</cx:pt>
          <cx:pt idx="352">0.0031684017277235316</cx:pt>
          <cx:pt idx="353">-0.00076584557037456032</cx:pt>
          <cx:pt idx="354">0.0052100781714570559</cx:pt>
          <cx:pt idx="355">3.7572526491238016e-05</cx:pt>
          <cx:pt idx="356">0.0043157215801570489</cx:pt>
          <cx:pt idx="357">0.0039517880988483361</cx:pt>
          <cx:pt idx="358">0.012873230288261381</cx:pt>
          <cx:pt idx="359">-0.0030233418157379448</cx:pt>
          <cx:pt idx="360">0.010573357483411519</cx:pt>
          <cx:pt idx="361">0.0051266467116878097</cx:pt>
          <cx:pt idx="362">0.0043973870735553077</cx:pt>
          <cx:pt idx="363">-0.004439728336487766</cx:pt>
          <cx:pt idx="364">0.00082049791754136982</cx:pt>
          <cx:pt idx="365">-0.0071040147151992788</cx:pt>
          <cx:pt idx="366">0.0061334041226571018</cx:pt>
          <cx:pt idx="367">0.0058472569525398173</cx:pt>
          <cx:pt idx="368">-0.0046447776740508387</cx:pt>
          <cx:pt idx="369">0.0024547723928343493</cx:pt>
          <cx:pt idx="370">0.0060997509310449947</cx:pt>
          <cx:pt idx="371">-0.0032555303847171891</cx:pt>
          <cx:pt idx="372">0.0077648624982290283</cx:pt>
          <cx:pt idx="373">-0.019285098309196558</cx:pt>
          <cx:pt idx="374">-0.0051600644345381943</cx:pt>
          <cx:pt idx="375">0.020552955679468368</cx:pt>
          <cx:pt idx="376">0.013962087987667047</cx:pt>
          <cx:pt idx="377">0.0061579945136855749</cx:pt>
          <cx:pt idx="378">-0.0022044061234924098</cx:pt>
          <cx:pt idx="379">0.0048157577332276708</cx:pt>
          <cx:pt idx="380">-0.0043078101806121906</cx:pt>
          <cx:pt idx="381">-0.013914124118404786</cx:pt>
          <cx:pt idx="382">0.018325363213641119</cx:pt>
          <cx:pt idx="383">0.0080198954149346829</cx:pt>
          <cx:pt idx="384">0.0013258002501581562</cx:pt>
          <cx:pt idx="385">0.0063669096966680596</cx:pt>
          <cx:pt idx="386">-0.0054437826957157622</cx:pt>
          <cx:pt idx="387">0.0025762018494137158</cx:pt>
          <cx:pt idx="388">0.0050193051497898506</cx:pt>
          <cx:pt idx="389">0.002217171096126572</cx:pt>
          <cx:pt idx="390">0.00066429001126867425</cx:pt>
          <cx:pt idx="391">0.0023052911869889609</cx:pt>
          <cx:pt idx="392">0.010333078255111434</cx:pt>
          <cx:pt idx="393">-0.00047434678233461658</cx:pt>
          <cx:pt idx="394">-0.0016995903521856805</cx:pt>
          <cx:pt idx="395">-0.0057716297722677804</cx:pt>
          <cx:pt idx="396">0.0090970269451286917</cx:pt>
          <cx:pt idx="397">0.005790808511289834</cx:pt>
          <cx:pt idx="398">0.0062212224232564006</cx:pt>
          <cx:pt idx="399">-0.016793815611376949</cx:pt>
          <cx:pt idx="400">-0.0052283264376510215</cx:pt>
          <cx:pt idx="401">0.0003744457152446543</cx:pt>
          <cx:pt idx="402">-0.0032277925066824449</cx:pt>
          <cx:pt idx="403">-0.0013956983393202886</cx:pt>
          <cx:pt idx="404">0.0094101750121113673</cx:pt>
          <cx:pt idx="405">0.0032920164673758711</cx:pt>
          <cx:pt idx="406">-0.0085550139345495248</cx:pt>
          <cx:pt idx="407">0.0046400600243161434</cx:pt>
          <cx:pt idx="408">-0.0053569997130219144</cx:pt>
          <cx:pt idx="409">-0.011469544840027979</cx:pt>
          <cx:pt idx="410">0.004245635429641615</cx:pt>
          <cx:pt idx="411">-0.0016744100519198426</cx:pt>
          <cx:pt idx="412">-0.0082789259890606696</cx:pt>
          <cx:pt idx="413">0.0064938933406738725</cx:pt>
          <cx:pt idx="414">0.0032849430453578648</cx:pt>
          <cx:pt idx="415">-0.0064581760894145196</cx:pt>
          <cx:pt idx="416">0.0026567686860948219</cx:pt>
          <cx:pt idx="417">-0.0095454063769938851</cx:pt>
          <cx:pt idx="418">0.0113305917143259</cx:pt>
          <cx:pt idx="419">-0.00283490872556419</cx:pt>
          <cx:pt idx="420">-0.0017282502772459562</cx:pt>
          <cx:pt idx="421">-0.00053212663280501364</cx:pt>
          <cx:pt idx="422">0.010001091674775761</cx:pt>
          <cx:pt idx="423">0.0078987389439453427</cx:pt>
          <cx:pt idx="424">0.0038192998098416468</cx:pt>
          <cx:pt idx="425">-0.011415790433700156</cx:pt>
          <cx:pt idx="426">-0.046275954002605903</cx:pt>
          <cx:pt idx="427">0.014362868634406447</cx:pt>
          <cx:pt idx="428">-0.026722822817393521</cx:pt>
          <cx:pt idx="429">0.0019013901881617323</cx:pt>
          <cx:pt idx="430">0.0049291774148279904</cx:pt>
          <cx:pt idx="431">-0.0009788011147336391</cx:pt>
          <cx:pt idx="432">0.010554676591166707</cx:pt>
          <cx:pt idx="433">-0.00073079504754126412</cx:pt>
          <cx:pt idx="434">0.013221413074846021</cx:pt>
          <cx:pt idx="435">0.019489623298135698</cx:pt>
          <cx:pt idx="436">0.002886285706771255</cx:pt>
          <cx:pt idx="437">-0.00014801461907177314</cx:pt>
          <cx:pt idx="438">-0.0078207355931776603</cx:pt>
          <cx:pt idx="439">0.0086815950110554208</cx:pt>
          <cx:pt idx="440">-0.01262566922479893</cx:pt>
          <cx:pt idx="441">-0.0062488229972278986</cx:pt>
          <cx:pt idx="442">-0.016774439993392416</cx:pt>
          <cx:pt idx="443">-0.019321089314200124</cx:pt>
          <cx:pt idx="444">-0.016300079816454677</cx:pt>
          <cx:pt idx="445">0.00093912037689279756</cx:pt>
          <cx:pt idx="446">-0.0049736793820160437</cx:pt>
          <cx:pt idx="447">0.0050999835856981538</cx:pt>
          <cx:pt idx="448">-0.010951772888513721</cx:pt>
          <cx:pt idx="449">0.010731484488544498</cx:pt>
          <cx:pt idx="450">0.0074678500005276446</cx:pt>
          <cx:pt idx="451">-0.0035549028992165818</cx:pt>
          <cx:pt idx="452">0.0021305930345758002</cx:pt>
          <cx:pt idx="453">0.010388702149889399</cx:pt>
          <cx:pt idx="454">0.007451190836195074</cx:pt>
          <cx:pt idx="455">0.001325956897583845</cx:pt>
          <cx:pt idx="456">-0.0022522758891660721</cx:pt>
          <cx:pt idx="457">0.0073435844167882803</cx:pt>
          <cx:pt idx="458">-0.0011104760399636823</cx:pt>
          <cx:pt idx="459">-0.013987016495348501</cx:pt>
          <cx:pt idx="460">-0.026611718972773209</cx:pt>
          <cx:pt idx="461">-0.00025672206807645422</cx:pt>
          <cx:pt idx="462">0.010433111553966871</cx:pt>
          <cx:pt idx="463">-0.022179042712036051</cx:pt>
          <cx:pt idx="464">-0.015850027587576865</cx:pt>
          <cx:pt idx="465">-0.0069281071273187625</cx:pt>
          <cx:pt idx="466">0.007325087405058643</cx:pt>
          <cx:pt idx="467">0.020954460771722829</cx:pt>
          <cx:pt idx="468">-0.0012815659687948943</cx:pt>
          <cx:pt idx="469">-0.034159776039637407</cx:pt>
          <cx:pt idx="470">-0.023187590485615781</cx:pt>
          <cx:pt idx="471">0.00089926144619495983</cx:pt>
          <cx:pt idx="472">0.022169075214235535</cx:pt>
          <cx:pt idx="473">-0.00096760139102757231</cx:pt>
          <cx:pt idx="474">-0.0020157318872983214</cx:pt>
          <cx:pt idx="475">-0.0085545706893168216</cx:pt>
          <cx:pt idx="476">0.0076066393746182445</cx:pt>
          <cx:pt idx="477">-0.0030659959052299281</cx:pt>
          <cx:pt idx="478">0.020273281231683572</cx:pt>
          <cx:pt idx="479">-0.0071777089629756659</cx:pt>
          <cx:pt idx="480">0.0038626592972578577</cx:pt>
          <cx:pt idx="481">0.0030021051798588072</cx:pt>
          <cx:pt idx="482">0.0091031857249793628</cx:pt>
          <cx:pt idx="483">-0.015889538802995012</cx:pt>
          <cx:pt idx="484">-0.019496234199326772</cx:pt>
          <cx:pt idx="485">0.014608524313913136</cx:pt>
          <cx:pt idx="486">0.0057306842451324471</cx:pt>
          <cx:pt idx="487">0.0054051684395227716</cx:pt>
          <cx:pt idx="488">0.026336439303043885</cx:pt>
          <cx:pt idx="489">0.0049803187842763367</cx:pt>
          <cx:pt idx="490">-0.00050351867385810365</cx:pt>
          <cx:pt idx="491">0.0093419070849016985</cx:pt>
          <cx:pt idx="492">0.0049697405216676243</cx:pt>
          <cx:pt idx="493">-0.023385332680319875</cx:pt>
          <cx:pt idx="494">-0.0092627375789247155</cx:pt>
          <cx:pt idx="495">0.013675751866842509</cx:pt>
          <cx:pt idx="496">0.011550070549183918</cx:pt>
          <cx:pt idx="497">-0.00020862100232862978</cx:pt>
          <cx:pt idx="498">-0.011451415851104893</cx:pt>
          <cx:pt idx="499">-0.00066327018001710158</cx:pt>
          <cx:pt idx="500">-0.0011954702268446079</cx:pt>
          <cx:pt idx="501">0.0045129903149650381</cx:pt>
          <cx:pt idx="502">-0.0081489271550444255</cx:pt>
          <cx:pt idx="503">0.0086915176402650954</cx:pt>
          <cx:pt idx="504">0.0093874274341735862</cx:pt>
          <cx:pt idx="505">0.0016713311789457925</cx:pt>
          <cx:pt idx="506">0.01191898104042401</cx:pt>
          <cx:pt idx="507">0.0082022388479424582</cx:pt>
          <cx:pt idx="508">-0.00087344448811987581</cx:pt>
          <cx:pt idx="509">-0.0026505685264586699</cx:pt>
          <cx:pt idx="510">-0.018757003892974741</cx:pt>
          <cx:pt idx="511">-0.00045097206288181283</cx:pt>
          <cx:pt idx="512">0.0038640669066982575</cx:pt>
          <cx:pt idx="513">-0.0015049772839459759</cx:pt>
          <cx:pt idx="514">0.0062163610667091591</cx:pt>
          <cx:pt idx="515">0.0016371164937975936</cx:pt>
          <cx:pt idx="516">-0.0088998629786953068</cx:pt>
          <cx:pt idx="517">0.0043031977158318651</cx:pt>
          <cx:pt idx="518">0.0045187233166914514</cx:pt>
          <cx:pt idx="519">-0.0026658520868613018</cx:pt>
          <cx:pt idx="520">-0.0047890768302260448</cx:pt>
          <cx:pt idx="521">-0.0028165458912703676</cx:pt>
          <cx:pt idx="522">-0.0095294627371339969</cx:pt>
          <cx:pt idx="523">-0.0045710171698018914</cx:pt>
          <cx:pt idx="524">0.0068261908145182525</cx:pt>
          <cx:pt idx="525">-0.010476845794287324</cx:pt>
          <cx:pt idx="526">0.012245582986115323</cx:pt>
          <cx:pt idx="527">0.0083646356970073464</cx:pt>
          <cx:pt idx="528">-0.0060567859338946529</cx:pt>
          <cx:pt idx="529">-0.0045746689893682458</cx:pt>
          <cx:pt idx="530">0.0063443392782391974</cx:pt>
          <cx:pt idx="531">0.0030039340705629268</cx:pt>
          <cx:pt idx="532">0.012648482586014365</cx:pt>
          <cx:pt idx="533">0.007403556211845335</cx:pt>
          <cx:pt idx="534">-0.0069988161287999201</cx:pt>
          <cx:pt idx="535">-0.0025977045910924638</cx:pt>
          <cx:pt idx="536">0.0050202895005352329</cx:pt>
          <cx:pt idx="537">0.0041560183765206654</cx:pt>
          <cx:pt idx="538">0.012016319141354457</cx:pt>
          <cx:pt idx="539">-0.0011117654278866094</cx:pt>
          <cx:pt idx="540">0.010582290684103674</cx:pt>
          <cx:pt idx="541">0.0092516950469204266</cx:pt>
          <cx:pt idx="542">0.0051897767740451449</cx:pt>
          <cx:pt idx="543">-0.0045907923035970345</cx:pt>
          <cx:pt idx="544">-0.0049647384844695433</cx:pt>
          <cx:pt idx="545">0.0026304460758085424</cx:pt>
          <cx:pt idx="546">-0.0031335248515909908</cx:pt>
          <cx:pt idx="547">-0.010092397699883831</cx:pt>
          <cx:pt idx="548">-0.00042137025997687338</cx:pt>
          <cx:pt idx="549">-0.018023299290829978</cx:pt>
          <cx:pt idx="550">-0.011739288480488495</cx:pt>
          <cx:pt idx="551">0.0036955635578473566</cx:pt>
          <cx:pt idx="552">-0.0030920440775213422</cx:pt>
          <cx:pt idx="553">-0.0033607206516764574</cx:pt>
          <cx:pt idx="554">0.017925628036642875</cx:pt>
          <cx:pt idx="555">-0.00063318201791659348</cx:pt>
          <cx:pt idx="556">0.0017031964625910277</cx:pt>
          <cx:pt idx="557">0.001871489974436612</cx:pt>
          <cx:pt idx="558">-0.001715341175833141</cx:pt>
          <cx:pt idx="559">0.0054302753925827276</cx:pt>
          <cx:pt idx="560">0.0075244086152216659</cx:pt>
          <cx:pt idx="561">-0.00039407934045046478</cx:pt>
          <cx:pt idx="562">-0.0063405655566776981</cx:pt>
          <cx:pt idx="563">0.0066169548639767187</cx:pt>
          <cx:pt idx="564">0.006059440348700775</cx:pt>
          <cx:pt idx="565">0.0022972136391346534</cx:pt>
          <cx:pt idx="566">0.0071201202696718306</cx:pt>
          <cx:pt idx="567">-0.00037795430324850119</cx:pt>
          <cx:pt idx="568">-0.0081514728969799884</cx:pt>
          <cx:pt idx="569">0.0024344082642686156</cx:pt>
          <cx:pt idx="570">0.0062559653023899885</cx:pt>
          <cx:pt idx="571">0.0038771991505581601</cx:pt>
          <cx:pt idx="572">0.0068547835567950221</cx:pt>
          <cx:pt idx="573">0.0051234710577402545</cx:pt>
          <cx:pt idx="574">0.0011682637884867133</cx:pt>
          <cx:pt idx="575">-0.0043135448520917139</cx:pt>
          <cx:pt idx="576">0.01131073780398174</cx:pt>
          <cx:pt idx="577">0.0039402321645471156</cx:pt>
          <cx:pt idx="578">-0.0017124946441302634</cx:pt>
          <cx:pt idx="579">0.0019476057061650384</cx:pt>
          <cx:pt idx="580">-0.0035003809065110177</cx:pt>
          <cx:pt idx="581">-0.010460259719372813</cx:pt>
          <cx:pt idx="582">0.00088020859347425276</cx:pt>
          <cx:pt idx="583">-0.0080682857589419628</cx:pt>
          <cx:pt idx="584">0.011460738602599106</cx:pt>
          <cx:pt idx="585">-0.0062129395118253458</cx:pt>
          <cx:pt idx="586">0.0056160037252491234</cx:pt>
          <cx:pt idx="587">-0.0026835568275796334</cx:pt>
          <cx:pt idx="588">-0.012784997184589839</cx:pt>
          <cx:pt idx="589">-0.0014237238708953194</cx:pt>
          <cx:pt idx="590">0.010421165483958165</cx:pt>
          <cx:pt idx="591">-0.0041780393004098651</cx:pt>
          <cx:pt idx="592">-0.0077004002555152969</cx:pt>
          <cx:pt idx="593">0.0092284755627958653</cx:pt>
          <cx:pt idx="594">-0.0040073790420075157</cx:pt>
          <cx:pt idx="595">-0.00046451847306763815</cx:pt>
          <cx:pt idx="596">0.00062102664719498489</cx:pt>
          <cx:pt idx="597">-0.0054405533835052361</cx:pt>
          <cx:pt idx="598">0.0068470660457702519</cx:pt>
          <cx:pt idx="599">-0.0009410013994432452</cx:pt>
          <cx:pt idx="600">0.0064980674610353364</cx:pt>
          <cx:pt idx="601">0.0038195437733699288</cx:pt>
          <cx:pt idx="602">0.0014549508520286976</cx:pt>
          <cx:pt idx="603">0.0060325302815465026</cx:pt>
          <cx:pt idx="604">0.0024371373408209529</cx:pt>
          <cx:pt idx="605">-0.0059087393218602976</cx:pt>
          <cx:pt idx="606">-0.001136773914430201</cx:pt>
          <cx:pt idx="607">-0.00041623678954684951</cx:pt>
          <cx:pt idx="608">0.0060634475204856758</cx:pt>
          <cx:pt idx="609">0.0073010181062052549</cx:pt>
          <cx:pt idx="610">-0.0071903759312687563</cx:pt>
          <cx:pt idx="611">-0.0039196688935385776</cx:pt>
          <cx:pt idx="612">0.0038295999278343436</cx:pt>
          <cx:pt idx="613">-0.0046918303579434823</cx:pt>
          <cx:pt idx="614">0.003373542530129598</cx:pt>
          <cx:pt idx="615">0.0090793932357077587</cx:pt>
          <cx:pt idx="616">0.00085792444444652487</cx:pt>
          <cx:pt idx="617">0.0073463278851931581</cx:pt>
          <cx:pt idx="618">0.0035133797698346674</cx:pt>
          <cx:pt idx="619">0.0011727748909260186</cx:pt>
          <cx:pt idx="620">0.004077770410154103</cx:pt>
          <cx:pt idx="621">-0.00099687025210673736</cx:pt>
          <cx:pt idx="622">2.6915035502597792e-05</cx:pt>
          <cx:pt idx="623">0.0010901924188022201</cx:pt>
          <cx:pt idx="624">0.0051535182420946509</cx:pt>
          <cx:pt idx="625">0.009565049117425126</cx:pt>
          <cx:pt idx="626">-0.0039617205056570043</cx:pt>
          <cx:pt idx="627">0.0037445581407996326</cx:pt>
          <cx:pt idx="628">-0.016871840642700069</cx:pt>
          <cx:pt idx="629">-0.00084156630605253463</cx:pt>
          <cx:pt idx="630">0.0092118333849883043</cx:pt>
          <cx:pt idx="631">-0.011897091534842127</cx:pt>
          <cx:pt idx="632">-0.018341212232552744</cx:pt>
          <cx:pt idx="633">0.006002861155956456</cx:pt>
          <cx:pt idx="634">-0.0075084483655612098</cx:pt>
          <cx:pt idx="635">-0.0018088931664227152</cx:pt>
          <cx:pt idx="636">0.014482357676063005</cx:pt>
          <cx:pt idx="637">0.00061122504953776014</cx:pt>
          <cx:pt idx="638">0.010074578583272235</cx:pt>
          <cx:pt idx="639">0.0030743969832488761</cx:pt>
          <cx:pt idx="640">0.0047626615949114808</cx:pt>
          <cx:pt idx="641">0.0024677913773360626</cx:pt>
          <cx:pt idx="642">-0.0020760536745793143</cx:pt>
          <cx:pt idx="643">0.0012691545229890312</cx:pt>
          <cx:pt idx="644">0.0017156821622446084</cx:pt>
          <cx:pt idx="645">-0.00022215637746395494</cx:pt>
          <cx:pt idx="646">0.0072428983073260069</cx:pt>
          <cx:pt idx="647">-0.0066281213551954953</cx:pt>
          <cx:pt idx="648">-0.00032444113357243606</cx:pt>
          <cx:pt idx="649">-0.0011726312384086723</cx:pt>
          <cx:pt idx="650">0.00066946500281904193</cx:pt>
          <cx:pt idx="651">-0.0012791735088050918</cx:pt>
          <cx:pt idx="652">-0.00077788975734851304</cx:pt>
          <cx:pt idx="653">-0.0013743039173854106</cx:pt>
          <cx:pt idx="654">-0.00047583665832189579</cx:pt>
          <cx:pt idx="655">-0.0054883043105532934</cx:pt>
          <cx:pt idx="656">0.00078078922718843478</cx:pt>
          <cx:pt idx="657">-0.013406512948949395</cx:pt>
          <cx:pt idx="658">-0.0041912009704642237</cx:pt>
          <cx:pt idx="659">0.019072735184907184</cx:pt>
          <cx:pt idx="660">-0.0015657825289688506</cx:pt>
          <cx:pt idx="661">0.0055004897512471165</cx:pt>
          <cx:pt idx="662">-0.010281309365240817</cx:pt>
          <cx:pt idx="663">-0.0041823155438423174</cx:pt>
          <cx:pt idx="664">0.013861311368540978</cx:pt>
          <cx:pt idx="665">-0.0027774704899936023</cx:pt>
          <cx:pt idx="666">0.010108343397854809</cx:pt>
          <cx:pt idx="667">-0.0010287419064932183</cx:pt>
          <cx:pt idx="668">0.0034529749008637423</cx:pt>
          <cx:pt idx="669">-0.0040884338093688088</cx:pt>
          <cx:pt idx="670">0.00025105318399299662</cx:pt>
          <cx:pt idx="671">0.0053885934005030028</cx:pt>
          <cx:pt idx="672">0.0079715899665720614</cx:pt>
          <cx:pt idx="673">0.0027160056703887537</cx:pt>
          <cx:pt idx="674">0.00087946665211691599</cx:pt>
          <cx:pt idx="675">-0.0033157159963785226</cx:pt>
          <cx:pt idx="676">0.0093979581644873071</cx:pt>
          <cx:pt idx="677">0.0024964000725083767</cx:pt>
          <cx:pt idx="678">0.010348084688141522</cx:pt>
          <cx:pt idx="679">-0.0095068277744797119</cx:pt>
          <cx:pt idx="680">-0.0031107400696006229</cx:pt>
          <cx:pt idx="681">0.0060890171261568874</cx:pt>
          <cx:pt idx="682">0.0019693710609556409</cx:pt>
          <cx:pt idx="683">-0.0048997437309567255</cx:pt>
          <cx:pt idx="684">-0.0081909855771695461</cx:pt>
          <cx:pt idx="685">-0.003169701735191354</cx:pt>
          <cx:pt idx="686">-0.0049155553107871775</cx:pt>
          <cx:pt idx="687">-0.011322293248191451</cx:pt>
          <cx:pt idx="688">0.0045504236489182399</cx:pt>
          <cx:pt idx="689">0.001069026782695139</cx:pt>
          <cx:pt idx="690">-0.011718139928990486</cx:pt>
          <cx:pt idx="691">0.0070886641792047393</cx:pt>
          <cx:pt idx="692">-0.00090833887347843885</cx:pt>
          <cx:pt idx="693">-0.0049080152906557546</cx:pt>
          <cx:pt idx="694">-0.0011497407645285054</cx:pt>
          <cx:pt idx="695">0.0030603086417650728</cx:pt>
          <cx:pt idx="696">0.002235144982715865</cx:pt>
          <cx:pt idx="697">-0.001712383611346696</cx:pt>
          <cx:pt idx="698">0.00037007916605302614</cx:pt>
          <cx:pt idx="699">0.00082467999754557775</cx:pt>
          <cx:pt idx="700">0.0025201440359053856</cx:pt>
          <cx:pt idx="701">0.0050126679215930225</cx:pt>
          <cx:pt idx="702">0.003243109247008416</cx:pt>
          <cx:pt idx="703">-0.0026371657222773667</cx:pt>
          <cx:pt idx="704">0.00030596126380446768</cx:pt>
          <cx:pt idx="705">0.00047360296179928274</cx:pt>
          <cx:pt idx="706">-0.0013886944187324239</cx:pt>
          <cx:pt idx="707">-0.0011036168040714413</cx:pt>
          <cx:pt idx="708">-0.0064332755678829989</cx:pt>
          <cx:pt idx="709">-0.006787859792572991</cx:pt>
          <cx:pt idx="710">-0.0048654057572959167</cx:pt>
          <cx:pt idx="711">-0.00477376218929441</cx:pt>
          <cx:pt idx="712">0.005147620328348629</cx:pt>
          <cx:pt idx="713">0.0054715187253692819</cx:pt>
          <cx:pt idx="714">-0.0016851292302496198</cx:pt>
          <cx:pt idx="715">0.00047442200988624585</cx:pt>
          <cx:pt idx="716">0.012683605095663549</cx:pt>
          <cx:pt idx="717">0.0019209537471760517</cx:pt>
          <cx:pt idx="718">0.011035677400868443</cx:pt>
          <cx:pt idx="719">0.0070260380298797316</cx:pt>
          <cx:pt idx="720">0.0033809971144767507</cx:pt>
          <cx:pt idx="721">-0.00088483773585354333</cx:pt>
          <cx:pt idx="722">0.0010798735696149985</cx:pt>
          <cx:pt idx="723">0.0048118170845193381</cx:pt>
          <cx:pt idx="724">-0.0011945863664635016</cx:pt>
          <cx:pt idx="725">-0.0087010551468312547</cx:pt>
          <cx:pt idx="726">0.0057510044533027578</cx:pt>
          <cx:pt idx="727">-0.0046395491046751077</cx:pt>
          <cx:pt idx="728">-0.0026577493186196719</cx:pt>
          <cx:pt idx="729">0.0049454233443215114</cx:pt>
          <cx:pt idx="730">-0.0050618501665594829</cx:pt>
          <cx:pt idx="731">0.0046331134815543679</cx:pt>
          <cx:pt idx="732">-0.0047339760094340846</cx:pt>
          <cx:pt idx="733">-0.0021856244806184532</cx:pt>
          <cx:pt idx="734">-0.0012862241949046207</cx:pt>
          <cx:pt idx="735">0.0011834768332362709</cx:pt>
          <cx:pt idx="736">0.0041493557462810166</cx:pt>
          <cx:pt idx="737">-0.015804436191485933</cx:pt>
          <cx:pt idx="738">-0.0030425610623801944</cx:pt>
          <cx:pt idx="739">0.0017615091337923284</cx:pt>
          <cx:pt idx="740">0.0067633391726126847</cx:pt>
          <cx:pt idx="741">0.00063031533757586949</cx:pt>
          <cx:pt idx="742">-0.0015303513049612655</cx:pt>
          <cx:pt idx="743">0.0053122599182365265</cx:pt>
          <cx:pt idx="744">0.0016885718890936427</cx:pt>
          <cx:pt idx="745">-0.0021904621291905396</cx:pt>
          <cx:pt idx="746">0.0061732425321909777</cx:pt>
          <cx:pt idx="747">0.0050829356779557621</cx:pt>
          <cx:pt idx="748">-0.026309350394694588</cx:pt>
          <cx:pt idx="749">-0.012615512102886514</cx:pt>
          <cx:pt idx="750">-0.0041300651943995386</cx:pt>
          <cx:pt idx="751">0.0073584651583935359</cx:pt>
          <cx:pt idx="752">0.0036196237932187326</cx:pt>
          <cx:pt idx="753">0.0042235094368376323</cx:pt>
          <cx:pt idx="754">0.0064050636976529058</cx:pt>
          <cx:pt idx="755">-0.0034846498901595071</cx:pt>
          <cx:pt idx="756">-0.0029542860442989894</cx:pt>
          <cx:pt idx="757">0.0022882983379486112</cx:pt>
          <cx:pt idx="758">-0.018457165785981253</cx:pt>
          <cx:pt idx="759">0.00057588536261447994</cx:pt>
          <cx:pt idx="760">0.0074592778336664087</cx:pt>
          <cx:pt idx="761">-0.011682373053081327</cx:pt>
          <cx:pt idx="762">-0.017546332964267584</cx:pt>
          <cx:pt idx="763">-0.003497494255968596</cx:pt>
          <cx:pt idx="764">-0.010186122424120684</cx:pt>
          <cx:pt idx="765">0.0036521134813379949</cx:pt>
          <cx:pt idx="766">0.0085709739464391137</cx:pt>
          <cx:pt idx="767">-0.011490671955111862</cx:pt>
          <cx:pt idx="768">0.0059368850217604375</cx:pt>
          <cx:pt idx="769">0.0078902299925441427</cx:pt>
          <cx:pt idx="770">0.016811265005930359</cx:pt>
          <cx:pt idx="771">-0.0039477877223905635</cx:pt>
          <cx:pt idx="772">0.0034029642809249704</cx:pt>
          <cx:pt idx="773">0.00074130870432627936</cx:pt>
          <cx:pt idx="774">-0.011399074423440658</cx:pt>
          <cx:pt idx="775">-0.0082718372759189741</cx:pt>
          <cx:pt idx="776">0.020935922692128014</cx:pt>
          <cx:pt idx="777">-0.021186853256447254</cx:pt>
          <cx:pt idx="778">-0.007854567816292863</cx:pt>
          <cx:pt idx="779">-0.030046582770817846</cx:pt>
          <cx:pt idx="780">0.0026423800882624162</cx:pt>
          <cx:pt idx="781">-0.007699024689800325</cx:pt>
          <cx:pt idx="782">-0.031438615057295456</cx:pt>
          <cx:pt idx="783">0.0218072100101998</cx:pt>
          <cx:pt idx="784">-0.0022436923309377579</cx:pt>
          <cx:pt idx="785">0.0086592110823529821</cx:pt>
          <cx:pt idx="786">-0.0089108063381662939</cx:pt>
          <cx:pt idx="787">0.011032245963366662</cx:pt>
          <cx:pt idx="788">0.0084354822242060576</cx:pt>
          <cx:pt idx="789">-0.013000308636197947</cx:pt>
          <cx:pt idx="790">-0.016660476756503027</cx:pt>
          <cx:pt idx="791">0.0085495292180446311</cx:pt>
          <cx:pt idx="792">0.018240453424869733</cx:pt>
          <cx:pt idx="793">0.005144554449617934</cx:pt>
          <cx:pt idx="794">-0.021434720631540297</cx:pt>
          <cx:pt idx="795">-0.0023455055971330729</cx:pt>
          <cx:pt idx="796">0.0011817519308410939</cx:pt>
          <cx:pt idx="797">-0.001843602916714471</cx:pt>
          <cx:pt idx="798">0.016722380832846863</cx:pt>
          <cx:pt idx="799">0.00074225646241829382</cx:pt>
          <cx:pt idx="800">0.0074620794570453806</cx:pt>
          <cx:pt idx="801">0.00065441878329529899</cx:pt>
          <cx:pt idx="802">0.0037383793428724505</cx:pt>
          <cx:pt idx="803">0.0077933004944126562</cx:pt>
          <cx:pt idx="804">-0.00033449336999673155</cx:pt>
          <cx:pt idx="805">-0.0032145537169784399</cx:pt>
          <cx:pt idx="806">-0.0005661525269468194</cx:pt>
          <cx:pt idx="807">0.0061198794007052415</cx:pt>
          <cx:pt idx="808">-0.010311253848944758</cx:pt>
          <cx:pt idx="809">0.0001904313842471942</cx:pt>
          <cx:pt idx="810">-0.011778492595558177</cx:pt>
          <cx:pt idx="811">-0.0025229433526631384</cx:pt>
          <cx:pt idx="812">-0.017063323032982809</cx:pt>
          <cx:pt idx="813">0.013138499967291332</cx:pt>
          <cx:pt idx="814">0.0065514094235437611</cx:pt>
          <cx:pt idx="815">0.018846083402380708</cx:pt>
          <cx:pt idx="816">-0.001866609834930364</cx:pt>
          <cx:pt idx="817">-0.012596574501730275</cx:pt>
          <cx:pt idx="818">0.001822507232556108</cx:pt>
          <cx:pt idx="819">0.013878480308081207</cx:pt>
          <cx:pt idx="820">-0.001479483692624381</cx:pt>
          <cx:pt idx="821">-0.0061680601662458326</cx:pt>
          <cx:pt idx="822">-0.0013934727768684493</cx:pt>
          <cx:pt idx="823">-0.0055841740589262206</cx:pt>
          <cx:pt idx="824">-0.00030145210829822413</cx:pt>
          <cx:pt idx="825">-0.014508193724508515</cx:pt>
          <cx:pt idx="826">0.0037956998727079194</cx:pt>
          <cx:pt idx="827">0.0046252603376191227</cx:pt>
          <cx:pt idx="828">0.015703170036805832</cx:pt>
          <cx:pt idx="829">-0.0034599980250533792</cx:pt>
          <cx:pt idx="830">-0.014360832975742928</cx:pt>
          <cx:pt idx="831">-0.010285054075876586</cx:pt>
          <cx:pt idx="832">-0.0019954679314719065</cx:pt>
          <cx:pt idx="833">0.0025935375186362554</cx:pt>
          <cx:pt idx="834">-0.0078445526375939718</cx:pt>
          <cx:pt idx="835">0.0088064912753714805</cx:pt>
          <cx:pt idx="836">0.032379789746044524</cx:pt>
          <cx:pt idx="837">-0.0056940590615170809</cx:pt>
          <cx:pt idx="838">0.01108097351175227</cx:pt>
          <cx:pt idx="839">0.0012131757733414405</cx:pt>
          <cx:pt idx="840">0.00086997010246744964</cx:pt>
          <cx:pt idx="841">0.011145561635851719</cx:pt>
          <cx:pt idx="842">-0.00087632617284529295</cx:pt>
          <cx:pt idx="843">-0.0066752259406867897</cx:pt>
          <cx:pt idx="844">0.0053996003927376428</cx:pt>
          <cx:pt idx="845">0.011599757570918835</cx:pt>
          <cx:pt idx="846">-0.0037105934795939209</cx:pt>
          <cx:pt idx="847">-0.0063224294435017432</cx:pt>
          <cx:pt idx="848">-0.01405295663674419</cx:pt>
          <cx:pt idx="849">-0.0019883866616881764</cx:pt>
          <cx:pt idx="850">-0.0061310430186047133</cx:pt>
          <cx:pt idx="851">0.0013477694748026323</cx:pt>
          <cx:pt idx="852">0.011217946724346461</cx:pt>
          <cx:pt idx="853">0.0023723467221828448</cx:pt>
          <cx:pt idx="854">0.010671727947605153</cx:pt>
          <cx:pt idx="855">-0.0053235937247152355</cx:pt>
          <cx:pt idx="856">0.0042221393290785862</cx:pt>
          <cx:pt idx="857">0.0011081863335770793</cx:pt>
          <cx:pt idx="858">0.010484787058958918</cx:pt>
          <cx:pt idx="859">-0.0051923399258994637</cx:pt>
          <cx:pt idx="860">0.003661964069683327</cx:pt>
          <cx:pt idx="861">0.0081453523836330383</cx:pt>
          <cx:pt idx="862">-0.0034132067347681389</cx:pt>
          <cx:pt idx="863">0.0029473998122469015</cx:pt>
          <cx:pt idx="864">-0.00032034211827219932</cx:pt>
          <cx:pt idx="865">0.0055217206715827945</cx:pt>
          <cx:pt idx="866">0.0006249360966376692</cx:pt>
          <cx:pt idx="867">0.0039964148768919829</cx:pt>
          <cx:pt idx="868">-0.025348410595286166</cx:pt>
          <cx:pt idx="869">0.010935915152015033</cx:pt>
          <cx:pt idx="870">-0.00094162206397821609</cx:pt>
          <cx:pt idx="871">-0.0020066151385019744</cx:pt>
          <cx:pt idx="872">0.00035056805692492267</cx:pt>
          <cx:pt idx="873">0.013434583136092543</cx:pt>
          <cx:pt idx="874">0.0039051267999192013</cx:pt>
          <cx:pt idx="875">0.0077989038984274464</cx:pt>
          <cx:pt idx="876">-0.0030210342852611707</cx:pt>
          <cx:pt idx="877">0.0027554995526390524</cx:pt>
          <cx:pt idx="878">0.00210205411644152</cx:pt>
          <cx:pt idx="879">0.013242803787519668</cx:pt>
          <cx:pt idx="880">0.00052722056691042085</cx:pt>
          <cx:pt idx="881">-0.0054513449477702029</cx:pt>
          <cx:pt idx="882">0.0079710137812219785</cx:pt>
          <cx:pt idx="883">0.01507165449922708</cx:pt>
          <cx:pt idx="884">0.0053915290476692149</cx:pt>
          <cx:pt idx="885">-0.009750954264328187</cx:pt>
          <cx:pt idx="886">0.0048374096921656468</cx:pt>
          <cx:pt idx="887">-0.0065782593585759202</cx:pt>
          <cx:pt idx="888">0.003069328018825178</cx:pt>
          <cx:pt idx="889">-0.0020629931943552818</cx:pt>
          <cx:pt idx="890">-0.0049890130334289597</cx:pt>
          <cx:pt idx="891">-0.0048573754709948028</cx:pt>
          <cx:pt idx="892">-0.0035362272661753087</cx:pt>
          <cx:pt idx="893">0.0097968592012504848</cx:pt>
          <cx:pt idx="894">-0.0053473721266795414</cx:pt>
          <cx:pt idx="895">-0.00056690183996250588</cx:pt>
          <cx:pt idx="896">-0.0035416333965105967</cx:pt>
          <cx:pt idx="897">0.011342011454535148</cx:pt>
          <cx:pt idx="898">0.004195994693360244</cx:pt>
          <cx:pt idx="899">-0.012615537706047215</cx:pt>
          <cx:pt idx="900">-0.00097164702722123261</cx:pt>
          <cx:pt idx="901">0.016724772383947734</cx:pt>
          <cx:pt idx="902">0.0064882266665581348</cx:pt>
          <cx:pt idx="903">-0.0040985005631136587</cx:pt>
          <cx:pt idx="904">0.015937532482849376</cx:pt>
          <cx:pt idx="905">-0.0040503937315088867</cx:pt>
          <cx:pt idx="906">-0.0011197605977785186</cx:pt>
          <cx:pt idx="907">-0.0065441507265313822</cx:pt>
          <cx:pt idx="908">-0.00071389169234032952</cx:pt>
          <cx:pt idx="909">-0.011480740559712634</cx:pt>
          <cx:pt idx="910">-0.00096362144278763404</cx:pt>
          <cx:pt idx="911">0.0045512991156828799</cx:pt>
          <cx:pt idx="912">0.0096081406195433743</cx:pt>
          <cx:pt idx="913">0.0069409558041385174</cx:pt>
          <cx:pt idx="914">0.01408305508588923</cx:pt>
          <cx:pt idx="915">0.00027405737884597409</cx:pt>
          <cx:pt idx="916">-0.0071612455789506705</cx:pt>
          <cx:pt idx="917">-0.0057000106418854469</cx:pt>
          <cx:pt idx="918">-0.0026477299746903767</cx:pt>
          <cx:pt idx="919">0.0043275174909723725</cx:pt>
          <cx:pt idx="920">-0.00016631378755101894</cx:pt>
          <cx:pt idx="921">0.01360912550683999</cx:pt>
          <cx:pt idx="922">-0.0026093563124917002</cx:pt>
          <cx:pt idx="923">-0.0034744990737375281</cx:pt>
          <cx:pt idx="924">0.0055290646118987688</cx:pt>
          <cx:pt idx="925">-0.010447278114644912</cx:pt>
          <cx:pt idx="926">0.0065344542718356125</cx:pt>
          <cx:pt idx="927">0.0021384245489655535</cx:pt>
          <cx:pt idx="928">-0.016335239315938721</cx:pt>
          <cx:pt idx="929">0.0069245528209636222</cx:pt>
          <cx:pt idx="930">-0.00039525365332380167</cx:pt>
          <cx:pt idx="931">5.5287176239669019e-06</cx:pt>
          <cx:pt idx="932">0.0055662060943036419</cx:pt>
          <cx:pt idx="933">-0.008745800365444225</cx:pt>
          <cx:pt idx="934">0.0027167820505991937</cx:pt>
          <cx:pt idx="935">-0.0077006946908881151</cx:pt>
          <cx:pt idx="936">-0.010432448017502687</cx:pt>
          <cx:pt idx="937">0.0079366183930786247</cx:pt>
          <cx:pt idx="938">-0.0039258468475901536</cx:pt>
          <cx:pt idx="939">-0.019435510731520146</cx:pt>
          <cx:pt idx="940">-0.0022182064075261607</cx:pt>
          <cx:pt idx="941">-0.011886505171218075</cx:pt>
          <cx:pt idx="942">0.0023152798521322232</cx:pt>
          <cx:pt idx="943">0.011586884685642295</cx:pt>
          <cx:pt idx="944">-0.006488037828217089</cx:pt>
          <cx:pt idx="945">-0.0042830916130001152</cx:pt>
          <cx:pt idx="946">-0.0086077700123877842</cx:pt>
          <cx:pt idx="947">-0.0054991685669719091</cx:pt>
          <cx:pt idx="948">-0.0010161006665224785</cx:pt>
          <cx:pt idx="949">0.012793842681320776</cx:pt>
          <cx:pt idx="950">0.0055315910124605497</cx:pt>
          <cx:pt idx="951">-0.012126518016426842</cx:pt>
          <cx:pt idx="952">-0.02881083963035927</cx:pt>
          <cx:pt idx="953">-1.9419610599158595e-05</cx:pt>
          <cx:pt idx="954">0.0066117689840573179</cx:pt>
          <cx:pt idx="955">0.019899372677535412</cx:pt>
          <cx:pt idx="956">-0.0018502880908484605</cx:pt>
          <cx:pt idx="957">0.00047270908446694568</cx:pt>
          <cx:pt idx="958">0.011249881381265266</cx:pt>
          <cx:pt idx="959">-0.012698930252761869</cx:pt>
          <cx:pt idx="960">0.010165430548251411</cx:pt>
          <cx:pt idx="961">0.014252377667665957</cx:pt>
          <cx:pt idx="962">0.011259643458236133</cx:pt>
          <cx:pt idx="963">-0.019216971436334992</cx:pt>
          <cx:pt idx="964">0.013164713133825673</cx:pt>
          <cx:pt idx="965">0.024313710161567314</cx:pt>
          <cx:pt idx="966">-0.020120009562266956</cx:pt>
          <cx:pt idx="967">0.0098525925842940319</cx:pt>
          <cx:pt idx="968">-0.012609910465208108</cx:pt>
          <cx:pt idx="969">0.019916435372493248</cx:pt>
          <cx:pt idx="970">0.0099329223280040495</cx:pt>
          <cx:pt idx="971">0.010990358128372374</cx:pt>
          <cx:pt idx="972">0.00044524584175717382</cx:pt>
          <cx:pt idx="973">0.0037794633490654656</cx:pt>
          <cx:pt idx="974">0.0024797126097033917</cx:pt>
          <cx:pt idx="975">0.00038146598681987613</cx:pt>
          <cx:pt idx="976">0.0027806788912759662</cx:pt>
          <cx:pt idx="977">-0.0075807776623626876</cx:pt>
          <cx:pt idx="978">0.012524515894042104</cx:pt>
          <cx:pt idx="979">0.0046002396748563738</cx:pt>
          <cx:pt idx="980">-0.01352503515477496</cx:pt>
          <cx:pt idx="981">-0.0032634063551804987</cx:pt>
          <cx:pt idx="982">0.0012937400653346303</cx:pt>
          <cx:pt idx="983">0.0001755347785414238</cx:pt>
          <cx:pt idx="984">0.0052357925364345812</cx:pt>
          <cx:pt idx="985">0.0077054207099406828</cx:pt>
          <cx:pt idx="986">0.001075030068248624</cx:pt>
          <cx:pt idx="987">0.0093600603620801904</cx:pt>
          <cx:pt idx="988">0.0063670599895400606</cx:pt>
          <cx:pt idx="989">-0.015532410580853161</cx:pt>
          <cx:pt idx="990">0.028983144720928847</cx:pt>
          <cx:pt idx="991">-0.013063148345541134</cx:pt>
          <cx:pt idx="992">-0.0066344761258595834</cx:pt>
          <cx:pt idx="993">0.0028971320840056112</cx:pt>
          <cx:pt idx="994">-0.018988499788339094</cx:pt>
          <cx:pt idx="995">0.005581707655095268</cx:pt>
          <cx:pt idx="996">-0.0021838736607052</cx:pt>
          <cx:pt idx="997">-0.036342469627140828</cx:pt>
          <cx:pt idx="998">0.015103561874540962</cx:pt>
          <cx:pt idx="999">-0.0092459181391461049</cx:pt>
          <cx:pt idx="1000">-0.011791102505648346</cx:pt>
          <cx:pt idx="1001">-0.014925828611873913</cx:pt>
          <cx:pt idx="1002">-0.041382435245651779</cx:pt>
          <cx:pt idx="1003">0.036036134035400826</cx:pt>
          <cx:pt idx="1004">0.0033314831160679839</cx:pt>
          <cx:pt idx="1005">0.0032355267979306893</cx:pt>
          <cx:pt idx="1006">-0.0016506591837493613</cx:pt>
          <cx:pt idx="1007">-0.021339458760799828</cx:pt>
          <cx:pt idx="1008">-0.00018715499547825379</cx:pt>
          <cx:pt idx="1009">0.010655476008413361</cx:pt>
          <cx:pt idx="1010">0.0088571973926501631</cx:pt>
          <cx:pt idx="1011">0.019902018881361824</cx:pt>
          <cx:pt idx="1012">-0.0047812856141016182</cx:pt>
          <cx:pt idx="1013">0.016529693980259108</cx:pt>
          <cx:pt idx="1014">0.0042438303060624502</cx:pt>
          <cx:pt idx="1015">-0.0025062674578430707</cx:pt>
          <cx:pt idx="1016">0.011062070237423579</cx:pt>
          <cx:pt idx="1017">0.0034202310314983986</cx:pt>
          <cx:pt idx="1018">0.0040565948443492114</cx:pt>
          <cx:pt idx="1019">0.0054315498457730999</cx:pt>
          <cx:pt idx="1020">-0.00057240314322765595</cx:pt>
          <cx:pt idx="1021">0.00065343238853078807</cx:pt>
          <cx:pt idx="1022">0.0025707956079599782</cx:pt>
          <cx:pt idx="1023">0.011164894888672441</cx:pt>
          <cx:pt idx="1024">0.0085052098847975977</cx:pt>
          <cx:pt idx="1025">0.0073377479519403759</cx:pt>
          <cx:pt idx="1026">0.0095604339490499585</cx:pt>
          <cx:pt idx="1027">0.011457769265117258</cx:pt>
          <cx:pt idx="1028">-0.0084477498850716384</cx:pt>
          <cx:pt idx="1029">0.0074199479194758311</cx:pt>
          <cx:pt idx="1030">0.0068379833396121845</cx:pt>
          <cx:pt idx="1031">-0.0077684203881517259</cx:pt>
          <cx:pt idx="1032">0.0086476288622176802</cx:pt>
          <cx:pt idx="1033">0.0023132114383720426</cx:pt>
          <cx:pt idx="1034">0.0027098700460889782</cx:pt>
          <cx:pt idx="1035">-0.0041186369881653501</cx:pt>
          <cx:pt idx="1036">0.0080820144525573755</cx:pt>
          <cx:pt idx="1037">0.0063179254265789287</cx:pt>
          <cx:pt idx="1038">0.0055590785719897128</cx:pt>
          <cx:pt idx="1039">-0.0017735395313774132</cx:pt>
          <cx:pt idx="1040">-0.01079942643245258</cx:pt>
          <cx:pt idx="1041">0.0021255641365058916</cx:pt>
          <cx:pt idx="1042">0.0069523343606943417</cx:pt>
          <cx:pt idx="1043">-0.0083458796399688631</cx:pt>
          <cx:pt idx="1044">-0.003554601965941386</cx:pt>
          <cx:pt idx="1045">-0.0044995561875857447</cx:pt>
          <cx:pt idx="1046">0.0010976503157020345</cx:pt>
          <cx:pt idx="1047">-0.0027661534573794324</cx:pt>
          <cx:pt idx="1048">0.0051130599358076454</cx:pt>
          <cx:pt idx="1049">0.0023839053355337201</cx:pt>
          <cx:pt idx="1050">-0.0059852342454866439</cx:pt>
          <cx:pt idx="1051">0.00097799277264005178</cx:pt>
          <cx:pt idx="1052">0.0012442295789784072</cx:pt>
          <cx:pt idx="1053">0.016112657557812052</cx:pt>
          <cx:pt idx="1054">0.0037750979883638671</cx:pt>
          <cx:pt idx="1055">0.005715981285001415</cx:pt>
          <cx:pt idx="1056">0.0012415443664972443</cx:pt>
          <cx:pt idx="1057">-0.0051357227551481581</cx:pt>
          <cx:pt idx="1058">-0.0077001286600226065</cx:pt>
          <cx:pt idx="1059">-0.0049866102563027159</cx:pt>
          <cx:pt idx="1060">0.0036454568307619909</cx:pt>
          <cx:pt idx="1061">0.021827368226995769</cx:pt>
          <cx:pt idx="1062">-0.005251699572371895</cx:pt>
          <cx:pt idx="1063">0.0036985305463147107</cx:pt>
          <cx:pt idx="1064">0.0081757062945377254</cx:pt>
          <cx:pt idx="1065">-0.006714790552397364</cx:pt>
          <cx:pt idx="1066">0.0080193602621827318</cx:pt>
          <cx:pt idx="1067">-0.0044614176934298626</cx:pt>
          <cx:pt idx="1068">-0.0024154764851518924</cx:pt>
          <cx:pt idx="1069">0.0069187341826756335</cx:pt>
          <cx:pt idx="1070">-0.0030558320700914748</cx:pt>
          <cx:pt idx="1071">-0.0036789232159476848</cx:pt>
          <cx:pt idx="1072">0.0071899311532666512</cx:pt>
          <cx:pt idx="1073">-0.0070585849618347843</cx:pt>
          <cx:pt idx="1074">-0.004117643934407415</cx:pt>
          <cx:pt idx="1075">0.0089961891886459616</cx:pt>
          <cx:pt idx="1076">-0.0019195654478586679</cx:pt>
          <cx:pt idx="1077">0.0064036559760551493</cx:pt>
          <cx:pt idx="1078">-0.0056420303186788066</cx:pt>
          <cx:pt idx="1079">-0.025618601071095749</cx:pt>
          <cx:pt idx="1080">-0.011486939563204993</cx:pt>
          <cx:pt idx="1081">0.010647801962137823</cx:pt>
          <cx:pt idx="1082">-0.012682586075389322</cx:pt>
          <cx:pt idx="1083">0.012012842279454969</cx:pt>
          <cx:pt idx="1084">0.01085457420814216</cx:pt>
          <cx:pt idx="1085">-0.00064096504253880447</cx:pt>
          <cx:pt idx="1086">0.0073759359743521217</cx:pt>
          <cx:pt idx="1087">-0.010800809791283507</cx:pt>
          <cx:pt idx="1088">0.012871656793576281</cx:pt>
          <cx:pt idx="1089">0.0019364081797869884</cx:pt>
          <cx:pt idx="1090">0.0018444565473114372</cx:pt>
          <cx:pt idx="1091">0.0089627674554312552</cx:pt>
          <cx:pt idx="1092">-0.0055884360157048198</cx:pt>
          <cx:pt idx="1093">-0.021323122287004677</cx:pt>
          <cx:pt idx="1094">1.9778235582709833e-05</cx:pt>
          <cx:pt idx="1095">0.0034416848335921029</cx:pt>
          <cx:pt idx="1096">0.01168920221215004</cx:pt>
          <cx:pt idx="1097">0.00095857343043882098</cx:pt>
          <cx:pt idx="1098">0.0029862423257997041</cx:pt>
          <cx:pt idx="1099">0.0072548255248018646</cx:pt>
          <cx:pt idx="1100">0.0050210441547064557</cx:pt>
          <cx:pt idx="1101">-0.00011191857489642541</cx:pt>
          <cx:pt idx="1102">-0.01421156727626389</cx:pt>
          <cx:pt idx="1103">0.0092148630682704555</cx:pt>
          <cx:pt idx="1104">0.0039433727165646007</cx:pt>
          <cx:pt idx="1105">0.006873711786784629</cx:pt>
          <cx:pt idx="1106">0.001392490947930983</cx:pt>
          <cx:pt idx="1107">-0.011356928519386864</cx:pt>
          <cx:pt idx="1108">-0.013221979253965836</cx:pt>
          <cx:pt idx="1109">0.0025746414002766134</cx:pt>
          <cx:pt idx="1110">0.0040543349932179963</cx:pt>
          <cx:pt idx="1111">0.0067288825949349367</cx:pt>
          <cx:pt idx="1112">-0.0095306517466265048</cx:pt>
          <cx:pt idx="1113">0.023704356181968637</cx:pt>
          <cx:pt idx="1114">0.0032615983964699139</cx:pt>
          <cx:pt idx="1115">0.0059504639577293347</cx:pt>
          <cx:pt idx="1116">-0.0037202520653487163</cx:pt>
          <cx:pt idx="1117">0.0020082043231447982</cx:pt>
          <cx:pt idx="1118">0.0023934009044693271</cx:pt>
          <cx:pt idx="1119">0.0042103440482922899</cx:pt>
          <cx:pt idx="1120">0.0049387430325400529</cx:pt>
          <cx:pt idx="1121">0.014005728046367523</cx:pt>
          <cx:pt idx="1122">-0.0024387476199407001</cx:pt>
          <cx:pt idx="1123">0.0088026036744309286</cx:pt>
          <cx:pt idx="1124">0.0091205314419942497</cx:pt>
          <cx:pt idx="1125">-0.0093669384759259566</cx:pt>
          <cx:pt idx="1126">-0.0044687146327496881</cx:pt>
          <cx:pt idx="1127">-0.012101851760328604</cx:pt>
          <cx:pt idx="1128">-0.019665028019404961</cx:pt>
          <cx:pt idx="1129">0.011008636352069681</cx:pt>
          <cx:pt idx="1130">-0.0010300187507412623</cx:pt>
          <cx:pt idx="1131">-0.0025431157485645011</cx:pt>
          <cx:pt idx="1132">0.017961656800896206</cx:pt>
          <cx:pt idx="1133">0.01702975828235135</cx:pt>
          <cx:pt idx="1134">-0.0071908544656900473</cx:pt>
          <cx:pt idx="1135">0.0010562839323149001</cx:pt>
          <cx:pt idx="1136">0.0067371560552685434</cx:pt>
          <cx:pt idx="1137">0.0036879366629478821</cx:pt>
          <cx:pt idx="1138">-0.012635097489642406</cx:pt>
          <cx:pt idx="1139">-0.0032292300201051437</cx:pt>
          <cx:pt idx="1140">-0.0016041097154659888</cx:pt>
          <cx:pt idx="1141">1.876067006849661e-06</cx:pt>
          <cx:pt idx="1142">-0.0017880617485263814</cx:pt>
          <cx:pt idx="1143">0.003328513919488062</cx:pt>
          <cx:pt idx="1144">-0.018406154505872727</cx:pt>
          <cx:pt idx="1145">0.0011495873481101578</cx:pt>
          <cx:pt idx="1146">0.010219502038696511</cx:pt>
          <cx:pt idx="1147">-0.0023196228848916881</cx:pt>
          <cx:pt idx="1148">-0.008149090460338463</cx:pt>
          <cx:pt idx="1149">0.0011824187475831562</cx:pt>
          <cx:pt idx="1150">0.0058973597072410604</cx:pt>
          <cx:pt idx="1151">0.0040181855526932233</cx:pt>
          <cx:pt idx="1152">-0.0033711254970071177</cx:pt>
          <cx:pt idx="1153">0.0053501917932764374</cx:pt>
          <cx:pt idx="1154">0.0071130590336549327</cx:pt>
          <cx:pt idx="1155">-0.018506163774005078</cx:pt>
          <cx:pt idx="1156">0.011318103704662278</cx:pt>
          <cx:pt idx="1157">0.013462352708646765</cx:pt>
          <cx:pt idx="1158">0.015292447611748741</cx:pt>
          <cx:pt idx="1159">0.0015950755229212636</cx:pt>
          <cx:pt idx="1160">-0.0032594131685801187</cx:pt>
          <cx:pt idx="1161">0.00018711877736379205</cx:pt>
          <cx:pt idx="1162">-0.016831389833956531</cx:pt>
          <cx:pt idx="1163">0.012026394967730256</cx:pt>
          <cx:pt idx="1164">0.0085961250077627657</cx:pt>
          <cx:pt idx="1165">0.0089834821772426382</cx:pt>
          <cx:pt idx="1166">-0.0095940953561954052</cx:pt>
          <cx:pt idx="1167">0.0054441110745728528</cx:pt>
          <cx:pt idx="1168">0.0013131981290046089</cx:pt>
          <cx:pt idx="1169">-0.017882411815834838</cx:pt>
          <cx:pt idx="1170">0.00948090787325407</cx:pt>
          <cx:pt idx="1171">-0.0025460543262534581</cx:pt>
          <cx:pt idx="1172">0.0046976648338744901</cx:pt>
          <cx:pt idx="1173">0.011343600358477503</cx:pt>
          <cx:pt idx="1174">0.00097175703658891404</cx:pt>
          <cx:pt idx="1175">0.014097753762620589</cx:pt>
          <cx:pt idx="1176">0.0089772542363218029</cx:pt>
          <cx:pt idx="1177">-0.0087742467719000745</cx:pt>
          <cx:pt idx="1178">0.004974083879914026</cx:pt>
          <cx:pt idx="1179">-0.0039202682397796972</cx:pt>
          <cx:pt idx="1180">-0.015077416107469623</cx:pt>
          <cx:pt idx="1181">-0.0080501170305124926</cx:pt>
          <cx:pt idx="1182">0.0038404198861317239</cx:pt>
          <cx:pt idx="1183">-0.014016991528078903</cx:pt>
          <cx:pt idx="1184">0.011555094406136343</cx:pt>
          <cx:pt idx="1185">0.016789478333508034</cx:pt>
          <cx:pt idx="1186">-0.0035945560132714096</cx:pt>
          <cx:pt idx="1187">0.0012324151998305852</cx:pt>
          <cx:pt idx="1188">-0.0029505883659845153</cx:pt>
          <cx:pt idx="1189">0.0013439315099429818</cx:pt>
          <cx:pt idx="1190">-0.0021409795094118863</cx:pt>
          <cx:pt idx="1191">0.0031393175438627712</cx:pt>
          <cx:pt idx="1192">0.009898747909851657</cx:pt>
          <cx:pt idx="1193">-0.003523276617979812</cx:pt>
          <cx:pt idx="1194">-0.0019796210851855908</cx:pt>
          <cx:pt idx="1195">-0.011905030420839926</cx:pt>
          <cx:pt idx="1196">-0.0059248931379584022</cx:pt>
          <cx:pt idx="1197">0.012942377019731239</cx:pt>
          <cx:pt idx="1198">0.007717791056089586</cx:pt>
          <cx:pt idx="1199">-0.0058554439296342039</cx:pt>
          <cx:pt idx="1200">-0.0056862969660436379</cx:pt>
          <cx:pt idx="1201">0.0055319362755344584</cx:pt>
          <cx:pt idx="1202">0.0010639711804853237</cx:pt>
          <cx:pt idx="1203">-0.0017997432087897567</cx:pt>
          <cx:pt idx="1204">0.0041513491599483483</cx:pt>
          <cx:pt idx="1205">0.0042034196239339582</cx:pt>
          <cx:pt idx="1206">-0.0023257529690980574</cx:pt>
          <cx:pt idx="1207">0.0031317994085802666</cx:pt>
          <cx:pt idx="1208">0.0082648462432932807</cx:pt>
          <cx:pt idx="1209">0.0062992338830790279</cx:pt>
          <cx:pt idx="1210">-0.0050745650888559648</cx:pt>
          <cx:pt idx="1211">0.0052657714550666448</cx:pt>
          <cx:pt idx="1212">-0.0028198340549112117</cx:pt>
          <cx:pt idx="1213">-0.024735334021322351</cx:pt>
          <cx:pt idx="1214">-0.016608473633537679</cx:pt>
          <cx:pt idx="1215">0.0063627866721315297</cx:pt>
          <cx:pt idx="1216">0.0052332520314915584</cx:pt>
          <cx:pt idx="1217">-0.00085495996204057825</cx:pt>
          <cx:pt idx="1218">-0.0024963454167198649</cx:pt>
          <cx:pt idx="1219">-0.011902010461468028</cx:pt>
          <cx:pt idx="1220">-0.016650758212548862</cx:pt>
          <cx:pt idx="1221">-0.0025657812069442439</cx:pt>
          <cx:pt idx="1222">-0.005616832212513299</cx:pt>
          <cx:pt idx="1223">-0.0047548588462200687</cx:pt>
          <cx:pt idx="1224">0.0022956927091349194</cx:pt>
          <cx:pt idx="1225">-0.0075558569472591952</cx:pt>
          <cx:pt idx="1226">0.0090830791272773354</cx:pt>
          <cx:pt idx="1227">0.0051629433470623742</cx:pt>
          <cx:pt idx="1228">0.0042666640212076961</cx:pt>
          <cx:pt idx="1229">0.0047253141240677313</cx:pt>
          <cx:pt idx="1230">0.0022302113243094115</cx:pt>
          <cx:pt idx="1231">-0.0010928315816156632</cx:pt>
          <cx:pt idx="1232">-0.014414427416977819</cx:pt>
          <cx:pt idx="1233">-0.0021677073672926924</cx:pt>
          <cx:pt idx="1234">0.0028711602812979574</cx:pt>
          <cx:pt idx="1235">0.017859182563852844</cx:pt>
          <cx:pt idx="1236">0.0036100303783361083</cx:pt>
          <cx:pt idx="1237">-0.0077267591480897208</cx:pt>
          <cx:pt idx="1238">-0.014394674668168603</cx:pt>
          <cx:pt idx="1239">0.0030856947496687771</cx:pt>
          <cx:pt idx="1240">0.0053474000621195157</cx:pt>
          <cx:pt idx="1241">0.00033339238309522574</cx:pt>
          <cx:pt idx="1242">-4.5465300087737387e-05</cx:pt>
          <cx:pt idx="1243">-0.00031068371565052248</cx:pt>
          <cx:pt idx="1244">-0.0061929984478249159</cx:pt>
          <cx:pt idx="1245">-0.0092348748284598204</cx:pt>
          <cx:pt idx="1246">-0.013887674254629482</cx:pt>
          <cx:pt idx="1247">-0.00090250680743785027</cx:pt>
          <cx:pt idx="1248">0.0085358122672784392</cx:pt>
          <cx:pt idx="1249">-0.011702361447201239</cx:pt>
          <cx:pt idx="1250">0.010941335591653039</cx:pt>
          <cx:pt idx="1251">0.0083436724692680132</cx:pt>
          <cx:pt idx="1252">0.009623258725238712</cx:pt>
          <cx:pt idx="1253">-0.0052763184149181783</cx:pt>
          <cx:pt idx="1254">0.0024390649592471981</cx:pt>
          <cx:pt idx="1255">0.0067253910202262441</cx:pt>
          <cx:pt idx="1256">0.0033693963498126478</cx:pt>
          <cx:pt idx="1257">0.00075681837787688856</cx:pt>
          <cx:pt idx="1258">0.004663986330545376</cx:pt>
          <cx:pt idx="1259">-0.013512455328871185</cx:pt>
          <cx:pt idx="1260">0.0087871444566892613</cx:pt>
          <cx:pt idx="1261">0.0032688791853797074</cx:pt>
          <cx:pt idx="1262">-0.0077484073463286798</cx:pt>
          <cx:pt idx="1263">0.0020562894089459884</cx:pt>
          <cx:pt idx="1264">-0.0016262474815323101</cx:pt>
          <cx:pt idx="1265">0.0064915186587889617</cx:pt>
          <cx:pt idx="1266">0.013478661337837938</cx:pt>
          <cx:pt idx="1267">-0.0043670233698406375</cx:pt>
          <cx:pt idx="1268">0.0088725832572477143</cx:pt>
          <cx:pt idx="1269">0.0095038811345409414</cx:pt>
          <cx:pt idx="1270">0.0025813110974310534</cx:pt>
          <cx:pt idx="1271">0.011646025267906812</cx:pt>
          <cx:pt idx="1272">-0.012925580616621201</cx:pt>
          <cx:pt idx="1273">0.0089291641211154144</cx:pt>
          <cx:pt idx="1274">-0.00037020682681785082</cx:pt>
          <cx:pt idx="1275">-0.004985707493325638</cx:pt>
          <cx:pt idx="1276">0.0028475838312520445</cx:pt>
          <cx:pt idx="1277">-0.0039914197566990103</cx:pt>
          <cx:pt idx="1278">-0.0017403646100647104</cx:pt>
          <cx:pt idx="1279">-0.014654202497415393</cx:pt>
          <cx:pt idx="1280">0.00097842916275644792</cx:pt>
          <cx:pt idx="1281">0.013022512180274112</cx:pt>
          <cx:pt idx="1282">-0.00015097024827403084</cx:pt>
          <cx:pt idx="1283">0.0048218456483558741</cx:pt>
          <cx:pt idx="1284">0.00061296743888098913</cx:pt>
          <cx:pt idx="1285">0.011058616638360374</cx:pt>
          <cx:pt idx="1286">0.00090698829852957005</cx:pt>
          <cx:pt idx="1287">0.0041528919431194468</cx:pt>
          <cx:pt idx="1288">0.0041432867365823554</cx:pt>
          <cx:pt idx="1289">0.012378965016430935</cx:pt>
          <cx:pt idx="1290">0.00048905846289649848</cx:pt>
          <cx:pt idx="1291">-0.012873264623156373</cx:pt>
          <cx:pt idx="1292">0.018911518607805357</cx:pt>
          <cx:pt idx="1293">0.0019082067014422703</cx:pt>
          <cx:pt idx="1294">-0.014278969526052772</cx:pt>
          <cx:pt idx="1295">-0.032080047965755226</cx:pt>
          <cx:pt idx="1296">-0.012981779481597587</cx:pt>
          <cx:pt idx="1297">-0.054467971643711643</cx:pt>
          <cx:pt idx="1298">-0.018997727577304637</cx:pt>
          <cx:pt idx="1299">0.030822686075510978</cx:pt>
          <cx:pt idx="1300">-0.00022545414714201042</cx:pt>
          <cx:pt idx="1301">0.036082511445724171</cx:pt>
          <cx:pt idx="1302">-0.032923834961747708</cx:pt>
          <cx:pt idx="1303">-0.025145693528219583</cx:pt>
          <cx:pt idx="1304">-0.088477481100645183</cx:pt>
          <cx:pt idx="1305">0.037313084198715679</cx:pt>
          <cx:pt idx="1306">-0.078544955084372176</cx:pt>
          <cx:pt idx="1307">-0.13065083430772209</cx:pt>
          <cx:pt idx="1308">0.10843313228590679</cx:pt>
          <cx:pt idx="1309">-0.20820048557801821</cx:pt>
          <cx:pt idx="1310">0.0040922420534224855</cx:pt>
          <cx:pt idx="1311">-0.11223059391089124</cx:pt>
          <cx:pt idx="1312">0.090540841654322968</cx:pt>
          <cx:pt idx="1313">-0.02848524205503928</cx:pt>
          <cx:pt idx="1314">-0.022306828730841239</cx:pt>
          <cx:pt idx="1315">0.10004103753213112</cx:pt>
          <cx:pt idx="1316">0.059895396087936439</cx:pt>
          <cx:pt idx="1317">0.071651115131704135</cx:pt>
          <cx:pt idx="1318">-0.0039593523361659997</cx:pt>
          <cx:pt idx="1319">0.0008859702522077675</cx:pt>
          <cx:pt idx="1320">-0.045815948451833802</cx:pt>
          <cx:pt idx="1321">-0.088585755225598931</cx:pt>
          <cx:pt idx="1322">0.0025966706098675069</cx:pt>
          <cx:pt idx="1323">-0.013098266979642375</cx:pt>
          <cx:pt idx="1324">0.10661792332045945</cx:pt>
          <cx:pt idx="1325">0.031821773719734006</cx:pt>
          <cx:pt idx="1326">0.085975818844116883</cx:pt>
          <cx:pt idx="1327">0.067193924077640604</cx:pt>
          <cx:pt idx="1328">-0.049764921247368379</cx:pt>
          <cx:pt idx="1329">0.026245043635686461</cx:pt>
          <cx:pt idx="1330">-0.057602501325241633</cx:pt>
          <cx:pt idx="1331">-0.019666825798528895</cx:pt>
          <cx:pt idx="1332">0.038218572119358502</cx:pt>
          <cx:pt idx="1333">-0.046429164862944405</cx:pt>
          <cx:pt idx="1334">-0.019200696207747073</cx:pt>
          <cx:pt idx="1335">0.0050894934384839337</cx:pt>
          <cx:pt idx="1336">-0.0069808156095413423</cx:pt>
          <cx:pt idx="1337">0.0017139837785992654</cx:pt>
          <cx:pt idx="1338">0.038881327710945005</cx:pt>
          <cx:pt idx="1339">0.020873495467085199</cx:pt>
          <cx:pt idx="1340">0.04451595026546893</cx:pt>
          <cx:pt idx="1341">-0.014692728803460967</cx:pt>
          <cx:pt idx="1342">-0.047762179485269139</cx:pt>
          <cx:pt idx="1343">-0.00024555940341834323</cx:pt>
          <cx:pt idx="1344">0.0018755624473189778</cx:pt>
          <cx:pt idx="1345">-0.030364456386141846</cx:pt>
          <cx:pt idx="1346">-0.0023253436818703108</cx:pt>
          <cx:pt idx="1347">0.035781657189458117</cx:pt>
          <cx:pt idx="1348">-0.024978447089608384</cx:pt>
          <cx:pt idx="1349">-0.047705574414550665</cx:pt>
          <cx:pt idx="1350">-0.0302802445828412</cx:pt>
          <cx:pt idx="1351">0.020298210316123791</cx:pt>
          <cx:pt idx="1352">-0.001735933308133172</cx:pt>
          <cx:pt idx="1353">0.078278208066708752</cx:pt>
          <cx:pt idx="1354">-0.010533761312346084</cx:pt>
          <cx:pt idx="1355">0.0098208484658954109</cx:pt>
          <cx:pt idx="1356">0.0031404390290352734</cx:pt>
          <cx:pt idx="1357">0.018434264153174042</cx:pt>
          <cx:pt idx="1358">0.049911929859972545</cx:pt>
          <cx:pt idx="1359">0.028618948228796667</cx:pt>
          <cx:pt idx="1360">-0.0023602384461038949</cx:pt>
          <cx:pt idx="1361">-0.017128620228288302</cx:pt>
          <cx:pt idx="1362">0.025567362757107838</cx:pt>
          <cx:pt idx="1363">0.024050661100459968</cx:pt>
          <cx:pt idx="1364">0.056284248526343859</cx:pt>
          <cx:pt idx="1365">-0.0040638752786180121</cx:pt>
          <cx:pt idx="1366">0.050999424464077611</cx:pt>
          <cx:pt idx="1367">0.027308705595445175</cx:pt>
          <cx:pt idx="1368">-0.027718896563514991</cx:pt>
          <cx:pt idx="1369">-0.030896399025573538</cx:pt>
          <cx:pt idx="1370">-0.078268424022506805</cx:pt>
          <cx:pt idx="1371">0.045571631447633314</cx:pt>
          <cx:pt idx="1372">0.010894393436129024</cx:pt>
          <cx:pt idx="1373">0.018282837941453557</cx:pt>
          <cx:pt idx="1374">-0.015467627605692109</cx:pt>
          <cx:pt idx="1375">-0.0095965709852725775</cx:pt>
          <cx:pt idx="1376">-0.039786757629972781</cx:pt>
          <cx:pt idx="1377">0.002967097502983582</cx:pt>
          <cx:pt idx="1378">-0.0024898420942651282</cx:pt>
          <cx:pt idx="1379">-0.036581805667832479</cx:pt>
          <cx:pt idx="1380">0.014586525836614916</cx:pt>
          <cx:pt idx="1381">-0.016549281623281106</cx:pt>
          <cx:pt idx="1382">0.030079269974341787</cx:pt>
          <cx:pt idx="1383">0.01078816244310893</cx:pt>
          <cx:pt idx="1384">0.026829048897381337</cx:pt>
          <cx:pt idx="1385">-0.0065020108364876195</cx:pt>
          <cx:pt idx="1386">0.00020196540181485366</cx:pt>
          <cx:pt idx="1387">-0.027996329373905629</cx:pt>
          <cx:pt idx="1388">0.00074335623472381127</cx:pt>
          <cx:pt idx="1389">-0.015645674758443247</cx:pt>
          <cx:pt idx="1390">0.012435263278622056</cx:pt>
          <cx:pt idx="1391">-0.017461366950228301</cx:pt>
          <cx:pt idx="1392">0.003401209884639495</cx:pt>
          <cx:pt idx="1393">0.019425379800723324</cx:pt>
          <cx:pt idx="1394">-0.019845012346466236</cx:pt>
          <cx:pt idx="1395">0.017609327107898212</cx:pt>
          <cx:pt idx="1396">-0.020487250797729169</cx:pt>
          <cx:pt idx="1397">0.0076821365016984224</cx:pt>
          <cx:pt idx="1398">0.021112755453468232</cx:pt>
          <cx:pt idx="1399">-0.0052589799132376543</cx:pt>
          <cx:pt idx="1400">-0.00533187822130839</cx:pt>
          <cx:pt idx="1401">0.0072075359171468343</cx:pt>
          <cx:pt idx="1402">0.024577485250329739</cx:pt>
          <cx:pt idx="1403">0.027797269608310957</cx:pt>
          <cx:pt idx="1404">-0.009251902151477134</cx:pt>
          <cx:pt idx="1405">-0.0034712572600822727</cx:pt>
          <cx:pt idx="1406">-0.017631082039333546</cx:pt>
          <cx:pt idx="1407">0.014823778796719717</cx:pt>
          <cx:pt idx="1408">-0.000355330504598096</cx:pt>
          <cx:pt idx="1409">0.0086315116716598524</cx:pt>
          <cx:pt idx="1410">0.019524541059052027</cx:pt>
          <cx:pt idx="1411">0.0091060565914895843</cx:pt>
          <cx:pt idx="1412">-0.010545832465563301</cx:pt>
          <cx:pt idx="1413">0.0083816027546605928</cx:pt>
          <cx:pt idx="1414">-0.016711052896746556</cx:pt>
          <cx:pt idx="1415">0.0070852579522285731</cx:pt>
          <cx:pt idx="1416">0.0039576591870474657</cx:pt>
          <cx:pt idx="1417">-0.0094239081404785176</cx:pt>
          <cx:pt idx="1418">-0.017890931805290632</cx:pt>
          <cx:pt idx="1419">0.013436896081146468</cx:pt>
          <cx:pt idx="1420">0.0080026784686527026</cx:pt>
          <cx:pt idx="1421">0.014801238604905374</cx:pt>
          <cx:pt idx="1422">7.7473988358606975e-05</cx:pt>
          <cx:pt idx="1423">-0.014759458541898921</cx:pt>
          <cx:pt idx="1424">0.016446512167899299</cx:pt>
          <cx:pt idx="1425">0.015722908410852054</cx:pt>
          <cx:pt idx="1426">-0.017905753921460321</cx:pt>
          <cx:pt idx="1427">0.0039168567236234509</cx:pt>
          <cx:pt idx="1428">0.02783955652628655</cx:pt>
          <cx:pt idx="1429">-0.0077825495017532498</cx:pt>
          <cx:pt idx="1430">0.0012126239687316994</cx:pt>
          <cx:pt idx="1431">-0.012327368843261948</cx:pt>
          <cx:pt idx="1432">0.013155358447928544</cx:pt>
          <cx:pt idx="1433">-0.016381332169349856</cx:pt>
          <cx:pt idx="1434">-0.0052121974164957632</cx:pt>
          <cx:pt idx="1435">0.027573509893766057</cx:pt>
          <cx:pt idx="1436">0.014804102512315637</cx:pt>
          <cx:pt idx="1437">0.0027914496589921114</cx:pt>
          <cx:pt idx="1438">-0.024323141827237237</cx:pt>
          <cx:pt idx="1439">-0.020622005637946621</cx:pt>
          <cx:pt idx="1440">-0.038202486033952252</cx:pt>
          <cx:pt idx="1441">0.010850277480641967</cx:pt>
          <cx:pt idx="1442">-0.036090365269972551</cx:pt>
          <cx:pt idx="1443">0.0066071970600122404</cx:pt>
          <cx:pt idx="1444">0.019813503596510653</cx:pt>
          <cx:pt idx="1445">0.022655745364492556</cx:pt>
          <cx:pt idx="1446">-0.0058771241909906678</cx:pt>
          <cx:pt idx="1447">0.0024615428745116061</cx:pt>
          <cx:pt idx="1448">0.019175233734910143</cx:pt>
          <cx:pt idx="1449">0.019961618684568132</cx:pt>
          <cx:pt idx="1450">0.0012251799827579779</cx:pt>
          <cx:pt idx="1451">-0.0023685413710317674</cx:pt>
          <cx:pt idx="1452">0.0022457682635559999</cx:pt>
          <cx:pt idx="1453">0.016719908575738088</cx:pt>
          <cx:pt idx="1454">-0.0085535273696334384</cx:pt>
          <cx:pt idx="1455">0.0023315942210789544</cx:pt>
          <cx:pt idx="1456">-0.019285080427781931</cx:pt>
          <cx:pt idx="1457">-0.0084280587651539094</cx:pt>
          <cx:pt idx="1458">0.0019988585506401282</cx:pt>
          <cx:pt idx="1459">-0.0056693993227317227</cx:pt>
          <cx:pt idx="1460">-0.021179224287935599</cx:pt>
          <cx:pt idx="1461">0.010880739124354126</cx:pt>
          <cx:pt idx="1462">-0.0070478942570977952</cx:pt>
          <cx:pt idx="1463">0.0096689918212521687</cx:pt>
          <cx:pt idx="1464">0.0038201269975475134</cx:pt>
          <cx:pt idx="1465">-0.01820847107777027</cx:pt>
          <cx:pt idx="1466">-0.019226377571438448</cx:pt>
          <cx:pt idx="1467">-0.021920581404878604</cx:pt>
          <cx:pt idx="1468">0.039158899075309894</cx:pt>
          <cx:pt idx="1469">-0.012716529122049579</cx:pt>
          <cx:pt idx="1470">0.032583310551269923</cx:pt>
          <cx:pt idx="1471">0.016911024653345999</cx:pt>
          <cx:pt idx="1472">-0.00962674085299778</cx:pt>
          <cx:pt idx="1473">0.0014293457366376301</cx:pt>
          <cx:pt idx="1474">-0.013050851628081431</cx:pt>
          <cx:pt idx="1475">0.087412396268670117</cx:pt>
          <cx:pt idx="1476">0.0071429256397299631</cx:pt>
          <cx:pt idx="1477">-0.0038069662975034305</cx:pt>
          <cx:pt idx="1478">-0.016518839773584412</cx:pt>
          <cx:pt idx="1479">0.032804743114015114</cx:pt>
          <cx:pt idx="1480">0.012979689042153176</cx:pt>
          <cx:pt idx="1481">-0.0024422640564997198</cx:pt>
          <cx:pt idx="1482">-0.027884012955797004</cx:pt>
          <cx:pt idx="1483">0.0081642804738085752</cx:pt>
          <cx:pt idx="1484">-0.0054148973493418247</cx:pt>
          <cx:pt idx="1485">0.0018611116684016586</cx:pt>
          <cx:pt idx="1486">0.012859263931272864</cx:pt>
          <cx:pt idx="1487">-8.1529464770720606e-05</cx:pt>
          <cx:pt idx="1488">-0.006631979401355962</cx:pt>
          <cx:pt idx="1489">-0.011988139089842786</cx:pt>
          <cx:pt idx="1490">0.009467934878088103</cx:pt>
          <cx:pt idx="1491">-0.0096008495885088838</cx:pt>
          <cx:pt idx="1492">0.010956128736589476</cx:pt>
          <cx:pt idx="1493">0.017741702345930574</cx:pt>
          <cx:pt idx="1494">-0.0070076719570946267</cx:pt>
          <cx:pt idx="1495">-0.0031472255737809195</cx:pt>
          <cx:pt idx="1496">-0.0037773314020978412</cx:pt>
          <cx:pt idx="1497">-0.0045906480147435164</cx:pt>
          <cx:pt idx="1498">0.00040155544505850936</cx:pt>
          <cx:pt idx="1499">-0.011006479017529722</cx:pt>
          <cx:pt idx="1500">0.024596145633695936</cx:pt>
          <cx:pt idx="1501">0.0030603286287893927</cx:pt>
          <cx:pt idx="1502">0.0056071237368238687</cx:pt>
          <cx:pt idx="1503">-0.019716084354925181</cx:pt>
          <cx:pt idx="1504">-0.014775734657712508</cx:pt>
          <cx:pt idx="1505">0.0071203318666101341</cx:pt>
          <cx:pt idx="1506">-0.0078619075495033157</cx:pt>
          <cx:pt idx="1507">0.0085231030614591301</cx:pt>
          <cx:pt idx="1508">0.0052984928549455789</cx:pt>
          <cx:pt idx="1509">-0.007478071656856107</cx:pt>
          <cx:pt idx="1510">0.004308307401129927</cx:pt>
          <cx:pt idx="1511">0.010800559983297537</cx:pt>
          <cx:pt idx="1512">-0.038202527390621854</cx:pt>
          <cx:pt idx="1513">0.0029555323501367489</cx:pt>
          <cx:pt idx="1514">0.0041397866178207801</cx:pt>
          <cx:pt idx="1515">-4.3219894586099365e-06</cx:pt>
          <cx:pt idx="1516">0.0086608860847278198</cx:pt>
          <cx:pt idx="1517">-0.020172150704233113</cx:pt>
          <cx:pt idx="1518">0.0030568516538783961</cx:pt>
          <cx:pt idx="1519">0.016490262911518904</cx:pt>
          <cx:pt idx="1520">0.0071979406321943541</cx:pt>
          <cx:pt idx="1521">0.013584436806487294</cx:pt>
          <cx:pt idx="1522">-0.012869480501932864</cx:pt>
          <cx:pt idx="1523">0.021393788102977415</cx:pt>
          <cx:pt idx="1524">-0.0023469309475496426</cx:pt>
          <cx:pt idx="1525">0.010688584368092412</cx:pt>
          <cx:pt idx="1526">0.0018186666310801491</cx:pt>
          <cx:pt idx="1527">0.0041820442299214874</cx:pt>
          <cx:pt idx="1528">-0.016797713714190306</cx:pt>
          <cx:pt idx="1529">0.01121454157174968</cx:pt>
          <cx:pt idx="1530">-0.020449553060672487</cx:pt>
          <cx:pt idx="1531">0.027806234781155681</cx:pt>
          <cx:pt idx="1532">0.0031144408373938205</cx:pt>
          <cx:pt idx="1533">-0.0012696147896123268</cx:pt>
          <cx:pt idx="1534">0.012081503706573597</cx:pt>
          <cx:pt idx="1535">0.0030828297705789548</cx:pt>
          <cx:pt idx="1536">0.00069326156738596853</cx:pt>
          <cx:pt idx="1537">0.0057388346150348546</cx:pt>
          <cx:pt idx="1538">0.013859911036577204</cx:pt>
          <cx:pt idx="1539">0.0099963846503963207</cx:pt>
          <cx:pt idx="1540">0.00036709990333189742</cx:pt>
          <cx:pt idx="1541">-0.0087051222414580506</cx:pt>
          <cx:pt idx="1542">-0.00069544886410540701</cx:pt>
          <cx:pt idx="1543">0.0026858654712385989</cx:pt>
          <cx:pt idx="1544">0.0080220934121063136</cx:pt>
          <cx:pt idx="1545">0.015798185083281201</cx:pt>
          <cx:pt idx="1546">0.0080402604371035934</cx:pt>
          <cx:pt idx="1547">0.0093027036643596496</cx:pt>
          <cx:pt idx="1548">-0.023456069067495072</cx:pt>
          <cx:pt idx="1549">-0.018714997171097241</cx:pt>
          <cx:pt idx="1550">0.0030071163271301413</cx:pt>
          <cx:pt idx="1551">-0.004452159843143599</cx:pt>
          <cx:pt idx="1552">-0.0081426812378185883</cx:pt>
          <cx:pt idx="1553">-0.0058409824105301487</cx:pt>
          <cx:pt idx="1554">0.013188605938555496</cx:pt>
          <cx:pt idx="1555">0.0059882357688722616</cx:pt>
          <cx:pt idx="1556">0.0064098644668794755</cx:pt>
          <cx:pt idx="1557">0.012037283634631267</cx:pt>
          <cx:pt idx="1558">0.0095063289213310666</cx:pt>
          <cx:pt idx="1559">0.011279246790517575</cx:pt>
          <cx:pt idx="1560">0.011791465222181302</cx:pt>
          <cx:pt idx="1561">-0.0064009692249007138</cx:pt>
          <cx:pt idx="1562">0.0026213664056428361</cx:pt>
          <cx:pt idx="1563">-0.013910879000022764</cx:pt>
          <cx:pt idx="1564">-0.012673760310652194</cx:pt>
          <cx:pt idx="1565">0.0068524875020116588</cx:pt>
          <cx:pt idx="1566">0.0021194004939218197</cx:pt>
          <cx:pt idx="1567">-0.0060424163757779297</cx:pt>
          <cx:pt idx="1568">0.0088047369139941118</cx:pt>
          <cx:pt idx="1569">0.025957707258475151</cx:pt>
          <cx:pt idx="1570">-0.0059981151345087609</cx:pt>
          <cx:pt idx="1571">0.0038481599236348976</cx:pt>
          <cx:pt idx="1572">-0.0090363337807301686</cx:pt>
          <cx:pt idx="1573">0.017153934857176936</cx:pt>
          <cx:pt idx="1574">0.0023736095151691986</cx:pt>
          <cx:pt idx="1575">0.0048639151515323222</cx:pt>
          <cx:pt idx="1576">0.0013628569709665773</cx:pt>
          <cx:pt idx="1577">-0.0034513692422450492</cx:pt>
          <cx:pt idx="1578">0.0030272307329041325</cx:pt>
          <cx:pt idx="1579">0.0044724510349931296</cx:pt>
          <cx:pt idx="1580">0.0020404823804608808</cx:pt>
          <cx:pt idx="1581">-0.0049355667875368263</cx:pt>
          <cx:pt idx="1582">0.018928554311931887</cx:pt>
          <cx:pt idx="1583">0.00061497716539857846</cx:pt>
          <cx:pt idx="1584">-0.0015485442001851172</cx:pt>
          <cx:pt idx="1585">0.010271285197272341</cx:pt>
          <cx:pt idx="1586">0.0046149854768440185</cx:pt>
          <cx:pt idx="1587">-0.0050918605633260387</cx:pt>
          <cx:pt idx="1588">0.0029038105691836322</cx:pt>
          <cx:pt idx="1589">0.0069198645636561985</cx:pt>
          <cx:pt idx="1590">0.00060411592688593716</cx:pt>
          <cx:pt idx="1591">-0.0044850862712719113</cx:pt>
          <cx:pt idx="1592">0.0094828213293974804</cx:pt>
          <cx:pt idx="1593">0.00071136826112679769</cx:pt>
          <cx:pt idx="1594">0.0014610692756943289</cx:pt>
          <cx:pt idx="1595">-0.0070149308687831547</cx:pt>
          <cx:pt idx="1596">-0.019879844965977628</cx:pt>
          <cx:pt idx="1597">0.0068197362906327651</cx:pt>
          <cx:pt idx="1598">0.013932362365516442</cx:pt>
          <cx:pt idx="1599">0.00092397430894434291</cx:pt>
          <cx:pt idx="1600">-0.016083900233271886</cx:pt>
          <cx:pt idx="1601">-0.02374347811970591</cx:pt>
          <cx:pt idx="1602">0.01359732842775541</cx:pt>
          <cx:pt idx="1603">0.012719833204609149</cx:pt>
          <cx:pt idx="1604">-0.0018556283149671975</cx:pt>
          <cx:pt idx="1605">0.00012450777391896173</cx:pt>
          <cx:pt idx="1606">-0.00072563493307261392</cx:pt>
          <cx:pt idx="1607">0.014121201552035053</cx:pt>
          <cx:pt idx="1608">-0.0030409704701617433</cx:pt>
          <cx:pt idx="1609">0.014205644686717929</cx:pt>
          <cx:pt idx="1610">0.0022746882024352586</cx:pt>
          <cx:pt idx="1611">0.0025044176056393604</cx:pt>
          <cx:pt idx="1612">-0.0052091700918327453</cx:pt>
          <cx:pt idx="1613">0.0056274636616817772</cx:pt>
          <cx:pt idx="1614">0.021625199484785911</cx:pt>
          <cx:pt idx="1615">0.014451240469470397</cx:pt>
          <cx:pt idx="1616">-0.0073421507090686115</cx:pt>
          <cx:pt idx="1617">-0.0011306117554043742</cx:pt>
          <cx:pt idx="1618">0.0063754375934591666</cx:pt>
          <cx:pt idx="1619">0.0082401435658993535</cx:pt>
          <cx:pt idx="1620">0.0028006101882258978</cx:pt>
          <cx:pt idx="1621">0.0053731698729994389</cx:pt>
          <cx:pt idx="1622">-0.0020305724945994474</cx:pt>
          <cx:pt idx="1623">0.0066205151531670697</cx:pt>
          <cx:pt idx="1624">-0.0081615211510532495</cx:pt>
          <cx:pt idx="1625">-0.010726590665923514</cx:pt>
          <cx:pt idx="1626">0.0003602900800901398</cx:pt>
          <cx:pt idx="1627">-0.018503300329584638</cx:pt>
          <cx:pt idx="1628">0.022591507586831885</cx:pt>
          <cx:pt idx="1629">0.0012140526154411349</cx:pt>
          <cx:pt idx="1630">-0.0005279407024666124</cx:pt>
          <cx:pt idx="1631">-0.0053744619247261477</cx:pt>
          <cx:pt idx="1632">0.0065245176793737375</cx:pt>
          <cx:pt idx="1633">-0.0018215106154836176</cx:pt>
          <cx:pt idx="1634">0.00036569535307554111</cx:pt>
          <cx:pt idx="1635">-0.0096904313090717085</cx:pt>
          <cx:pt idx="1636">0.0047690082922199999</cx:pt>
          <cx:pt idx="1637">0.0027784798448886928</cx:pt>
          <cx:pt idx="1638">0.0051879411461756243</cx:pt>
          <cx:pt idx="1639">0.00067098044746925658</cx:pt>
          <cx:pt idx="1640">-0.0022399596212319874</cx:pt>
          <cx:pt idx="1641">0.016381271921075934</cx:pt>
          <cx:pt idx="1642">0.0094247998972743045</cx:pt>
          <cx:pt idx="1643">-0.013780838067814712</cx:pt>
          <cx:pt idx="1644">0.0088015679526866186</cx:pt>
          <cx:pt idx="1645">0.00048090181875747132</cx:pt>
          <cx:pt idx="1646">0.0016172193460238548</cx:pt>
          <cx:pt idx="1647">-0.02619373414801739</cx:pt>
          <cx:pt idx="1648">0.029890750055381769</cx:pt>
          <cx:pt idx="1649">0.0011697538819610042</cx:pt>
          <cx:pt idx="1650">-0.0025453760977455307</cx:pt>
          <cx:pt idx="1651">0.004999340976533477</cx:pt>
          <cx:pt idx="1652">0.0031959870010396631</cx:pt>
          <cx:pt idx="1653">0.0076435455127299799</cx:pt>
          <cx:pt idx="1654">-0.0080412458198180874</cx:pt>
          <cx:pt idx="1655">0.0031452331952575409</cx:pt>
          <cx:pt idx="1656">0.0033535546493699856</cx:pt>
          <cx:pt idx="1657">-0.0030538327120749015</cx:pt>
          <cx:pt idx="1658">0.0075741201027948509</cx:pt>
          <cx:pt idx="1659">-0.0063098713296286853</cx:pt>
          <cx:pt idx="1660">0.013955190542404104</cx:pt>
          <cx:pt idx="1661">-0.0081822479090426677</cx:pt>
          <cx:pt idx="1662">-0.00505039973304134</cx:pt>
          <cx:pt idx="1663">-0.0081655336016402662</cx:pt>
          <cx:pt idx="1664">0.00175376201858447</cx:pt>
          <cx:pt idx="1665">0.0018367830657435042</cx:pt>
          <cx:pt idx="1666">0.0089309795500280981</cx:pt>
          <cx:pt idx="1667">-4.1252595728940005e-05</cx:pt>
          <cx:pt idx="1668">-0.0022828958709595702</cx:pt>
          <cx:pt idx="1669">-0.011099181896665233</cx:pt>
          <cx:pt idx="1670">0.0026855249999940198</cx:pt>
          <cx:pt idx="1671">0.0043216023332895426</cx:pt>
          <cx:pt idx="1672">-0.0034975847355676005</cx:pt>
          <cx:pt idx="1673">-0.0027730887908233863</cx:pt>
          <cx:pt idx="1674">0.0019347987749586714</cx:pt>
          <cx:pt idx="1675">-0.0031674252139154363</cx:pt>
          <cx:pt idx="1676">0.011303428791843137</cx:pt>
          <cx:pt idx="1677">0.0086080554435950408</cx:pt>
          <cx:pt idx="1678">0.0079349112842457027</cx:pt>
          <cx:pt idx="1679">0.013609619959538872</cx:pt>
          <cx:pt idx="1680">0.0038310926960311072</cx:pt>
          <cx:pt idx="1681">-0.0017375605829462537</cx:pt>
          <cx:pt idx="1682">-0.010541338193166834</cx:pt>
          <cx:pt idx="1683">0.005019248452318755</cx:pt>
          <cx:pt idx="1684">-0.015102388086222805</cx:pt>
          <cx:pt idx="1685">-0.0087379899149831099</cx:pt>
          <cx:pt idx="1686">0.0099806254134848574</cx:pt>
          <cx:pt idx="1687">-0.0055090533645848075</cx:pt>
          <cx:pt idx="1688">0.0032063224056713864</cx:pt>
          <cx:pt idx="1689">0.0033682028816079818</cx:pt>
          <cx:pt idx="1690">-0.012712711758362858</cx:pt>
          <cx:pt idx="1691">-0.0074537094963001843</cx:pt>
          <cx:pt idx="1692">-0.0010238125074217307</cx:pt>
          <cx:pt idx="1693">0.0074950344495536177</cx:pt>
          <cx:pt idx="1694">-0.0034407654751714848</cx:pt>
          <cx:pt idx="1695">-0.014259217377288256</cx:pt>
          <cx:pt idx="1696">-0.0093610533542664541</cx:pt>
          <cx:pt idx="1697">-0.0052163226886934137</cx:pt>
          <cx:pt idx="1698">0.0099227872525763164</cx:pt>
          <cx:pt idx="1699">-0.016855234225208921</cx:pt>
          <cx:pt idx="1700">0.014446047855060984</cx:pt>
          <cx:pt idx="1701">-0.00089029124118166761</cx:pt>
          <cx:pt idx="1702">-0.012437643422802071</cx:pt>
          <cx:pt idx="1703">0.0081700406339564654</cx:pt>
          <cx:pt idx="1704">0.0040099849865230155</cx:pt>
          <cx:pt idx="1705">-0.009576574697352392</cx:pt>
          <cx:pt idx="1706">0.0024673705885967425</cx:pt>
          <cx:pt idx="1707">0.012354147786289094</cx:pt>
          <cx:pt idx="1708">0.0063096424399205781</cx:pt>
          <cx:pt idx="1709">0.016069869292792652</cx:pt>
          <cx:pt idx="1710">0.0029092631338269765</cx:pt>
          <cx:pt idx="1711">0.0050733404608421795</cx:pt>
          <cx:pt idx="1712">0.0025777984294961401</cx:pt>
          <cx:pt idx="1713">0.015336352419090373</cx:pt>
          <cx:pt idx="1714">-0.0010722251001625395</cx:pt>
          <cx:pt idx="1715">-0.00073835968574355792</cx:pt>
          <cx:pt idx="1716">0.0049417758123275176</cx:pt>
          <cx:pt idx="1717">0.00097454023244577755</cx:pt>
          <cx:pt idx="1718">-0.0030512041579142781</cx:pt>
          <cx:pt idx="1719">0.012192510574337003</cx:pt>
          <cx:pt idx="1720">-0.018358651915003393</cx:pt>
          <cx:pt idx="1721">0.006213936655259978</cx:pt>
          <cx:pt idx="1722">0.0099922446767933999</cx:pt>
          <cx:pt idx="1723">0.0098996670873436037</cx:pt>
          <cx:pt idx="1724">-0.013583403867758788</cx:pt>
          <cx:pt idx="1725">0.01206858673242236</cx:pt>
          <cx:pt idx="1726">-0.0046443630173993245</cx:pt>
          <cx:pt idx="1727">0.0032286897704063345</cx:pt>
          <cx:pt idx="1728">0.0027829508057961466</cx:pt>
          <cx:pt idx="1729">-0.00099737566679882709</cx:pt>
          <cx:pt idx="1730">0.00029216776968859468</cx:pt>
          <cx:pt idx="1731">-0.0023704729690667194</cx:pt>
          <cx:pt idx="1732">-0.004563966105922611</cx:pt>
          <cx:pt idx="1733">0.0043164646898932527</cx:pt>
          <cx:pt idx="1734">-0.0024000702965322846</cx:pt>
          <cx:pt idx="1735">-0.010274626126595521</cx:pt>
          <cx:pt idx="1736">-0.0061044682668310096</cx:pt>
          <cx:pt idx="1737">0.014871793018660786</cx:pt>
          <cx:pt idx="1738">0.0095947698435229368</cx:pt>
          <cx:pt idx="1739">-0.034575043359393487</cx:pt>
          <cx:pt idx="1740">0.0071395132582268333</cx:pt>
          <cx:pt idx="1741">-0.026662171455567263</cx:pt>
          <cx:pt idx="1742">-0.014055542804696874</cx:pt>
          <cx:pt idx="1743">0.028155964283010423</cx:pt>
          <cx:pt idx="1744">-0.0057695136901040412</cx:pt>
          <cx:pt idx="1745">0.019418462413721384</cx:pt>
          <cx:pt idx="1746">0.017143733215364668</cx:pt>
          <cx:pt idx="1747">0.0072950311859183818</cx:pt>
          <cx:pt idx="1748">-0.015560938982286223</cx:pt>
          <cx:pt idx="1749">-0.0033195262938740867</cx:pt>
          <cx:pt idx="1750">0.0087538154514051475</cx:pt>
          <cx:pt idx="1751">-0.012245138726807622</cx:pt>
          <cx:pt idx="1752">0.014113444446683727</cx:pt>
          <cx:pt idx="1753">0.0066929816660008783</cx:pt>
          <cx:pt idx="1754">-0.0060500518817221067</cx:pt>
          <cx:pt idx="1755">-0.015821454448420452</cx:pt>
          <cx:pt idx="1756">0.018038156736106904</cx:pt>
          <cx:pt idx="1757">0.0079710937097661611</cx:pt>
          <cx:pt idx="1758">-0.0017701951562839257</cx:pt>
          <cx:pt idx="1759">0.020009994461933269</cx:pt>
          <cx:pt idx="1760">0.0038250617169446311</cx:pt>
          <cx:pt idx="1761">0.0069728521410279652</cx:pt>
          <cx:pt idx="1762">0.005766192322188511</cx:pt>
          <cx:pt idx="1763">-0.0002158908437690267</cx:pt>
          <cx:pt idx="1764">-0.0052547996970453772</cx:pt>
          <cx:pt idx="1765">0.0054042495936873595</cx:pt>
          <cx:pt idx="1766">-0.023559467728578649</cx:pt>
          <cx:pt idx="1767">0.0012553587166736098</cx:pt>
          <cx:pt idx="1768">-0.0036673726214776752</cx:pt>
          <cx:pt idx="1769">-0.00568970601055452</cx:pt>
          <cx:pt idx="1770">-0.0041983263343361782</cx:pt>
          <cx:pt idx="1771">0.0012187401855914466</cx:pt>
          <cx:pt idx="1772">0.0019553244473202534</cx:pt>
          <cx:pt idx="1773">-0.010382959731161377</cx:pt>
          <cx:pt idx="1774">-0.0083934727260915904</cx:pt>
          <cx:pt idx="1775">-0.016657084172936699</cx:pt>
          <cx:pt idx="1776">-0.0002242775356482811</cx:pt>
          <cx:pt idx="1777">0.008969987539803638</cx:pt>
          <cx:pt idx="1778">-0.0059254132428202839</cx:pt>
          <cx:pt idx="1779">-0.0035905310323242016</cx:pt>
          <cx:pt idx="1780">-0.015067704821327896</cx:pt>
          <cx:pt idx="1781">-0.012302243789921606</cx:pt>
          <cx:pt idx="1782">0.025871576705192658</cx:pt>
          <cx:pt idx="1783">0.01767507242069747</cx:pt>
          <cx:pt idx="1784">-0.010317749677841218</cx:pt>
          <cx:pt idx="1785">0.010998692289266195</cx:pt>
          <cx:pt idx="1786">-0.014857743795998399</cx:pt>
          <cx:pt idx="1787">-0.016138371717742659</cx:pt>
          <cx:pt idx="1788">0.0042984607062976164</cx:pt>
          <cx:pt idx="1789">-0.0079168822220474448</cx:pt>
          <cx:pt idx="1790">0.022147144512249341</cx:pt>
          <cx:pt idx="1791">-0.022143402094557375</cx:pt>
          <cx:pt idx="1792">-0.013970011468650945</cx:pt>
          <cx:pt idx="1793">-0.011479859813030954</cx:pt>
          <cx:pt idx="1794">0.008431932350858002</cx:pt>
          <cx:pt idx="1795">0.011133552780840191</cx:pt>
          <cx:pt idx="1796">-0.0086200171499761363</cx:pt>
          <cx:pt idx="1797">-0.00043097788564332238</cx:pt>
          <cx:pt idx="1798">-0.003990478666671066</cx:pt>
          <cx:pt idx="1799">-0.018797156613588634</cx:pt>
          <cx:pt idx="1800">0.012196414962184914</cx:pt>
          <cx:pt idx="1801">0.029698497525938058</cx:pt>
          <cx:pt idx="1802">-0.015983999531081997</cx:pt>
          <cx:pt idx="1803">-0.0064332129146883457</cx:pt>
          <cx:pt idx="1804">0.022047026018816692</cx:pt>
          <cx:pt idx="1805">0.0070515482089337396</cx:pt>
          <cx:pt idx="1806">-0.0026747011729136884</cx:pt>
          <cx:pt idx="1807">-0.020881757311147268</cx:pt>
          <cx:pt idx="1808">0.0016562659131744285</cx:pt>
          <cx:pt idx="1809">0.014086678362058472</cx:pt>
          <cx:pt idx="1810">0.0057468402595627199</cx:pt>
          <cx:pt idx="1811">-0.0043377948029166714</cx:pt>
          <cx:pt idx="1812">-0.0052729026734089027</cx:pt>
          <cx:pt idx="1813">0.0058393966266733783</cx:pt>
          <cx:pt idx="1814">0.013842298110046839</cx:pt>
          <cx:pt idx="1815">0.012712371272578314</cx:pt>
          <cx:pt idx="1816">0.0039146688578394883</cx:pt>
          <cx:pt idx="1817">-0.0048350135970272844</cx:pt>
          <cx:pt idx="1818">0.0074043257349634501</cx:pt>
          <cx:pt idx="1819">-0.011103330568491285</cx:pt>
          <cx:pt idx="1820">0.0072532995619459702</cx:pt>
          <cx:pt idx="1821">0.012516992994860178</cx:pt>
          <cx:pt idx="1822">0.0085311851906186668</cx:pt>
          <cx:pt idx="1823">0.028727040181994658</cx:pt>
          <cx:pt idx="1824">-0.0070932675450597216</cx:pt>
          <cx:pt idx="1825">-0.014674295513603839</cx:pt>
          <cx:pt idx="1826">0.018662167140118598</cx:pt>
          <cx:pt idx="1827">-0.00028485919491845469</cx:pt>
          <cx:pt idx="1828">-0.0057315966092123232</cx:pt>
          <cx:pt idx="1829">0.0088114895683237757</cx:pt>
          <cx:pt idx="1830">-0.010880641640071272</cx:pt>
          <cx:pt idx="1831">0.0032046392766202454</cx:pt>
          <cx:pt idx="1832">-0.0095471056791481806</cx:pt>
          <cx:pt idx="1833">-0.0036641181744997472</cx:pt>
          <cx:pt idx="1834">0.0042377673025522531</cx:pt>
          <cx:pt idx="1835">-0.0071094855104023406</cx:pt>
          <cx:pt idx="1836">0.0002764745512882977</cx:pt>
          <cx:pt idx="1837">0.017607921159467271</cx:pt>
          <cx:pt idx="1838">0.013890523873352646</cx:pt>
          <cx:pt idx="1839">-0.0092667182557507784</cx:pt>
          <cx:pt idx="1840">-0.020656011871609273</cx:pt>
          <cx:pt idx="1841">-0.0017540543215877078</cx:pt>
          <cx:pt idx="1842">-0.012472582738526338</cx:pt>
          <cx:pt idx="1843">-0.0069385070050395547</cx:pt>
          <cx:pt idx="1844">0.017980237933828594</cx:pt>
          <cx:pt idx="1845">-0.046588343611053872</cx:pt>
          <cx:pt idx="1846">-0.017749661301793729</cx:pt>
          <cx:pt idx="1847">0.014614873063926313</cx:pt>
          <cx:pt idx="1848">0.0092598053225938486</cx:pt>
          <cx:pt idx="1849">-0.023358558027328155</cx:pt>
          <cx:pt idx="1850">-0.0099266322982803565</cx:pt>
          <cx:pt idx="1851">-0.036620079410739526</cx:pt>
          <cx:pt idx="1852">-0.028361578326425635</cx:pt>
          <cx:pt idx="1853">-0.0042842894473137834</cx:pt>
          <cx:pt idx="1854">0.0081963702291187081</cx:pt>
          <cx:pt idx="1855">0.026782092637655748</cx:pt>
          <cx:pt idx="1856">-0.0046254020866013431</cx:pt>
          <cx:pt idx="1857">0.014521508601251029</cx:pt>
          <cx:pt idx="1858">-0.027460219362336714</cx:pt>
          <cx:pt idx="1859">-0.0014313555478826713</cx:pt>
          <cx:pt idx="1860">0.0090859694058717053</cx:pt>
          <cx:pt idx="1861">0.0032624590087255703</cx:pt>
          <cx:pt idx="1862">0.0076682597342434423</cx:pt>
          <cx:pt idx="1863">0.0091309345947852318</cx:pt>
          <cx:pt idx="1864">0.00060652164984791252</cx:pt>
          <cx:pt idx="1865">0.024736364183378386</cx:pt>
          <cx:pt idx="1866">-0.009351864900279807</cx:pt>
          <cx:pt idx="1867">-0.014456279890904917</cx:pt>
          <cx:pt idx="1868">0.017300606075377662</cx:pt>
          <cx:pt idx="1869">-0.012499982121770718</cx:pt>
          <cx:pt idx="1870">-0.0024530047897750604</cx:pt>
          <cx:pt idx="1871">0.013600533494343914</cx:pt>
          <cx:pt idx="1872">-0.029413022525916169</cx:pt>
          <cx:pt idx="1873">-0.024211137743439869</cx:pt>
          <cx:pt idx="1874">-0.021563779557578724</cx:pt>
          <cx:pt idx="1875">-0.052242061582081098</cx:pt>
          <cx:pt idx="1876">-0.0038120785807444053</cx:pt>
          <cx:pt idx="1877">0.026616612384171595</cx:pt>
          <cx:pt idx="1878">-0.025487318110390039</cx:pt>
          <cx:pt idx="1879">0.0058861417896082999</cx:pt>
          <cx:pt idx="1880">0.013014362086097377</cx:pt>
          <cx:pt idx="1881">0.016552262045874875</cx:pt>
          <cx:pt idx="1882">0.017767306491501812</cx:pt>
          <cx:pt idx="1883">0.023101890101551142</cx:pt>
          <cx:pt idx="1884">-0.0021775369431737074</cx:pt>
          <cx:pt idx="1885">-0.010342642264735628</cx:pt>
          <cx:pt idx="1886">-0.0037930037390319039</cx:pt>
          <cx:pt idx="1887">-0.004159004231192762</cx:pt>
          <cx:pt idx="1888">0.018613429433773664</cx:pt>
          <cx:pt idx="1889">-0.003452887862537544</cx:pt>
          <cx:pt idx="1890">-0.0048899199127232515</cx:pt>
          <cx:pt idx="1891">0.0013136704087484347</cx:pt>
          <cx:pt idx="1892">-0.0029491772445594576</cx:pt>
          <cx:pt idx="1893">0.0017021241608770614</cx:pt>
          <cx:pt idx="1894">-0.0011772767402694266</cx:pt>
          <cx:pt idx="1895">-0.011061030622906122</cx:pt>
          <cx:pt idx="1896">-0.010430034154578185</cx:pt>
          <cx:pt idx="1897">0.019683640776135471</cx:pt>
          <cx:pt idx="1898">-0.0080403591845359564</cx:pt>
          <cx:pt idx="1899">0.027787755246732763</cx:pt>
          <cx:pt idx="1900">-0.0030925461876583279</cx:pt>
          <cx:pt idx="1901">0.0076716461125894012</cx:pt>
          <cx:pt idx="1902">0.010670384710547345</cx:pt>
          <cx:pt idx="1903">0.0055760684654001611</cx:pt>
          <cx:pt idx="1904">0.0011447868538602042</cx:pt>
          <cx:pt idx="1905">0.0012022288598959262</cx:pt>
          <cx:pt idx="1906">0.031483683359287237</cx:pt>
          <cx:pt idx="1907">0.0027791096781816845</cx:pt>
          <cx:pt idx="1908">-0.0078309452977365947</cx:pt>
          <cx:pt idx="1909">-0.018340624840179492</cx:pt>
          <cx:pt idx="1910">0.0018146955485784321</cx:pt>
          <cx:pt idx="1911">-0.0053066107998447753</cx:pt>
          <cx:pt idx="1912">-0.0020027631327444039</cx:pt>
          <cx:pt idx="1913">0.0076972205857816474</cx:pt>
          <cx:pt idx="1914">0.0076269334908820249</cx:pt>
          <cx:pt idx="1915">0.014673602601614003</cx:pt>
          <cx:pt idx="1916">-0.0053430904139423734</cx:pt>
          <cx:pt idx="1917">0.01794184591672781</cx:pt>
          <cx:pt idx="1918">-0.0038079336809836101</cx:pt>
          <cx:pt idx="1919">-0.0059481184893598708</cx:pt>
          <cx:pt idx="1920">-0.0024686125355359865</cx:pt>
          <cx:pt idx="1921">-0.010426772326101074</cx:pt>
          <cx:pt idx="1922">-0.0091576185264345897</cx:pt>
          <cx:pt idx="1923">-0.018965753052914307</cx:pt>
          <cx:pt idx="1924">-0.014454476017705215</cx:pt>
          <cx:pt idx="1925">0.00454078569853897</cx:pt>
          <cx:pt idx="1926">0.01621725397067757</cx:pt>
          <cx:pt idx="1927">-0.024768381387864181</cx:pt>
          <cx:pt idx="1928">-0.0062646429961731439</cx:pt>
          <cx:pt idx="1929">-0.012311321390300665</cx:pt>
          <cx:pt idx="1930">-0.0017263463172756601</cx:pt>
          <cx:pt idx="1931">-0.00027736235907737912</cx:pt>
          <cx:pt idx="1932">-0.01579860636209544</cx:pt>
          <cx:pt idx="1933">0.00866950257578512</cx:pt>
          <cx:pt idx="1934">0.020593691148002528</cx:pt>
          <cx:pt idx="1935">-0.0043114568168811434</cx:pt>
          <cx:pt idx="1936">0.012809315890863981</cx:pt>
          <cx:pt idx="1937">0.010981828966933832</cx:pt>
          <cx:pt idx="1938">-0.037534478090400676</cx:pt>
          <cx:pt idx="1939">-0.014775734708672196</cx:pt>
          <cx:pt idx="1940">-0.022219131530998536</cx:pt>
          <cx:pt idx="1941">-0.0017580532558172401</cx:pt>
          <cx:pt idx="1942">-0.0044729082429129409</cx:pt>
          <cx:pt idx="1943">-0.021947588989146827</cx:pt>
          <cx:pt idx="1944">-0.01665768023846894</cx:pt>
          <cx:pt idx="1945">-0.011992384154437118</cx:pt>
          <cx:pt idx="1946">-0.017947943309549394</cx:pt>
          <cx:pt idx="1947">-0.028209489874136785</cx:pt>
          <cx:pt idx="1948">-0.015029005013133411</cx:pt>
          <cx:pt idx="1949">0.01870728508461024</cx:pt>
          <cx:pt idx="1950">-0.03297242421096358</cx:pt>
          <cx:pt idx="1951">0.0083807778938770217</cx:pt>
          <cx:pt idx="1952">0.018714532996132613</cx:pt>
          <cx:pt idx="1953">0.016616273080326267</cx:pt>
          <cx:pt idx="1954">-0.017017783135959742</cx:pt>
          <cx:pt idx="1955">-0.032185175488173484</cx:pt>
          <cx:pt idx="1956">-0.021534677477623162</cx:pt>
          <cx:pt idx="1957">-0.015954819093711454</cx:pt>
          <cx:pt idx="1958">0.0097286839118271833</cx:pt>
          <cx:pt idx="1959">-0.011067817880537765</cx:pt>
          <cx:pt idx="1960">0.019876338154690167</cx:pt>
          <cx:pt idx="1961">-0.024644856606789913</cx:pt>
          <cx:pt idx="1962">0.040531526529826785</cx:pt>
          <cx:pt idx="1963">0.012486379010092729</cx:pt>
          <cx:pt idx="1964">-0.024946634142401392</cx:pt>
          <cx:pt idx="1965">-0.00082171353927294809</cx:pt>
          <cx:pt idx="1966">0.0036663240009716853</cx:pt>
          <cx:pt idx="1967">0.0026700826778723835</cx:pt>
          <cx:pt idx="1968">0.04324513937150766</cx:pt>
          <cx:pt idx="1969">0.0015101823063874754</cx:pt>
          <cx:pt idx="1970">-0.00056608892789620276</cx:pt>
          <cx:pt idx="1971">0.022104835790611177</cx:pt>
          <cx:pt idx="1972">-0.0056092115257246325</cx:pt>
          <cx:pt idx="1973">-0.0033109203710866156</cx:pt>
          <cx:pt idx="1974">-0.023982963649367247</cx:pt>
          <cx:pt idx="1975">-0.001216060598091381</cx:pt>
          <cx:pt idx="1976">0.028259469731739224</cx:pt>
          <cx:pt idx="1977">0.0080706238822046434</cx:pt>
          <cx:pt idx="1978">0.020845442911429504</cx:pt>
          <cx:pt idx="1979">-0.0093981085273950587</cx:pt>
          <cx:pt idx="1980">0.076554713761003562</cx:pt>
          <cx:pt idx="1981">0.0061012454013839338</cx:pt>
          <cx:pt idx="1982">-0.02563513589932356</cx:pt>
          <cx:pt idx="1983">0.0089930002834928933</cx:pt>
          <cx:pt idx="1984">-0.012770326835756208</cx:pt>
          <cx:pt idx="1985">-0.0094166354966441022</cx:pt>
          <cx:pt idx="1986">0.01269190786955832</cx:pt>
          <cx:pt idx="1987">0.0046860069935070123</cx:pt>
          <cx:pt idx="1988">0.0064087280759990064</cx:pt>
          <cx:pt idx="1989">0.0030189275638276974</cx:pt>
          <cx:pt idx="1990">0.0070871811315032004</cx:pt>
          <cx:pt idx="1991">-0.035789628835967618</cx:pt>
          <cx:pt idx="1992">0.020620556983550906</cx:pt>
          <cx:pt idx="1993">0.026395459106352777</cx:pt>
          <cx:pt idx="1994">-0.0026598060137054198</cx:pt>
          <cx:pt idx="1995">-0.0021494689436092297</cx:pt>
          <cx:pt idx="1996">-0.016435614426750095</cx:pt>
          <cx:pt idx="1997">-0.0073051554680431535</cx:pt>
          <cx:pt idx="1998">-0.0073807087307611145</cx:pt>
          <cx:pt idx="1999">0.0078173361900320728</cx:pt>
          <cx:pt idx="2000">0.0010981363749591681</cx:pt>
          <cx:pt idx="2001">0.0071223298574028468</cx:pt>
          <cx:pt idx="2002">0.020045295170851272</cx:pt>
          <cx:pt idx="2003">-0.0031550669566345084</cx:pt>
          <cx:pt idx="2004">-0.010768318432532602</cx:pt>
          <cx:pt idx="2005">-0.032015807535956085</cx:pt>
          <cx:pt idx="2006">-0.0075251365668212045</cx:pt>
          <cx:pt idx="2007">-0.0020239139464835907</cx:pt>
          <cx:pt idx="2008">0.011971804525540452</cx:pt>
          <cx:pt idx="2009">-0.0021635181550511791</cx:pt>
          <cx:pt idx="2010">0.0088025558804190451</cx:pt>
          <cx:pt idx="2011">0.00076033359060795553</cx:pt>
          <cx:pt idx="2012">-0.016902088236199084</cx:pt>
          <cx:pt idx="2013">0.021483670783338144</cx:pt>
          <cx:pt idx="2014">-0.0091197654929926347</cx:pt>
          <cx:pt idx="2015">0.0094350311401613686</cx:pt>
          <cx:pt idx="2016">0.025955384851141221</cx:pt>
          <cx:pt idx="2017">-0.024318682354357985</cx:pt>
          <cx:pt idx="2018">0.026363578921888009</cx:pt>
          <cx:pt idx="2019">0.00094619186324869777</cx:pt>
          <cx:pt idx="2020">0.0012561362558853495</cx:pt>
          <cx:pt idx="2021">0.033267818161705764</cx:pt>
          <cx:pt idx="2022">0.013797174742149285</cx:pt>
          <cx:pt idx="2023">-0.0059045584588371886</cx:pt>
          <cx:pt idx="2024">-0.00094312809145265632</cx:pt>
          <cx:pt idx="2025">-0.0092583053068548971</cx:pt>
          <cx:pt idx="2026">-0.0066242852251019238</cx:pt>
          <cx:pt idx="2027">0.013186421720273067</cx:pt>
          <cx:pt idx="2028">0.011695660374827279</cx:pt>
          <cx:pt idx="2029">0.00079627196864332731</cx:pt>
          <cx:pt idx="2030">-0.0017025199353125082</cx:pt>
          <cx:pt idx="2031">0.009951095243018503</cx:pt>
          <cx:pt idx="2032">0.01067080824517277</cx:pt>
          <cx:pt idx="2033">-0.010486066128692208</cx:pt>
          <cx:pt idx="2034">0.014695018949190291</cx:pt>
          <cx:pt idx="2035">0.0040538960077538492</cx:pt>
          <cx:pt idx="2036">0.020687197710529726</cx:pt>
          <cx:pt idx="2037">-0.01496260574873849</cx:pt>
          <cx:pt idx="2038">-0.0091083797369294305</cx:pt>
          <cx:pt idx="2039">-0.0040997647744154403</cx:pt>
          <cx:pt idx="2040">-0.0043614143521639916</cx:pt>
          <cx:pt idx="2041">-0.0082783316833972345</cx:pt>
          <cx:pt idx="2042">0.0052803616393087326</cx:pt>
          <cx:pt idx="2043">0.0086114811979122931</cx:pt>
          <cx:pt idx="2044">-0.0075015253481832992</cx:pt>
          <cx:pt idx="2045">0.0017265349179639545</cx:pt>
          <cx:pt idx="2046">-0.0020776826018179383</cx:pt>
          <cx:pt idx="2047">-0.0058809547509938061</cx:pt>
          <cx:pt idx="2048">-0.017208778398557636</cx:pt>
          <cx:pt idx="2049">-0.0081884427113113681</cx:pt>
          <cx:pt idx="2050">0.011714374195560009</cx:pt>
          <cx:pt idx="2051">-0.01917818194321079</cx:pt>
          <cx:pt idx="2052">0.00029746559429107275</cx:pt>
          <cx:pt idx="2053">-0.0018458520599496872</cx:pt>
          <cx:pt idx="2054">-0.015279916206900154</cx:pt>
          <cx:pt idx="2055">0.014004028841009129</cx:pt>
          <cx:pt idx="2056">0.016316472530441169</cx:pt>
          <cx:pt idx="2057">-0.003010580842525461</cx:pt>
          <cx:pt idx="2058">-0.022694544897959856</cx:pt>
          <cx:pt idx="2059">0.011105137367798699</cx:pt>
          <cx:pt idx="2060">-0.026240772349665521</cx:pt>
          <cx:pt idx="2061">-0.036888276424480414</cx:pt>
          <cx:pt idx="2062">0.010124894361288493</cx:pt>
          <cx:pt idx="2063">0.015194570647611831</cx:pt>
          <cx:pt idx="2064">-0.0040479832818560704</cx:pt>
          <cx:pt idx="2065">0.0015267871070750319</cx:pt>
          <cx:pt idx="2066">-0.028014135211039043</cx:pt>
          <cx:pt idx="2067">0.010324329138662195</cx:pt>
          <cx:pt idx="2068">-0.0045075945967270603</cx:pt>
          <cx:pt idx="2069">-0.041455867164274129</cx:pt>
          <cx:pt idx="2070">-0.0068760860604595757</cx:pt>
          <cx:pt idx="2071">0.02076164621144581</cx:pt>
          <cx:pt idx="2072">-0.00070967952556544919</cx:pt>
          <cx:pt idx="2073">-0.00055510803589506363</cx:pt>
          <cx:pt idx="2074">0.021104166534948732</cx:pt>
          <cx:pt idx="2075">0.01355724224755177</cx:pt>
          <cx:pt idx="2076">0.015687065759041437</cx:pt>
          <cx:pt idx="2077">-0.0084458695551207965</cx:pt>
          <cx:pt idx="2078">-0.0065274799156247142</cx:pt>
          <cx:pt idx="2079">-0.006868182235556939</cx:pt>
          <cx:pt idx="2080">0.0073712182629832434</cx:pt>
          <cx:pt idx="2081">0.0095978930048240211</cx:pt>
          <cx:pt idx="2082">0.0058989149494047717</cx:pt>
          <cx:pt idx="2083">-0.0012842062057637181</cx:pt>
          <cx:pt idx="2084">-0.0047780621260311747</cx:pt>
          <cx:pt idx="2085">-0.012623702573117993</cx:pt>
          <cx:pt idx="2086">0.023249166470134114</cx:pt>
          <cx:pt idx="2087">-0.00062624062951277548</cx:pt>
          <cx:pt idx="2088">0.0060931654044269895</cx:pt>
          <cx:pt idx="2089">-0.0072137760487723263</cx:pt>
          <cx:pt idx="2090">0.0029818553332904884</cx:pt>
          <cx:pt idx="2091">-0.0013468907413292342</cx:pt>
          <cx:pt idx="2092">-0.001521456843579524</cx:pt>
          <cx:pt idx="2093">-0.0081990621174552279</cx:pt>
          <cx:pt idx="2094">0.031935675376686345</cx:pt>
          <cx:pt idx="2095">0.011710326297168491</cx:pt>
          <cx:pt idx="2096">-0.012041456812936191</cx:pt>
          <cx:pt idx="2097">-0.012287412419590894</cx:pt>
          <cx:pt idx="2098">-0.0054456061609531089</cx:pt>
          <cx:pt idx="2099">0.0058869103269021976</cx:pt>
          <cx:pt idx="2100">0.014034697190112678</cx:pt>
          <cx:pt idx="2101">-0.010848545192560963</cx:pt>
          <cx:pt idx="2102">-0.0023364280537757826</cx:pt>
          <cx:pt idx="2103">0.010121455875912328</cx:pt>
          <cx:pt idx="2104">-0.0076590123378340053</cx:pt>
          <cx:pt idx="2105">0.00079966207877568284</cx:pt>
          <cx:pt idx="2106">0.0037075486748470317</cx:pt>
          <cx:pt idx="2107">-0.028107484019496216</cx:pt>
          <cx:pt idx="2108">0.012019085550000391</cx:pt>
          <cx:pt idx="2109">-0.0077580769661055385</cx:pt>
          <cx:pt idx="2110">-0.0019689322497254301</cx:pt>
          <cx:pt idx="2111">0.0046431218423686749</cx:pt>
          <cx:pt idx="2112">-0.010766127347344924</cx:pt>
          <cx:pt idx="2113">-0.025249156903235002</cx:pt>
          <cx:pt idx="2114">0.0030049121966633265</cx:pt>
          <cx:pt idx="2115">0.011198065697179941</cx:pt>
          <cx:pt idx="2116">0.0014320789720844111</cx:pt>
          <cx:pt idx="2117">0.0077407155270227861</cx:pt>
          <cx:pt idx="2118">0.00035902769133579074</cx:pt>
          <cx:pt idx="2119">0.022005158138696586</cx:pt>
          <cx:pt idx="2120">-0.0055627899154553368</cx:pt>
          <cx:pt idx="2121">0.013182633930624616</cx:pt>
          <cx:pt idx="2122">0.019416177596924954</cx:pt>
          <cx:pt idx="2123">-0.015096727644771388</cx:pt>
          <cx:pt idx="2124">0.00022631326477028844</cx:pt>
          <cx:pt idx="2125">0.00073533232087616104</cx:pt>
          <cx:pt idx="2126">0.005627440800412678</cx:pt>
          <cx:pt idx="2127">0.0027679700638491146</cx:pt>
          <cx:pt idx="2128">-0.0020323566679309245</cx:pt>
          <cx:pt idx="2129">0.0011150318875057606</cx:pt>
          <cx:pt idx="2130">-0.013452762245770456</cx:pt>
          <cx:pt idx="2131">-0.0045830691993263449</cx:pt>
          <cx:pt idx="2132">-0.010230344835591211</cx:pt>
          <cx:pt idx="2133">-0.01115131410578768</cx:pt>
          <cx:pt idx="2134">0.02354648115566281</cx:pt>
          <cx:pt idx="2135">0.014992265249270021</cx:pt>
          <cx:pt idx="2136">0.0003801455003862534</cx:pt>
          <cx:pt idx="2137">0.0117777242649608</cx:pt>
          <cx:pt idx="2138">0.0039943004924807238</cx:pt>
          <cx:pt idx="2139">0.010814877647616405</cx:pt>
          <cx:pt idx="2140">0.0054487307291350238</cx:pt>
          <cx:pt idx="2141">-0.0075239598941128838</cx:pt>
          <cx:pt idx="2142">-0.0054724374662140389</cx:pt>
          <cx:pt idx="2143">0.0022267098844303565</cx:pt>
          <cx:pt idx="2144">0.014117656318689224</cx:pt>
          <cx:pt idx="2145">0.0031526548948490273</cx:pt>
          <cx:pt idx="2146">0.0096985914358535819</cx:pt>
          <cx:pt idx="2147">-0.0055908969789222321</cx:pt>
          <cx:pt idx="2148">-0.0036761306737033532</cx:pt>
          <cx:pt idx="2149">-0.0090855473596749732</cx:pt>
          <cx:pt idx="2150">0.011331513144349657</cx:pt>
          <cx:pt idx="2151">0.0050966274899742203</cx:pt>
          <cx:pt idx="2152">0.0029261383863146894</cx:pt>
          <cx:pt idx="2153">0.0099768817891066116</cx:pt>
          <cx:pt idx="2154">-0.0043986173001428928</cx:pt>
          <cx:pt idx="2155">0.0047951078571736479</cx:pt>
          <cx:pt idx="2156">-0.022381288754103675</cx:pt>
          <cx:pt idx="2157">-0.0024835978588305177</cx:pt>
          <cx:pt idx="2158">0.0073592950494770597</cx:pt>
          <cx:pt idx="2159">0.0032562617458617672</cx:pt>
          <cx:pt idx="2160">-0.0042827403853761539</cx:pt>
          <cx:pt idx="2161">-0.011872919213339161</cx:pt>
          <cx:pt idx="2162">-0.016607777205978717</cx:pt>
          <cx:pt idx="2163">0.014463387120394692</cx:pt>
          <cx:pt idx="2164">-0.00319187199132608</cx:pt>
          <cx:pt idx="2165">-0.0025659725062806968</cx:pt>
          <cx:pt idx="2166">-0.0053334758594182959</cx:pt>
          <cx:pt idx="2167">-0.0019351825059561573</cx:pt>
          <cx:pt idx="2168">-0.00092182629386279536</cx:pt>
          <cx:pt idx="2169">-0.010722300268933588</cx:pt>
          <cx:pt idx="2170">-0.012369319553545899</cx:pt>
          <cx:pt idx="2171">-0.0060395141886709271</cx:pt>
          <cx:pt idx="2172">0.0016344740256669164</cx:pt>
          <cx:pt idx="2173">-0.010465340948589532</cx:pt>
          <cx:pt idx="2174">0.0013317294390939533</cx:pt>
          <cx:pt idx="2175">0.017632529721463466</cx:pt>
          <cx:pt idx="2176">-0.0041077841604480886</cx:pt>
          <cx:pt idx="2177">-0.00021146878349102686</cx:pt>
          <cx:pt idx="2178">0.0090789995213185742</cx:pt>
          <cx:pt idx="2179">0.01242369178336953</cx:pt>
          <cx:pt idx="2180">0.0019887826179052154</cx:pt>
          <cx:pt idx="2181">-0.0047870904342677441</cx:pt>
          <cx:pt idx="2182">0.00028064992697290144</cx:pt>
          <cx:pt idx="2183">-0.012873705489150613</cx:pt>
          <cx:pt idx="2184">0.00060043221251626655</cx:pt>
          <cx:pt idx="2185">0.0058305049129885825</cx:pt>
          <cx:pt idx="2186">-0.0027506853393109453</cx:pt>
          <cx:pt idx="2187">0.0044994000362349532</cx:pt>
          <cx:pt idx="2188">-0.0010135809331948736</cx:pt>
          <cx:pt idx="2189">-0.015439308536312552</cx:pt>
          <cx:pt idx="2190">0.020215947081937642</cx:pt>
          <cx:pt idx="2191">-0.0062552594086868873</cx:pt>
          <cx:pt idx="2192">-0.0063834409931120524</cx:pt>
          <cx:pt idx="2193">-0.0067232395413403551</cx:pt>
          <cx:pt idx="2194">0.0030612131069107824</cx:pt>
          <cx:pt idx="2195">-0.032741589226246787</cx:pt>
          <cx:pt idx="2196">-0.0068661096077109757</cx:pt>
          <cx:pt idx="2197">-0.0016697837589815831</cx:pt>
          <cx:pt idx="2198">-0.019686123712964517</cx:pt>
          <cx:pt idx="2199">-0.0089761857446663314</cx:pt>
          <cx:pt idx="2200">0.0081431879384705683</cx:pt>
          <cx:pt idx="2201">0.0059744421272143362</cx:pt>
          <cx:pt idx="2202">-0.017391917133110293</cx:pt>
          <cx:pt idx="2203">-0.020923430249711449</cx:pt>
          <cx:pt idx="2204">0.011536807664264286</cx:pt>
          <cx:pt idx="2205">0.007683230623117281</cx:pt>
          <cx:pt idx="2206">-0.0051268414945471515</cx:pt>
          <cx:pt idx="2207">0.01154190554434757</cx:pt>
          <cx:pt idx="2208">0.0080166872099841704</cx:pt>
          <cx:pt idx="2209">0.023653209086641341</cx:pt>
          <cx:pt idx="2210">-0.012730846524072742</cx:pt>
          <cx:pt idx="2211">0.0027159598125111434</cx:pt>
          <cx:pt idx="2212">0.0090954618394689345</cx:pt>
          <cx:pt idx="2213">-0.0040395432195152545</cx:pt>
          <cx:pt idx="2214">-0.019826936449744592</cx:pt>
          <cx:pt idx="2215">-0.022668454251817863</cx:pt>
          <cx:pt idx="2216">-0.0024028265223627792</cx:pt>
          <cx:pt idx="2217">-0.0086524225872648408</cx:pt>
          <cx:pt idx="2218">0.012378881238983799</cx:pt>
          <cx:pt idx="2219">-0.018259163883034921</cx:pt>
          <cx:pt idx="2220">0.021498353588497825</cx:pt>
          <cx:pt idx="2221">-0.013779599645827569</cx:pt>
          <cx:pt idx="2222">0.0011082114195570484</cx:pt>
          <cx:pt idx="2223">0.024576808536604929</cx:pt>
          <cx:pt idx="2224">0.012545389196746373</cx:pt>
          <cx:pt idx="2225">0.029814158323103548</cx:pt>
          <cx:pt idx="2226">0.020411237474358364</cx:pt>
          <cx:pt idx="2227">-0.0096716275234856822</cx:pt>
          <cx:pt idx="2228">-0.010716703692484311</cx:pt>
          <cx:pt idx="2229">0.0039617509928630418</cx:pt>
          <cx:pt idx="2230">-0.02147776179084682</cx:pt>
          <cx:pt idx="2231">0.011253278448976133</cx:pt>
          <cx:pt idx="2232">-0.0042209937377350563</cx:pt>
          <cx:pt idx="2233">0.047696680180429267</cx:pt>
          <cx:pt idx="2234">0.0028042494485308574</cx:pt>
          <cx:pt idx="2235">0.003399200630858325</cx:pt>
          <cx:pt idx="2236">-0.0001639688724487416</cx:pt>
          <cx:pt idx="2237">0.0080298826854662345</cx:pt>
          <cx:pt idx="2238">-0.0033456651419482395</cx:pt>
          <cx:pt idx="2239">0.0026340971846529155</cx:pt>
          <cx:pt idx="2240">0.0055142672734691429</cx:pt>
          <cx:pt idx="2241">0.0040733360800346424</cx:pt>
          <cx:pt idx="2242">0.00071890120142094891</cx:pt>
          <cx:pt idx="2243">0.0026061416729717137</cx:pt>
          <cx:pt idx="2244">0.009283383826775498</cx:pt>
          <cx:pt idx="2245">0.018203428349511296</cx:pt>
          <cx:pt idx="2246">0.0080749164416774964</cx:pt>
          <cx:pt idx="2247">-0.0042969024368379721</cx:pt>
          <cx:pt idx="2248">-0.006960107502310818</cx:pt>
          <cx:pt idx="2249">0.0018195658755280457</cx:pt>
          <cx:pt idx="2250">0.00066030753401654795</cx:pt>
          <cx:pt idx="2251">0.0055242673664299144</cx:pt>
          <cx:pt idx="2252">-0.00013777853985073006</cx:pt>
          <cx:pt idx="2253">0.036524025191923465</cx:pt>
          <cx:pt idx="2254">0.031900146979312011</cx:pt>
          <cx:pt idx="2255">-0.011480859623234104</cx:pt>
          <cx:pt idx="2256">-0.0054972250021124323</cx:pt>
          <cx:pt idx="2257">0.0059732830139960624</cx:pt>
          <cx:pt idx="2258">-0.014660945378208074</cx:pt>
          <cx:pt idx="2259">0.01086190021322947</cx:pt>
          <cx:pt idx="2260">0.004415983055008431</cx:pt>
          <cx:pt idx="2261">0.0083908297539047813</cx:pt>
          <cx:pt idx="2262">0.0053348500332927404</cx:pt>
          <cx:pt idx="2263">0.0043795810603797797</cx:pt>
          <cx:pt idx="2264">-0.013042581345475843</cx:pt>
          <cx:pt idx="2265">0.0091471555763313998</cx:pt>
          <cx:pt idx="2266">-0.022550897031825945</cx:pt>
          <cx:pt idx="2267">-0.004497465995561209</cx:pt>
          <cx:pt idx="2268">-0.0030850528960556208</cx:pt>
          <cx:pt idx="2269">0.013446489426320134</cx:pt>
          <cx:pt idx="2270">-0.0071445760210382334</cx:pt>
          <cx:pt idx="2271">0.0047112475263471404</cx:pt>
          <cx:pt idx="2272">-0.010829257252936497</cx:pt>
          <cx:pt idx="2273">0.012031600257700231</cx:pt>
          <cx:pt idx="2274">-0.0035202194894521969</cx:pt>
          <cx:pt idx="2275">-0.02098218331593938</cx:pt>
          <cx:pt idx="2276">-0.0058149957410144589</cx:pt>
          <cx:pt idx="2277">0.00922443119627794</cx:pt>
          <cx:pt idx="2278">0.0028534066028249702</cx:pt>
          <cx:pt idx="2279">-0.0068621630839560514</cx:pt>
          <cx:pt idx="2280">-0.012437357260082629</cx:pt>
          <cx:pt idx="2281">0.0083868863013186312</cx:pt>
          <cx:pt idx="2282">-0.0027277317011506113</cx:pt>
          <cx:pt idx="2283">0.0079142367840360616</cx:pt>
          <cx:pt idx="2284">-0.011352531236140259</cx:pt>
          <cx:pt idx="2285">-0.0068156008908612864</cx:pt>
          <cx:pt idx="2286">0.016216908597216171</cx:pt>
          <cx:pt idx="2287">-0.012716634997823901</cx:pt>
          <cx:pt idx="2288">-0.019833614198576481</cx:pt>
          <cx:pt idx="2289">0.015438152997102524</cx:pt>
          <cx:pt idx="2290">-0.00011109853442453575</cx:pt>
          <cx:pt idx="2291">0.0091218800841314264</cx:pt>
          <cx:pt idx="2292">0.0045403609517715255</cx:pt>
          <cx:pt idx="2293">-0.0036436258968903382</cx:pt>
          <cx:pt idx="2294">-0.016091459871480127</cx:pt>
          <cx:pt idx="2295">0.01575403514428934</cx:pt>
          <cx:pt idx="2296">0.018318723209134493</cx:pt>
          <cx:pt idx="2297">-0.0087351810820566946</cx:pt>
          <cx:pt idx="2298">-0.0055844594095782393</cx:pt>
          <cx:pt idx="2299">0.0077790252517249614</cx:pt>
          <cx:pt idx="2300">0.0029512764433539699</cx:pt>
          <cx:pt idx="2301">-0.0019472687099665491</cx:pt>
          <cx:pt idx="2302">-0.011171627876408279</cx:pt>
          <cx:pt idx="2303">-0.00054824181325381573</cx:pt>
          <cx:pt idx="2304">0.0076189743140625482</cx:pt>
          <cx:pt idx="2305">0.0036985635829519066</cx:pt>
          <cx:pt idx="2306">0.015335727390184243</cx:pt>
          <cx:pt idx="2307">0.0057144122834017702</cx:pt>
          <cx:pt idx="2308">-0.013960855413107648</cx:pt>
          <cx:pt idx="2309">0.006321640339344097</cx:pt>
          <cx:pt idx="2310">-0.00081277502671754252</cx:pt>
          <cx:pt idx="2311">0.01152552254714175</cx:pt>
          <cx:pt idx="2312">-0.0035732123563573873</cx:pt>
          <cx:pt idx="2313">-0.0032847146281358959</cx:pt>
          <cx:pt idx="2314">-0.0055224466367183788</cx:pt>
          <cx:pt idx="2315">-0.014375922744205719</cx:pt>
          <cx:pt idx="2316">-0.0039249459677515542</cx:pt>
          <cx:pt idx="2317">0.0022034346859384954</cx:pt>
          <cx:pt idx="2318">0.0053661269622876035</cx:pt>
          <cx:pt idx="2319">0.003486909690484959</cx:pt>
          <cx:pt idx="2320">0.0045024244920569964</cx:pt>
          <cx:pt idx="2321">-0.012041214521442557</cx:pt>
          <cx:pt idx="2322">-0.0063769660700097198</cx:pt>
          <cx:pt idx="2323">-0.0033851847747259278</cx:pt>
          <cx:pt idx="2324">0.023812479910899367</cx:pt>
          <cx:pt idx="2325">0.0055911608636465028</cx:pt>
          <cx:pt idx="2326">-0.017951825023432389</cx:pt>
          <cx:pt idx="2327">-0.010802690803993036</cx:pt>
          <cx:pt idx="2328">0.0035245346871752665</cx:pt>
          <cx:pt idx="2329">-0.0081820737861771995</cx:pt>
          <cx:pt idx="2330">0.0080353872028864261</cx:pt>
          <cx:pt idx="2331">0.0048622807399998974</cx:pt>
          <cx:pt idx="2332">0.0081627411603825226</cx:pt>
          <cx:pt idx="2333">-0.039484005412896414</cx:pt>
          <cx:pt idx="2334">0.0013245991684034232</cx:pt>
          <cx:pt idx="2335">-0.0078369610613576585</cx:pt>
          <cx:pt idx="2336">-0.016600596278191233</cx:pt>
          <cx:pt idx="2337">-0.014935351421433856</cx:pt>
          <cx:pt idx="2338">-0.0068496683677291481</cx:pt>
          <cx:pt idx="2339">0.0013749977080147963</cx:pt>
          <cx:pt idx="2340">0.0030755138095197657</cx:pt>
          <cx:pt idx="2341">0.0054869706158064179</cx:pt>
          <cx:pt idx="2342">0.0099206117492171217</cx:pt>
          <cx:pt idx="2343">-0.0016691376850832165</cx:pt>
          <cx:pt idx="2344">-0.00084914268655624826</cx:pt>
          <cx:pt idx="2345">0.0032002020223655496</cx:pt>
          <cx:pt idx="2346">0.012123017937878022</cx:pt>
          <cx:pt idx="2347">-0.016883073693261294</cx:pt>
          <cx:pt idx="2348">-0.0009758554594092644</cx:pt>
          <cx:pt idx="2349">0.022019012794185281</cx:pt>
          <cx:pt idx="2350">0.0093060042832807232</cx:pt>
          <cx:pt idx="2351">-0.0014518443178883815</cx:pt>
          <cx:pt idx="2352">0.011087640496314052</cx:pt>
          <cx:pt idx="2353">-0.0036778756518112176</cx:pt>
          <cx:pt idx="2354">0.015390250964240109</cx:pt>
          <cx:pt idx="2355">-0.0005391932865564282</cx:pt>
          <cx:pt idx="2356">2.1206522253216543e-05</cx:pt>
          <cx:pt idx="2357">0.0050405427944155657</cx:pt>
          <cx:pt idx="2358">0.019256152780633338</cx:pt>
          <cx:pt idx="2359">0.0014629019909402493</cx:pt>
          <cx:pt idx="2360">0.00071261722634341344</cx:pt>
          <cx:pt idx="2361">-0.0059497486222273724</cx:pt>
          <cx:pt idx="2362">2.527228666291141e-05</cx:pt>
          <cx:pt idx="2363">-0.0076435760909293665</cx:pt>
          <cx:pt idx="2364">-0.022851824178864735</cx:pt>
          <cx:pt idx="2365">0.002246858759844466</cx:pt>
          <cx:pt idx="2366">-0.0036304965436257343</cx:pt>
          <cx:pt idx="2367">-0.0030263899208689692</cx:pt>
          <cx:pt idx="2368">0.019348396634284306</cx:pt>
          <cx:pt idx="2369">0.020676934989917486</cx:pt>
          <cx:pt idx="2370">-0.0063135003721242989</cx:pt>
          <cx:pt idx="2371">0.0077825845988200104</cx:pt>
          <cx:pt idx="2372">-6.8531281582724082e-05</cx:pt>
          <cx:pt idx="2373">0.0023808562158369223</cx:pt>
          <cx:pt idx="2374">-0.0087287040696836619</cx:pt>
          <cx:pt idx="2375">0.0049095358382347251</cx:pt>
          <cx:pt idx="2376">-0.0034071450185607401</cx:pt>
          <cx:pt idx="2377">0.0059138853012516944</cx:pt>
          <cx:pt idx="2378">0.0055137920922439009</cx:pt>
          <cx:pt idx="2379">-0.0038179944539950784</cx:pt>
          <cx:pt idx="2380">-0.0060045643000246054</cx:pt>
          <cx:pt idx="2381">0.0023710705788338054</cx:pt>
          <cx:pt idx="2382">-0.0019248470205954454</cx:pt>
          <cx:pt idx="2383">0.0014447733139338267</cx:pt>
          <cx:pt idx="2384">0.007431291757031111</cx:pt>
          <cx:pt idx="2385">-0.015173716113480722</cx:pt>
          <cx:pt idx="2386">0.0011340693194732069</cx:pt>
          <cx:pt idx="2387">0.010455087901227501</cx:pt>
          <cx:pt idx="2388">0.0077413467894153713</cx:pt>
          <cx:pt idx="2389">-0.01082300277881796</cx:pt>
          <cx:pt idx="2390">0.0090884022054467592</cx:pt>
          <cx:pt idx="2391">0.0011788987023169553</cx:pt>
          <cx:pt idx="2392">0.005508996807011975</cx:pt>
          <cx:pt idx="2393">-0.0011563091150775862</cx:pt>
          <cx:pt idx="2394">0.0019565787089312085</cx:pt>
          <cx:pt idx="2395">0.0071471869415113218</cx:pt>
          <cx:pt idx="2396">0.023608999478895769</cx:pt>
          <cx:pt idx="2397">0.004181300453221232</cx:pt>
          <cx:pt idx="2398">0.0049419499922072809</cx:pt>
          <cx:pt idx="2399">0.008262918223335523</cx:pt>
          <cx:pt idx="2400">0.0095168184419874343</cx:pt>
          <cx:pt idx="2401">-0.0075333237297351609</cx:pt>
          <cx:pt idx="2402">0.003887287607039202</cx:pt>
          <cx:pt idx="2403">0.010686365283151244</cx:pt>
          <cx:pt idx="2404">-0.00070835552984234223</cx:pt>
          <cx:pt idx="2405">-0.011366410086190135</cx:pt>
          <cx:pt idx="2406">0.0022151132741065008</cx:pt>
          <cx:pt idx="2407">0.015116963790802674</cx:pt>
          <cx:pt idx="2408">0.0074409351776398422</cx:pt>
          <cx:pt idx="2409">0.011957901848815903</cx:pt>
          <cx:pt idx="2410">-0.0040967764012766576</cx:pt>
          <cx:pt idx="2411">0.012972066922969105</cx:pt>
          <cx:pt idx="2412">0.001778060889675079</cx:pt>
          <cx:pt idx="2413">-0.025394917787833336</cx:pt>
          <cx:pt idx="2414">0.024899008183885327</cx:pt>
          <cx:pt idx="2415">-0.0054538031753059426</cx:pt>
          <cx:pt idx="2416">0.011785519928853893</cx:pt>
          <cx:pt idx="2417">0.0066270658832963186</cx:pt>
          <cx:pt idx="2418">-0.008831209271493964</cx:pt>
          <cx:pt idx="2419">0.0088083118187387323</cx:pt>
          <cx:pt idx="2420">0.0015354059338343463</cx:pt>
          <cx:pt idx="2421">-0.0049342501067526972</cx:pt>
          <cx:pt idx="2422">0.00015742415069431204</cx:pt>
          <cx:pt idx="2423">0.0059588658052543448</cx:pt>
          <cx:pt idx="2424">0.00082661002974741458</cx:pt>
          <cx:pt idx="2425">0.0018704402355257529</cx:pt>
          <cx:pt idx="2426">0.0067627095795962473</cx:pt>
          <cx:pt idx="2427">0.019370567271202125</cx:pt>
          <cx:pt idx="2428">5.8850081763879895e-05</cx:pt>
          <cx:pt idx="2429">0.0027640504728374052</cx:pt>
          <cx:pt idx="2430">-0.00083623200332795327</cx:pt>
          <cx:pt idx="2431">-0.0062180539068293281</cx:pt>
          <cx:pt idx="2432">0.010384031799551122</cx:pt>
          <cx:pt idx="2433">0.004298206820066177</cx:pt>
          <cx:pt idx="2434">0.0044163590151367685</cx:pt>
          <cx:pt idx="2435">-0.0023076469821920681</cx:pt>
          <cx:pt idx="2436">0.0012410980048177633</cx:pt>
          <cx:pt idx="2437">0.013675461783784025</cx:pt>
          <cx:pt idx="2438">0.015796528310957656</cx:pt>
          <cx:pt idx="2439">-0.0030731948001984106</cx:pt>
          <cx:pt idx="2440">-0.0010378611154921048</cx:pt>
          <cx:pt idx="2441">0.0028176322156730788</cx:pt>
          <cx:pt idx="2442">0.00098254653819454486</cx:pt>
          <cx:pt idx="2443">-0.0073583801523719339</cx:pt>
          <cx:pt idx="2444">-0.0022721318917912361</cx:pt>
          <cx:pt idx="2445">-0.0058401588962717892</cx:pt>
          <cx:pt idx="2446">-0.0017167464765158844</cx:pt>
          <cx:pt idx="2447">0.014496744369407408</cx:pt>
          <cx:pt idx="2448">0.0016929634261568971</cx:pt>
          <cx:pt idx="2449">0.00069685969489151941</cx:pt>
          <cx:pt idx="2450">-0.0092251484162625234</cx:pt>
          <cx:pt idx="2451">0.0012081813387334057</cx:pt>
          <cx:pt idx="2452">0.0077496989304392406</cx:pt>
          <cx:pt idx="2453">-0.0054331963218837284</cx:pt>
          <cx:pt idx="2454">-0.0037617017411311704</cx:pt>
          <cx:pt idx="2455">-0.010029364671514943</cx:pt>
          <cx:pt idx="2456">-0.0057147749330393113</cx:pt>
          <cx:pt idx="2457">-0.0080366202104531353</cx:pt>
          <cx:pt idx="2458">0.0016840941864378319</cx:pt>
          <cx:pt idx="2459">-0.00019711938176451089</cx:pt>
          <cx:pt idx="2460">-0.010046413835366756</cx:pt>
          <cx:pt idx="2461">0.014472447628980499</cx:pt>
          <cx:pt idx="2462">0.0083513448834855036</cx:pt>
          <cx:pt idx="2463">0.012601779602779063</cx:pt>
          <cx:pt idx="2464">0.012046615830676328</cx:pt>
          <cx:pt idx="2465">-0.0070360473683363954</cx:pt>
          <cx:pt idx="2466">0.0095054039893272615</cx:pt>
          <cx:pt idx="2467">-0.019769706461184807</cx:pt>
          <cx:pt idx="2468">0.0017880698242850523</cx:pt>
          <cx:pt idx="2469">0.011075014578031695</cx:pt>
          <cx:pt idx="2470">0.0074053397637412512</cx:pt>
          <cx:pt idx="2471">-0.009751914170053666</cx:pt>
          <cx:pt idx="2472">0.00085409561835397536</cx:pt>
          <cx:pt idx="2473">-0.0008311850325601884</cx:pt>
          <cx:pt idx="2474">0.0048568713779161624</cx:pt>
          <cx:pt idx="2475">-0.016246576627257696</cx:pt>
          <cx:pt idx="2476">-0.0096373910570961858</cx:pt>
          <cx:pt idx="2477">0.0086485244892059599</cx:pt>
          <cx:pt idx="2478">0.0084547617477730413</cx:pt>
          <cx:pt idx="2479">-0.026639840172397424</cx:pt>
          <cx:pt idx="2480">0.012740390889187516</cx:pt>
          <cx:pt idx="2481">0.016925586250302774</cx:pt>
          <cx:pt idx="2482">-0.0059684841391965966</cx:pt>
          <cx:pt idx="2483">-0.011888767959750754</cx:pt>
          <cx:pt idx="2484">0.006475657682901325</cx:pt>
          <cx:pt idx="2485">-0.010814057209941347</cx:pt>
          <cx:pt idx="2486">0.0022579405234924802</cx:pt>
          <cx:pt idx="2487">0.0093279170322676432</cx:pt>
          <cx:pt idx="2488">0.005992470319386811</cx:pt>
          <cx:pt idx="2489">-0.0037879976211994144</cx:pt>
          <cx:pt idx="2490">0.0034231259670807705</cx:pt>
          <cx:pt idx="2491">0.0058237748575943483</cx:pt>
          <cx:pt idx="2492">0.0070326997187408827</cx:pt>
          <cx:pt idx="2493">0.0081452945903370821</cx:pt>
          <cx:pt idx="2494">0.0058379380062552454</cx:pt>
          <cx:pt idx="2495">-0.0053370469497890788</cx:pt>
          <cx:pt idx="2496">-0.017323932907398636</cx:pt>
          <cx:pt idx="2497">-0.0026075003326526342</cx:pt>
          <cx:pt idx="2498">-0.0017219920308706388</cx:pt>
          <cx:pt idx="2499">-0.0027809070821136735</cx:pt>
          <cx:pt idx="2500">-0.0028092948708839513</cx:pt>
          <cx:pt idx="2501">-0.00015412450639798274</cx:pt>
          <cx:pt idx="2502">-0.013945948983297285</cx:pt>
          <cx:pt idx="2503">-0.003910872451949798</cx:pt>
          <cx:pt idx="2504">-0.0019747245452607668</cx:pt>
          <cx:pt idx="2505">-0.0021990791339780952</cx:pt>
          <cx:pt idx="2506">-0.0067404383917000566</cx:pt>
          <cx:pt idx="2507">-0.00083356171964327642</cx:pt>
          <cx:pt idx="2508">-0.03846227851235088</cx:pt>
          <cx:pt idx="2509">-0.019367474168845308</cx:pt>
          <cx:pt idx="2510">0.017705336846433096</cx:pt>
          <cx:pt idx="2511">0.0052013654690927528</cx:pt>
          <cx:pt idx="2512">0.0069842056220622787</cx:pt>
          <cx:pt idx="2513">0.0026485192483956758</cx:pt>
          <cx:pt idx="2514">-0.010515294686088725</cx:pt>
          <cx:pt idx="2515">-0.0031604235505922644</cx:pt>
          <cx:pt idx="2516">0.0080293320121645629</cx:pt>
          <cx:pt idx="2517">-0.0099386103035759669</cx:pt>
          <cx:pt idx="2518">0.011704191096847925</cx:pt>
          <cx:pt idx="2519">-0.0087251908056591183</cx:pt>
          <cx:pt idx="2520">-0.0047964799870700899</cx:pt>
          <cx:pt idx="2521">0.0072815362930900868</cx:pt>
          <cx:pt idx="2522">-0.024399161289205086</cx:pt>
          <cx:pt idx="2523">0.0099828385234179157</cx:pt>
          <cx:pt idx="2524">0.010362727809324075</cx:pt>
          <cx:pt idx="2525">0.005327269056469964</cx:pt>
          <cx:pt idx="2526">0.023214288873102396</cx:pt>
          <cx:pt idx="2527">0.0021570228414598824</cx:pt>
          <cx:pt idx="2528">0.027148468829617033</cx:pt>
          <cx:pt idx="2529">-0.020004498353639787</cx:pt>
          <cx:pt idx="2530">0.013087854192105432</cx:pt>
          <cx:pt idx="2531">0.0075894361795299861</cx:pt>
          <cx:pt idx="2532">0.012456785872808573</cx:pt>
          <cx:pt idx="2533">-0.011708933767917776</cx:pt>
          <cx:pt idx="2534">-0.012890330184581845</cx:pt>
          <cx:pt idx="2535">0.013003579525793757</cx:pt>
          <cx:pt idx="2536">-0.0031981914976205198</cx:pt>
          <cx:pt idx="2537">0.0017396631634688394</cx:pt>
          <cx:pt idx="2538">-0.0035383070386210305</cx:pt>
          <cx:pt idx="2539">0.016705255775451198</cx:pt>
          <cx:pt idx="2540">-0.00073708305005972972</cx:pt>
          <cx:pt idx="2541">-0.0038231212769328999</cx:pt>
          <cx:pt idx="2542">0.0026471313502611734</cx:pt>
          <cx:pt idx="2543">0.0061827590328836423</cx:pt>
          <cx:pt idx="2544">-0.0041962010813683913</cx:pt>
          <cx:pt idx="2545">0.024827833484203456</cx:pt>
          <cx:pt idx="2546">0.00090133560135709635</cx:pt>
          <cx:pt idx="2547">0.0043131638122227813</cx:pt>
          <cx:pt idx="2548">0.0013897174825805091</cx:pt>
          <cx:pt idx="2549">0.0035958055897815553</cx:pt>
          <cx:pt idx="2550">-0.011786976419768946</cx:pt>
          <cx:pt idx="2551">0.0063032079122148296</cx:pt>
          <cx:pt idx="2552">0.0099190341689792804</cx:pt>
          <cx:pt idx="2553">-0.0013735802763708918</cx:pt>
          <cx:pt idx="2554">0.0030558822451551247</cx:pt>
          <cx:pt idx="2555">0.009175233002543963</cx:pt>
          <cx:pt idx="2556">0.0090216550562324336</cx:pt>
          <cx:pt idx="2557">-0.010652752515031949</cx:pt>
          <cx:pt idx="2558">0.010330375371042351</cx:pt>
          <cx:pt idx="2559">-0.035166787825996394</cx:pt>
          <cx:pt idx="2560">-0.00075581143046103737</cx:pt>
          <cx:pt idx="2561">-0.013834365874847187</cx:pt>
          <cx:pt idx="2562">-0.0075523825187940302</cx:pt>
          <cx:pt idx="2563">-0.00048757175247159134</cx:pt>
          <cx:pt idx="2564">-0.021446327927560613</cx:pt>
          <cx:pt idx="2565">0.014819717561872236</cx:pt>
          <cx:pt idx="2566">0.021130854109882906</cx:pt>
          <cx:pt idx="2567">-0.0093608492748375322</cx:pt>
          <cx:pt idx="2568">-4.2753529796493109e-05</cx:pt>
          <cx:pt idx="2569">-0.00038129358503348715</cx:pt>
          <cx:pt idx="2570">-0.011809631098424769</cx:pt>
          <cx:pt idx="2571">0.016968097164442163</cx:pt>
          <cx:pt idx="2572">-0.010041386234455952</cx:pt>
          <cx:pt idx="2573">0.007365851318308774</cx:pt>
          <cx:pt idx="2574">-0.003595320252526066</cx:pt>
          <cx:pt idx="2575">0.0021033246250819733</cx:pt>
          <cx:pt idx="2576">0.0089178706374291993</cx:pt>
          <cx:pt idx="2577">0.0025652338179183087</cx:pt>
          <cx:pt idx="2578">0.005219070931178774</cx:pt>
          <cx:pt idx="2579">-0.031669621612295126</cx:pt>
          <cx:pt idx="2580">-0.044090519994647644</cx:pt>
          <cx:pt idx="2581">-0.025999939210601765</cx:pt>
          <cx:pt idx="2582">-0.025092654646824582</cx:pt>
          <cx:pt idx="2583">0.054760043796293817</cx:pt>
          <cx:pt idx="2584">-0.014765079435163515</cx:pt>
          <cx:pt idx="2585">0.01021052751595096</cx:pt>
          <cx:pt idx="2586">0.019543757550514584</cx:pt>
          <cx:pt idx="2587">0.0030645180360351154</cx:pt>
          <cx:pt idx="2588">0.00014052086055922294</cx:pt>
          <cx:pt idx="2589">0.013569819229041649</cx:pt>
          <cx:pt idx="2590">-0.021719119244157415</cx:pt>
          <cx:pt idx="2591">0.019311202060985074</cx:pt>
          <cx:pt idx="2592">0.0052411520235162426</cx:pt>
          <cx:pt idx="2593">0.0035447420386132524</cx:pt>
          <cx:pt idx="2594">-0.0026634953097339465</cx:pt>
          <cx:pt idx="2595">0.0076301156629015269</cx:pt>
          <cx:pt idx="2596">0.008756556800407678</cx:pt>
          <cx:pt idx="2597">0.0069492383255268598</cx:pt>
          <cx:pt idx="2598">-0.010325839210795131</cx:pt>
          <cx:pt idx="2599">0.011746178648460856</cx:pt>
          <cx:pt idx="2600">0.00018318611730189758</cx:pt>
          <cx:pt idx="2601">-0.0066241461316011796</cx:pt>
          <cx:pt idx="2602">0.0019560372622888372</cx:pt>
          <cx:pt idx="2603">-0.0041900166415436563</cx:pt>
          <cx:pt idx="2604">0.0074454053112159354</cx:pt>
          <cx:pt idx="2605">0.0023423664290489338</cx:pt>
          <cx:pt idx="2606">-0.014933291463806184</cx:pt>
          <cx:pt idx="2607">-0.0091567302317169703</cx:pt>
          <cx:pt idx="2608">0.018107089793169266</cx:pt>
          <cx:pt idx="2609">0.011938856214863534</cx:pt>
          <cx:pt idx="2610">0.0016270229680751154</cx:pt>
          <cx:pt idx="2611">-0.0066128711595883913</cx:pt>
          <cx:pt idx="2612">-0.026652470225929738</cx:pt>
          <cx:pt idx="2613">-0.0027119819998428574</cx:pt>
          <cx:pt idx="2614">0.0032835762103051351</cx:pt>
          <cx:pt idx="2615">0.017873171243980763</cx:pt>
          <cx:pt idx="2616">-0.0012351770264180907</cx:pt>
          <cx:pt idx="2617">0.0078320222907149843</cx:pt>
          <cx:pt idx="2618">0.0018105376473332201</cx:pt>
          <cx:pt idx="2619">0.00032049232754540629</cx:pt>
          <cx:pt idx="2620">-0.0064199775232757026</cx:pt>
          <cx:pt idx="2621">0.0026023507633169841</cx:pt>
          <cx:pt idx="2622">0.00045059480897648667</cx:pt>
          <cx:pt idx="2623">0.0042533066587913532</cx:pt>
          <cx:pt idx="2624">-0.0056246566879738112</cx:pt>
          <cx:pt idx="2625">0.009533256775740833</cx:pt>
          <cx:pt idx="2626">-0.002910006956354255</cx:pt>
          <cx:pt idx="2627">0.0052064696822035419</cx:pt>
          <cx:pt idx="2628">-0.0071765419813416302</cx:pt>
          <cx:pt idx="2629">-0.0034579378040583285</cx:pt>
          <cx:pt idx="2630">-0.0032877191603050641</cx:pt>
          <cx:pt idx="2631">0.0021883171778391032</cx:pt>
          <cx:pt idx="2632">-0.0012415380370742581</cx:pt>
          <cx:pt idx="2633">0.018304083840069083</cx:pt>
          <cx:pt idx="2634">0.0035134194816263094</cx:pt>
          <cx:pt idx="2635">-0.018558113127817216</cx:pt>
          <cx:pt idx="2636">-0.0016750930454488772</cx:pt>
          <cx:pt idx="2637">0.0026265640946736462</cx:pt>
          <cx:pt idx="2638">0.006647166076190778</cx:pt>
          <cx:pt idx="2639">0.0045779532576037153</cx:pt>
          <cx:pt idx="2640">0.0027282845907621589</cx:pt>
          <cx:pt idx="2641">0.0016450555127976081</cx:pt>
          <cx:pt idx="2642">-0.0047210784983058472</cx:pt>
          <cx:pt idx="2643">-0.0056597548443143896</cx:pt>
          <cx:pt idx="2644">-0.0012096819963928938</cx:pt>
          <cx:pt idx="2645">0.0053465730970588647</cx:pt>
          <cx:pt idx="2646">0.0043249504511385806</cx:pt>
          <cx:pt idx="2647">0.010642666085367965</cx:pt>
          <cx:pt idx="2648">-0.013342137056968264</cx:pt>
          <cx:pt idx="2649">0.0093609035263052757</cx:pt>
          <cx:pt idx="2650">-0.0040688413590694462</cx:pt>
          <cx:pt idx="2651">0.0051007517830357688</cx:pt>
          <cx:pt idx="2652">0.0074144502810148125</cx:pt>
          <cx:pt idx="2653">0.013985423240242914</cx:pt>
          <cx:pt idx="2654">0.0024181580153576315</cx:pt>
          <cx:pt idx="2655">-0.0014370677423614785</cx:pt>
          <cx:pt idx="2656">0.0020165072204900141</cx:pt>
          <cx:pt idx="2657">-0.017971876091398602</cx:pt>
          <cx:pt idx="2658">0.023225243758267816</cx:pt>
          <cx:pt idx="2659">-0.0097285379986280698</cx:pt>
          <cx:pt idx="2660">-0.0080489194370134201</cx:pt>
          <cx:pt idx="2661">-0.0022342738820165129</cx:pt>
          <cx:pt idx="2662">0.010665460082055392</cx:pt>
          <cx:pt idx="2663">0.0059918437589496672</cx:pt>
          <cx:pt idx="2664">-0.0067579167168217063</cx:pt>
          <cx:pt idx="2665">0.0021551106999881543</cx:pt>
          <cx:pt idx="2666">-0.004822993300616858</cx:pt>
          <cx:pt idx="2667">-0.0046429985864973496</cx:pt>
          <cx:pt idx="2668">0.0029553172931577549</cx:pt>
          <cx:pt idx="2669">0.0039869616461320704</cx:pt>
          <cx:pt idx="2670">-0.0055087627397520621</cx:pt>
          <cx:pt idx="2671">0.0067948214000551344</cx:pt>
          <cx:pt idx="2672">-0.0086545451311966989</cx:pt>
          <cx:pt idx="2673">0.018959856503858792</cx:pt>
          <cx:pt idx="2674">0.0070818454652768082</cx:pt>
          <cx:pt idx="2675">-0.0045360179154512823</cx:pt>
          <cx:pt idx="2676">0.0084728522530217523</cx:pt>
          <cx:pt idx="2677">-0.0029435642514752049</cx:pt>
          <cx:pt idx="2678">-0.0023153684295829742</cx:pt>
          <cx:pt idx="2679">0.0041727692379570983</cx:pt>
          <cx:pt idx="2680">-0.0027700304539911816</cx:pt>
          <cx:pt idx="2681">0.0062508998523768365</cx:pt>
          <cx:pt idx="2682">-0.013384407151957659</cx:pt>
          <cx:pt idx="2683">-0.0041485973049107464</cx:pt>
          <cx:pt idx="2684">0.0064897599229922359</cx:pt>
          <cx:pt idx="2685">0.0088953454631348038</cx:pt>
          <cx:pt idx="2686">-0.0032259502792925353</cx:pt>
          <cx:pt idx="2687">-0.0027228458994939054</cx:pt>
          <cx:pt idx="2688">0.0030322672560825058</cx:pt>
          <cx:pt idx="2689">0.015500382983924994</cx:pt>
          <cx:pt idx="2690">-0.0015588850966117888</cx:pt>
          <cx:pt idx="2691">-0.0015482558654154154</cx:pt>
          <cx:pt idx="2692">-0.010626814714159636</cx:pt>
          <cx:pt idx="2693">-0.00010614219729300186</cx:pt>
          <cx:pt idx="2694">0.00075279634366645317</cx:pt>
          <cx:pt idx="2695">-0.0059519808092607825</cx:pt>
          <cx:pt idx="2696">0.0026114624402477421</cx:pt>
          <cx:pt idx="2697">0.012168344443126276</cx:pt>
          <cx:pt idx="2698">-0.0097050848819212349</cx:pt>
          <cx:pt idx="2699">-0.00081437126777942942</cx:pt>
          <cx:pt idx="2700">0.010888852609854477</cx:pt>
          <cx:pt idx="2701">0.0025702174006909115</cx:pt>
          <cx:pt idx="2702">0.0037462577623455489</cx:pt>
          <cx:pt idx="2703">0.0022126796399474253</cx:pt>
          <cx:pt idx="2704">-0.0077250074591140375</cx:pt>
          <cx:pt idx="2705">0.0032358031354552379</cx:pt>
          <cx:pt idx="2706">-0.010237845990796909</cx:pt>
          <cx:pt idx="2707">-0.0040518141691643491</cx:pt>
          <cx:pt idx="2708">-0.0077914599420284385</cx:pt>
          <cx:pt idx="2709">-0.0036628282592909298</cx:pt>
          <cx:pt idx="2710">-0.011012729802094647</cx:pt>
          <cx:pt idx="2711">0.0051850186301378807</cx:pt>
          <cx:pt idx="2712">0.010910771568280686</cx:pt>
          <cx:pt idx="2713">0.02216224012310921</cx:pt>
          <cx:pt idx="2714">-0.0021147933006010686</cx:pt>
          <cx:pt idx="2715">0.011425306991602083</cx:pt>
          <cx:pt idx="2716">0.013391094437950828</cx:pt>
          <cx:pt idx="2717">-0.0078094661478287329</cx:pt>
          <cx:pt idx="2718">0.0042811396703972653</cx:pt>
          <cx:pt idx="2719">-0.0017491870021969821</cx:pt>
          <cx:pt idx="2720">0.0035222944932886101</cx:pt>
          <cx:pt idx="2721">0.0060042646382280004</cx:pt>
          <cx:pt idx="2722">-0.018770018781578607</cx:pt>
          <cx:pt idx="2723">-0.019573402327612399</cx:pt>
          <cx:pt idx="2724">0.015542966102882583</cx:pt>
          <cx:pt idx="2725">-0.00033156166030905669</cx:pt>
          <cx:pt idx="2726">-0.00018906324441687211</cx:pt>
          <cx:pt idx="2727">0.0044710654367101253</cx:pt>
          <cx:pt idx="2728">-0.0013179810082256682</cx:pt>
          <cx:pt idx="2729">0.00021103229023285971</cx:pt>
          <cx:pt idx="2730">0.01186189485725981</cx:pt>
          <cx:pt idx="2731">-0.0018253975287592778</cx:pt>
          <cx:pt idx="2732">0.011239815700565651</cx:pt>
          <cx:pt idx="2733">-0.0043889588313971136</cx:pt>
          <cx:pt idx="2734">-0.0074630587987883738</cx:pt>
          <cx:pt idx="2735">0.0039570542460689506</cx:pt>
          <cx:pt idx="2736">-0.0011911832820591434</cx:pt>
          <cx:pt idx="2737">0.0059978003617002108</cx:pt>
          <cx:pt idx="2738">-0.0052555041327904794</cx:pt>
          <cx:pt idx="2739">-0.001947521785167832</cx:pt>
          <cx:pt idx="2740">0.010909970679656373</cx:pt>
          <cx:pt idx="2741">0.0028252558436724345</cx:pt>
          <cx:pt idx="2742">0.0082228241364061122</cx:pt>
          <cx:pt idx="2743">0.0061376385977813253</cx:pt>
          <cx:pt idx="2744">0.0044314260316912109</cx:pt>
          <cx:pt idx="2745">-0.011271982606798275</cx:pt>
          <cx:pt idx="2746">-0.0028318898224828667</cx:pt>
          <cx:pt idx="2747">0.0045669016510175939</cx:pt>
          <cx:pt idx="2748">0.0029589830087077677</cx:pt>
          <cx:pt idx="2749">0.0013387567005047299</cx:pt>
          <cx:pt idx="2750">-0.0081842554702697395</cx:pt>
          <cx:pt idx="2751">-0.0072790208457890236</cx:pt>
          <cx:pt idx="2752">-0.005545650204830388</cx:pt>
          <cx:pt idx="2753">0.0015949575902314346</cx:pt>
          <cx:pt idx="2754">7.8071163601724919e-05</cx:pt>
          <cx:pt idx="2755">0.0060493092637488562</cx:pt>
          <cx:pt idx="2756">-0.0076627014426279977</cx:pt>
          <cx:pt idx="2757">0.00039140568225417183</cx:pt>
          <cx:pt idx="2758">-0.0043595258165744707</cx:pt>
          <cx:pt idx="2759">-0.0035658978362436353</cx:pt>
          <cx:pt idx="2760">0.0057028585738422635</cx:pt>
          <cx:pt idx="2761">0.00078875926148557103</cx:pt>
          <cx:pt idx="2762">0.0066880855739836131</cx:pt>
          <cx:pt idx="2763">0.00018146798688869136</cx:pt>
          <cx:pt idx="2764">0.00065879937688773495</cx:pt>
          <cx:pt idx="2765">-0.0015436399435536795</cx:pt>
          <cx:pt idx="2766">-0.011859178133646047</cx:pt>
        </cx:lvl>
      </cx:numDim>
    </cx:data>
  </cx:chartData>
  <cx:chart>
    <cx:title pos="t" align="ctr" overlay="0">
      <cx:tx>
        <cx:txData>
          <cx:v>Histograma - Inmobiliario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Aptos Narrow" panose="02110004020202020204"/>
            </a:rPr>
            <a:t>Histograma - Inmobiliario</a:t>
          </a:r>
        </a:p>
      </cx:txPr>
    </cx:title>
    <cx:plotArea>
      <cx:plotAreaRegion>
        <cx:series layoutId="clusteredColumn" uniqueId="{FBF1013E-81E6-45D7-B5A0-617D604A1DFA}">
          <cx:tx>
            <cx:txData>
              <cx:f>'[Datos Sectores Equity (Index review).xlsx]Inmobiliario'!$AS$7</cx:f>
              <cx:v>Index Return</cx:v>
            </cx:txData>
          </cx:tx>
          <cx:dataId val="0"/>
          <cx:layoutPr>
            <cx:binning intervalClosed="r">
              <cx:binCount val="50"/>
            </cx:binning>
          </cx:layoutPr>
        </cx:series>
      </cx:plotAreaRegion>
      <cx:axis id="0">
        <cx:catScaling gapWidth="0"/>
        <cx:tickLabels/>
        <cx:numFmt formatCode="#,##0.00" sourceLinked="0"/>
      </cx:axis>
      <cx:axis id="1">
        <cx:valScaling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5946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3B1D-5A23-0152-C95A-42B38684C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AAB0C2-DC9D-8F24-4B65-6CFD2DD4A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0C0BE-6847-A51F-254E-C14AA8FEB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75360-7C29-BDA1-EFBC-3DF2D3DCC3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35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BE197-26A7-4F46-1DB6-A6680D0BF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91A4D2-295E-7EFB-82F5-8B5CB7CBB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0C1E0-B4CE-073E-5340-E1412388D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0127F-5E31-2B88-14F8-FCCD28154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031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14/relationships/chartEx" Target="../charts/chartEx1.xml"/><Relationship Id="rId7" Type="http://schemas.microsoft.com/office/2014/relationships/chartEx" Target="../charts/chartEx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14/relationships/chartEx" Target="../charts/chartEx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4/relationships/chartEx" Target="../charts/chartEx4.xml"/><Relationship Id="rId7" Type="http://schemas.microsoft.com/office/2014/relationships/chartEx" Target="../charts/chartEx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microsoft.com/office/2014/relationships/chartEx" Target="../charts/chartEx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un Índice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Acciones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5 — Doing Economics | Bloomberg H.E.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 Gil y Antonio Gutiérrez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384048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09728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384048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059669">
              <a:alpha val="70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56616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Básico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384048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03504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3" name="Text 1"/>
          <p:cNvSpPr/>
          <p:nvPr/>
        </p:nvSpPr>
        <p:spPr>
          <a:xfrm>
            <a:off x="137160" y="137160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2015 — Dic 2025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0" y="274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474720" y="77724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tres índices de acciones del mercado estadounidense para analizar el comportamiento sectorial antes y después del COVID-19.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73152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611880" y="1874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11880" y="221284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NVDA · AAPL · MSFT · AVGO · MU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ORCL · AMD · CSCO · LRCX · AMAT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78892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3383280" y="2788920"/>
            <a:ext cx="73152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3611880" y="2834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Básico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317296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WMT · COST · PG · KO · PM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· MO · MNST · MDLZ · CL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3749040"/>
            <a:ext cx="55778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3383280" y="3749040"/>
            <a:ext cx="73152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61188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11880" y="413308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· PLD · EQIX · AMT · DLR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SPG · O · PSA · VTR · CBRE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de Construcción del 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2743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Bloomberg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3990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 de cierre (px_last) y volumen (px_volume) diario por acción, 2015–2025.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286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iniciales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5877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= Volumen acción ene-2015 / Volumen total. Se verificó que Σ pesos = 1.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47472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27432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diarios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77647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aritmético: (Precio hoy / Precio ayer) − 1, para cada acción.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475488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949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Retornos ponderados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94960" y="139903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ponderado = Retorno × Peso de cada acción.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286000"/>
            <a:ext cx="502920" cy="5029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47548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9496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acumulado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258775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100 en ene-2015. Índice(t) = Índice(t-1) × (1 + Retorno ponderado).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Gráfico de los Índices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2743200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&amp; Whiskers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7373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muestra outliers más extremos (±16%). Consumo Básico tiene distribución más compacta.</a:t>
            </a:r>
            <a:endParaRPr lang="en-US" sz="120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8" name="Chart 17">
                <a:extLst>
                  <a:ext uri="{FF2B5EF4-FFF2-40B4-BE49-F238E27FC236}">
                    <a16:creationId xmlns:a16="http://schemas.microsoft.com/office/drawing/2014/main" id="{68D36856-B84C-4D6F-8141-0B6CDC61964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6314753"/>
                  </p:ext>
                </p:extLst>
              </p:nvPr>
            </p:nvGraphicFramePr>
            <p:xfrm>
              <a:off x="3157898" y="1097280"/>
              <a:ext cx="2683335" cy="194496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18" name="Chart 17">
                <a:extLst>
                  <a:ext uri="{FF2B5EF4-FFF2-40B4-BE49-F238E27FC236}">
                    <a16:creationId xmlns:a16="http://schemas.microsoft.com/office/drawing/2014/main" id="{68D36856-B84C-4D6F-8141-0B6CDC6196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7898" y="1097280"/>
                <a:ext cx="2683335" cy="19449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Chart 18">
                <a:extLst>
                  <a:ext uri="{FF2B5EF4-FFF2-40B4-BE49-F238E27FC236}">
                    <a16:creationId xmlns:a16="http://schemas.microsoft.com/office/drawing/2014/main" id="{F202F7D8-8F6E-469B-A04F-6401FE8078A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44107376"/>
                  </p:ext>
                </p:extLst>
              </p:nvPr>
            </p:nvGraphicFramePr>
            <p:xfrm>
              <a:off x="4685663" y="3035856"/>
              <a:ext cx="2683335" cy="1944963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9" name="Chart 18">
                <a:extLst>
                  <a:ext uri="{FF2B5EF4-FFF2-40B4-BE49-F238E27FC236}">
                    <a16:creationId xmlns:a16="http://schemas.microsoft.com/office/drawing/2014/main" id="{F202F7D8-8F6E-469B-A04F-6401FE8078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85663" y="3035856"/>
                <a:ext cx="2683335" cy="19449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0" name="Chart 19">
                <a:extLst>
                  <a:ext uri="{FF2B5EF4-FFF2-40B4-BE49-F238E27FC236}">
                    <a16:creationId xmlns:a16="http://schemas.microsoft.com/office/drawing/2014/main" id="{48D240FA-3EE3-4773-8F1E-5806BBFED7FC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60992673"/>
                  </p:ext>
                </p:extLst>
              </p:nvPr>
            </p:nvGraphicFramePr>
            <p:xfrm>
              <a:off x="6011416" y="1097280"/>
              <a:ext cx="2812544" cy="194496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20" name="Chart 19">
                <a:extLst>
                  <a:ext uri="{FF2B5EF4-FFF2-40B4-BE49-F238E27FC236}">
                    <a16:creationId xmlns:a16="http://schemas.microsoft.com/office/drawing/2014/main" id="{48D240FA-3EE3-4773-8F1E-5806BBFED7F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11416" y="1097280"/>
                <a:ext cx="2812544" cy="1944964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8C756-93CC-BFD5-A923-BA576E71C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784C63-C29E-BABD-F57D-4F49AF24C0E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948113-6F19-1900-16AB-4C165AEA2A6C}"/>
              </a:ext>
            </a:extLst>
          </p:cNvPr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Gráfico de los Índices</a:t>
            </a:r>
            <a:endParaRPr lang="en-US" sz="2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D5C111D-0BC0-D43B-3DDD-CF0E7FAA96DE}"/>
              </a:ext>
            </a:extLst>
          </p:cNvPr>
          <p:cNvSpPr/>
          <p:nvPr/>
        </p:nvSpPr>
        <p:spPr>
          <a:xfrm>
            <a:off x="6172200" y="1097280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6752E17-55D6-F9BE-3DE8-111DC94E5A50}"/>
              </a:ext>
            </a:extLst>
          </p:cNvPr>
          <p:cNvSpPr/>
          <p:nvPr/>
        </p:nvSpPr>
        <p:spPr>
          <a:xfrm>
            <a:off x="6172200" y="1097280"/>
            <a:ext cx="27432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5F8D519D-1FA8-19DE-4EB0-B3EBD575EC90}"/>
              </a:ext>
            </a:extLst>
          </p:cNvPr>
          <p:cNvSpPr/>
          <p:nvPr/>
        </p:nvSpPr>
        <p:spPr>
          <a:xfrm>
            <a:off x="626364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Histogramas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59ED350-8093-3CC4-9DE4-51588C1EA8CB}"/>
              </a:ext>
            </a:extLst>
          </p:cNvPr>
          <p:cNvSpPr/>
          <p:nvPr/>
        </p:nvSpPr>
        <p:spPr>
          <a:xfrm>
            <a:off x="6309360" y="17373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sectores se concentran alrededor de cero. Tecnología tiene colas más largas → mayor volatilidad.</a:t>
            </a:r>
            <a:endParaRPr lang="en-US" sz="1200" dirty="0"/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8" name="Chart 17">
                <a:extLst>
                  <a:ext uri="{FF2B5EF4-FFF2-40B4-BE49-F238E27FC236}">
                    <a16:creationId xmlns:a16="http://schemas.microsoft.com/office/drawing/2014/main" id="{21ABF5EA-B322-449B-B0AA-AFFBAA385E2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99826773"/>
                  </p:ext>
                </p:extLst>
              </p:nvPr>
            </p:nvGraphicFramePr>
            <p:xfrm>
              <a:off x="-1" y="970744"/>
              <a:ext cx="3366055" cy="2077256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18" name="Chart 17">
                <a:extLst>
                  <a:ext uri="{FF2B5EF4-FFF2-40B4-BE49-F238E27FC236}">
                    <a16:creationId xmlns:a16="http://schemas.microsoft.com/office/drawing/2014/main" id="{21ABF5EA-B322-449B-B0AA-AFFBAA385E2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" y="970744"/>
                <a:ext cx="3366055" cy="20772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Chart 18">
                <a:extLst>
                  <a:ext uri="{FF2B5EF4-FFF2-40B4-BE49-F238E27FC236}">
                    <a16:creationId xmlns:a16="http://schemas.microsoft.com/office/drawing/2014/main" id="{39C6BED6-4760-425F-A500-F109D985B88A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515042519"/>
                  </p:ext>
                </p:extLst>
              </p:nvPr>
            </p:nvGraphicFramePr>
            <p:xfrm>
              <a:off x="44322" y="3047999"/>
              <a:ext cx="3321732" cy="2077255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9" name="Chart 18">
                <a:extLst>
                  <a:ext uri="{FF2B5EF4-FFF2-40B4-BE49-F238E27FC236}">
                    <a16:creationId xmlns:a16="http://schemas.microsoft.com/office/drawing/2014/main" id="{39C6BED6-4760-425F-A500-F109D985B88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322" y="3047999"/>
                <a:ext cx="3321732" cy="2077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20" name="Chart 19">
                <a:extLst>
                  <a:ext uri="{FF2B5EF4-FFF2-40B4-BE49-F238E27FC236}">
                    <a16:creationId xmlns:a16="http://schemas.microsoft.com/office/drawing/2014/main" id="{DD47F433-6597-47E9-8B27-965A34E4304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423520690"/>
                  </p:ext>
                </p:extLst>
              </p:nvPr>
            </p:nvGraphicFramePr>
            <p:xfrm>
              <a:off x="3360420" y="1984551"/>
              <a:ext cx="2743200" cy="2065938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20" name="Chart 19">
                <a:extLst>
                  <a:ext uri="{FF2B5EF4-FFF2-40B4-BE49-F238E27FC236}">
                    <a16:creationId xmlns:a16="http://schemas.microsoft.com/office/drawing/2014/main" id="{DD47F433-6597-47E9-8B27-965A34E430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60420" y="1984551"/>
                <a:ext cx="2743200" cy="20659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53326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F9812-3C10-9840-8119-67C92570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2AC45B6-82DC-215C-B07E-0D05573461E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79F6421-0E65-DA95-824E-AC74668CBC91}"/>
              </a:ext>
            </a:extLst>
          </p:cNvPr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Gráfico de los Índices</a:t>
            </a:r>
            <a:endParaRPr lang="en-US" sz="24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C3D982C4-A00F-AC0E-BF4A-9434BA3F98B9}"/>
              </a:ext>
            </a:extLst>
          </p:cNvPr>
          <p:cNvSpPr/>
          <p:nvPr/>
        </p:nvSpPr>
        <p:spPr>
          <a:xfrm>
            <a:off x="228600" y="1084218"/>
            <a:ext cx="2743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8B046790-3D93-4FF0-FE96-6CF34CB58AA7}"/>
              </a:ext>
            </a:extLst>
          </p:cNvPr>
          <p:cNvSpPr/>
          <p:nvPr/>
        </p:nvSpPr>
        <p:spPr>
          <a:xfrm>
            <a:off x="228600" y="1097280"/>
            <a:ext cx="27432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E3AA05C5-CEAF-A6D5-ACFE-15A8D91804BC}"/>
              </a:ext>
            </a:extLst>
          </p:cNvPr>
          <p:cNvSpPr/>
          <p:nvPr/>
        </p:nvSpPr>
        <p:spPr>
          <a:xfrm>
            <a:off x="320040" y="10972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100</a:t>
            </a:r>
            <a:endParaRPr lang="en-US" sz="14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2993254F-41BB-CA47-02E4-F11244A3908C}"/>
              </a:ext>
            </a:extLst>
          </p:cNvPr>
          <p:cNvSpPr/>
          <p:nvPr/>
        </p:nvSpPr>
        <p:spPr>
          <a:xfrm>
            <a:off x="365760" y="173736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Tecnología: ~3000 en 2025 (+2900%). Consumo Básico e Inmobiliario: crecimiento moderado y estable.</a:t>
            </a:r>
            <a:endParaRPr lang="en-US" sz="1200" dirty="0"/>
          </a:p>
        </p:txBody>
      </p:sp>
      <p:graphicFrame>
        <p:nvGraphicFramePr>
          <p:cNvPr id="22" name="Chart 21">
            <a:extLst>
              <a:ext uri="{FF2B5EF4-FFF2-40B4-BE49-F238E27FC236}">
                <a16:creationId xmlns:a16="http://schemas.microsoft.com/office/drawing/2014/main" id="{761651A4-3A57-46D1-B1D4-D17751199C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8342367"/>
              </p:ext>
            </p:extLst>
          </p:nvPr>
        </p:nvGraphicFramePr>
        <p:xfrm>
          <a:off x="2971800" y="1084218"/>
          <a:ext cx="6172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2929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Volatilidad: 2015 vs 2025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40680" y="1005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95%</a:t>
            </a:r>
            <a:endParaRPr lang="en-US" sz="1200" dirty="0"/>
          </a:p>
        </p:txBody>
      </p:sp>
      <p:graphicFrame>
        <p:nvGraphicFramePr>
          <p:cNvPr id="93" name="Gráfico 4">
            <a:extLst>
              <a:ext uri="{FF2B5EF4-FFF2-40B4-BE49-F238E27FC236}">
                <a16:creationId xmlns:a16="http://schemas.microsoft.com/office/drawing/2014/main" id="{FACFB554-D4A2-4299-AFD7-D0A76CDA38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2527863"/>
              </p:ext>
            </p:extLst>
          </p:nvPr>
        </p:nvGraphicFramePr>
        <p:xfrm>
          <a:off x="163287" y="1144608"/>
          <a:ext cx="2151960" cy="3692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4" name="Gráfico 10">
            <a:extLst>
              <a:ext uri="{FF2B5EF4-FFF2-40B4-BE49-F238E27FC236}">
                <a16:creationId xmlns:a16="http://schemas.microsoft.com/office/drawing/2014/main" id="{D808CFDB-0A6C-4F6E-B2CF-A9A9397276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3325362"/>
              </p:ext>
            </p:extLst>
          </p:nvPr>
        </p:nvGraphicFramePr>
        <p:xfrm>
          <a:off x="2315248" y="1005839"/>
          <a:ext cx="2151960" cy="38316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5" name="Gráfico 11">
            <a:extLst>
              <a:ext uri="{FF2B5EF4-FFF2-40B4-BE49-F238E27FC236}">
                <a16:creationId xmlns:a16="http://schemas.microsoft.com/office/drawing/2014/main" id="{18231899-2981-4A57-840C-90C0521764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6330374"/>
              </p:ext>
            </p:extLst>
          </p:nvPr>
        </p:nvGraphicFramePr>
        <p:xfrm>
          <a:off x="4336404" y="1005839"/>
          <a:ext cx="2151960" cy="38316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id="{D29DE8FD-0902-40A2-0A7A-3297505536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688278"/>
              </p:ext>
            </p:extLst>
          </p:nvPr>
        </p:nvGraphicFramePr>
        <p:xfrm>
          <a:off x="6488364" y="1508758"/>
          <a:ext cx="2599238" cy="2482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619">
                  <a:extLst>
                    <a:ext uri="{9D8B030D-6E8A-4147-A177-3AD203B41FA5}">
                      <a16:colId xmlns:a16="http://schemas.microsoft.com/office/drawing/2014/main" val="3884392256"/>
                    </a:ext>
                  </a:extLst>
                </a:gridCol>
                <a:gridCol w="1299619">
                  <a:extLst>
                    <a:ext uri="{9D8B030D-6E8A-4147-A177-3AD203B41FA5}">
                      <a16:colId xmlns:a16="http://schemas.microsoft.com/office/drawing/2014/main" val="1761093021"/>
                    </a:ext>
                  </a:extLst>
                </a:gridCol>
              </a:tblGrid>
              <a:tr h="408532"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Sector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dirty="0"/>
                        <a:t>Cambio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66373497"/>
                  </a:ext>
                </a:extLst>
              </a:tr>
              <a:tr h="559146">
                <a:tc>
                  <a:txBody>
                    <a:bodyPr/>
                    <a:lstStyle/>
                    <a:p>
                      <a:pPr algn="ctr"/>
                      <a:r>
                        <a:rPr lang="es-CO" sz="1200" kern="12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Tecnología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200" b="1" kern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+35% </a:t>
                      </a:r>
                      <a:r>
                        <a:rPr lang="en-US" sz="1200" b="1" kern="12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s-CO" sz="1200" b="1" kern="1200" dirty="0">
                        <a:solidFill>
                          <a:srgbClr val="DC2626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277340"/>
                  </a:ext>
                </a:extLst>
              </a:tr>
              <a:tr h="731338">
                <a:tc>
                  <a:txBody>
                    <a:bodyPr/>
                    <a:lstStyle/>
                    <a:p>
                      <a:pPr algn="ctr"/>
                      <a:r>
                        <a:rPr lang="es-CO" sz="1200" kern="1200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Básico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+3% →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860873"/>
                  </a:ext>
                </a:extLst>
              </a:tr>
              <a:tr h="78387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err="1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Inmobiliario</a:t>
                      </a:r>
                      <a:endParaRPr lang="es-CO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-2% ↓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30037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¿Cambió el mercado después del COVID?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8686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91440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2560320" y="1188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significativo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Desv. Est. subió de 0,014 a 0,019 (+35%). Los intervalos de confianza NO se solapan. El mercado tech se volvió más volátil: IA, digitalización post-COVID y ciclos de corrección.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331720"/>
            <a:ext cx="8686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228600" y="2331720"/>
            <a:ext cx="91440" cy="10972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Básico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242316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56032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cambio relevante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mínima (+3%). IC se solapan ampliamente. Sector defensivo: productos esenciales mantienen demanda estable independiente del ciclo económico.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566160"/>
            <a:ext cx="8686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228600" y="3566160"/>
            <a:ext cx="91440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560320" y="3657600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2560320" y="3657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cambio significativo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caída (-2%). IC se solapan. A pesar de la turbulencia de 2022 por tasas de interés, la volatilidad anual en 2025 es similar a 2015.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4630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sector tecnológico es el único con evidencia estadística de un aumento real en volatilidad entre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2015 y </a:t>
            </a:r>
            <a:r>
              <a:rPr lang="en-US" sz="13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2025 (+35%).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45720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Básico confirmó su carácter defensivo: mínima variación en volatilidad a lo largo de 10 años.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2918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Inmobiliario tuvo turbulencias intermedias (2022), pero su volatilidad anual al comparar extremos no muestra cambio significativo.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0" y="47548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Jess Gil · Antonio Gutiérrez · Doing Economics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581</Words>
  <Application>Microsoft Office PowerPoint</Application>
  <PresentationFormat>On-screen Show (16:9)</PresentationFormat>
  <Paragraphs>96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5 - Índice de Acciones</dc:title>
  <dc:subject>PptxGenJS Presentation</dc:subject>
  <dc:creator>PptxGenJS</dc:creator>
  <cp:lastModifiedBy>Antonio Gutierrez Arango</cp:lastModifiedBy>
  <cp:revision>2</cp:revision>
  <dcterms:created xsi:type="dcterms:W3CDTF">2026-04-06T18:13:09Z</dcterms:created>
  <dcterms:modified xsi:type="dcterms:W3CDTF">2026-04-06T18:53:00Z</dcterms:modified>
</cp:coreProperties>
</file>